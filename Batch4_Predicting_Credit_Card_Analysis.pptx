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5" r:id="rId4"/>
    <p:sldId id="260" r:id="rId5"/>
    <p:sldId id="266" r:id="rId6"/>
    <p:sldId id="264"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8" autoAdjust="0"/>
    <p:restoredTop sz="94660"/>
  </p:normalViewPr>
  <p:slideViewPr>
    <p:cSldViewPr snapToGrid="0">
      <p:cViewPr varScale="1">
        <p:scale>
          <a:sx n="86" d="100"/>
          <a:sy n="86" d="100"/>
        </p:scale>
        <p:origin x="56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9BF11-4739-4725-8278-7D21586924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04F779-7339-486E-B791-1C02ABCC87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FDAC48-3C2E-46C4-AC86-3BD4C4ED27E6}"/>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DFC85BF3-7E70-465B-ABAC-C6230A1EB4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259F53-FDBD-4F2F-A6D3-195734E25C1F}"/>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362747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14E02-2561-4A19-A09A-7CD41DE3C5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03364C-B868-43BB-8812-974FD5B0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2ACA68-FDF0-4195-B031-BDB1ABA84003}"/>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E1D78D67-493C-4B26-94AB-838AEA7C52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C27D84-FA07-4E77-A0AA-F7DD49ABFBD1}"/>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3548553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F9E6A-62A2-458F-B3A7-881606F9CB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D6ABE1-BEFF-4E66-959E-FBA659C036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FF32D9-8257-442A-A7FF-EC0E92DBE13C}"/>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D57602FE-5682-4C1F-89B1-2A31A5597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29206D-63F5-422B-91FB-907C45539D74}"/>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493506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BEB61-E084-4B45-BADD-EDEF09BFD8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9788E5-C615-4907-AA91-1E239A0C1F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4706AC-4FE0-4476-9198-550B12C9DD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707C11-F1B6-4055-B4EA-F552F9DC0258}"/>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6" name="Footer Placeholder 5">
            <a:extLst>
              <a:ext uri="{FF2B5EF4-FFF2-40B4-BE49-F238E27FC236}">
                <a16:creationId xmlns:a16="http://schemas.microsoft.com/office/drawing/2014/main" id="{3FF2D8AB-569A-40D5-BE8E-D64E8BD660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3A02D5-2CB7-44A3-BCA9-535FA8437576}"/>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1199421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5218-4372-4F11-9307-6557066B49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CA25F1-EB2F-410F-96E1-3A906BA363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78518-A1DD-414C-90BD-5D126ECA23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C7A13A-101D-4252-99EE-1AE6FE3C4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F4C554-BAE1-41B6-AC9E-7151BB526A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0EB4DD-8B41-4807-8AB3-E2533E429CF6}"/>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8" name="Footer Placeholder 7">
            <a:extLst>
              <a:ext uri="{FF2B5EF4-FFF2-40B4-BE49-F238E27FC236}">
                <a16:creationId xmlns:a16="http://schemas.microsoft.com/office/drawing/2014/main" id="{1451AD3C-B9A7-4A13-A566-FBBE08F2D9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C5139F-C64F-404F-822C-8833A3322623}"/>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886978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06BA-9A3C-4F0E-A515-6BDE7031E0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F0CE69-91BB-426D-9A65-4C442211AB25}"/>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4" name="Footer Placeholder 3">
            <a:extLst>
              <a:ext uri="{FF2B5EF4-FFF2-40B4-BE49-F238E27FC236}">
                <a16:creationId xmlns:a16="http://schemas.microsoft.com/office/drawing/2014/main" id="{C20F10C2-6575-4A4A-B540-17E43EE6BE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F776BE-EB22-4859-80CA-A9E16A489307}"/>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3571000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599C25-1AA8-4162-9A46-4C40302B1B9C}"/>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3" name="Footer Placeholder 2">
            <a:extLst>
              <a:ext uri="{FF2B5EF4-FFF2-40B4-BE49-F238E27FC236}">
                <a16:creationId xmlns:a16="http://schemas.microsoft.com/office/drawing/2014/main" id="{01AB2D59-E5C7-46AE-B50D-C598B20692E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DCB97B-0242-4C5E-888A-C54F3EFB4C69}"/>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675706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7297-D53A-4B88-A3BD-52482B4FED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B46697-C686-49BE-A91F-7695BCC6E5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E47DD-0A4A-42CE-9E38-7FC90678E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D9D40F-5150-489C-BFD0-8D31F0C4BF26}"/>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6" name="Footer Placeholder 5">
            <a:extLst>
              <a:ext uri="{FF2B5EF4-FFF2-40B4-BE49-F238E27FC236}">
                <a16:creationId xmlns:a16="http://schemas.microsoft.com/office/drawing/2014/main" id="{B5492263-5C3D-49B1-A0CB-3201197816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8D479C-EFD3-4415-9D7C-EE9FD83B54B6}"/>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78769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3AFA-5ADA-4C80-87A2-06A9580B7D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BF7C86-6828-43A0-847F-AA2D3AF07B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FD043D-2780-4076-B45B-4D8334956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533F33-6787-497E-A76F-8FA2DBC55D20}"/>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6" name="Footer Placeholder 5">
            <a:extLst>
              <a:ext uri="{FF2B5EF4-FFF2-40B4-BE49-F238E27FC236}">
                <a16:creationId xmlns:a16="http://schemas.microsoft.com/office/drawing/2014/main" id="{01F09E70-977A-45A4-9EEC-7B764055D4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550814-B7F1-4562-B85A-4B2FC427DB88}"/>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185568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5B45D-9B0F-4EA1-A9BA-49EEB46B13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70B2CA-AEDD-4D8E-932F-2983BBABD8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F8A01-2CC1-4626-BB12-4813B5C20950}"/>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963CCEEA-5D14-4E2D-83D5-AF38A0F7CA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D4FC06-B9FA-4BA0-BEF2-4C6462D29A56}"/>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2333062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C71E-36B9-495D-80E4-65C2F000EF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54BF5E-F3C3-4D20-A7D3-1363BF65E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3F8DBD-DCFA-4172-85C1-75025BD6D424}"/>
              </a:ext>
            </a:extLst>
          </p:cNvPr>
          <p:cNvSpPr>
            <a:spLocks noGrp="1"/>
          </p:cNvSpPr>
          <p:nvPr>
            <p:ph type="dt" sz="half" idx="10"/>
          </p:nvPr>
        </p:nvSpPr>
        <p:spPr/>
        <p:txBody>
          <a:body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7ED99660-87EF-4550-AD40-42C926E484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DDE312-726A-4712-8B12-419009AA0825}"/>
              </a:ext>
            </a:extLst>
          </p:cNvPr>
          <p:cNvSpPr>
            <a:spLocks noGrp="1"/>
          </p:cNvSpPr>
          <p:nvPr>
            <p:ph type="sldNum" sz="quarter" idx="12"/>
          </p:nvPr>
        </p:nvSpPr>
        <p:spPr/>
        <p:txBody>
          <a:bodyPr/>
          <a:lstStyle/>
          <a:p>
            <a:fld id="{7CCF98A6-4238-46F7-B76C-3B7410249478}" type="slidenum">
              <a:rPr lang="en-IN" smtClean="0"/>
              <a:t>‹#›</a:t>
            </a:fld>
            <a:endParaRPr lang="en-IN"/>
          </a:p>
        </p:txBody>
      </p:sp>
    </p:spTree>
    <p:extLst>
      <p:ext uri="{BB962C8B-B14F-4D97-AF65-F5344CB8AC3E}">
        <p14:creationId xmlns:p14="http://schemas.microsoft.com/office/powerpoint/2010/main" val="4099219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D44A04-C48A-4587-8166-143019391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6622B2-C5D1-45FF-9788-05E100BCAA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CFF730-0B9E-4AF7-8F50-A587D0C64A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EE5A5-81D9-426C-B31C-D8E80A10E027}" type="datetimeFigureOut">
              <a:rPr lang="en-IN" smtClean="0"/>
              <a:t>22-06-2021</a:t>
            </a:fld>
            <a:endParaRPr lang="en-IN"/>
          </a:p>
        </p:txBody>
      </p:sp>
      <p:sp>
        <p:nvSpPr>
          <p:cNvPr id="5" name="Footer Placeholder 4">
            <a:extLst>
              <a:ext uri="{FF2B5EF4-FFF2-40B4-BE49-F238E27FC236}">
                <a16:creationId xmlns:a16="http://schemas.microsoft.com/office/drawing/2014/main" id="{5C5D9A34-7FB3-4A2C-9047-173F239A1B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9BC5658-987B-47C1-B1C5-263623E294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CF98A6-4238-46F7-B76C-3B7410249478}" type="slidenum">
              <a:rPr lang="en-IN" smtClean="0"/>
              <a:t>‹#›</a:t>
            </a:fld>
            <a:endParaRPr lang="en-IN"/>
          </a:p>
        </p:txBody>
      </p:sp>
    </p:spTree>
    <p:extLst>
      <p:ext uri="{BB962C8B-B14F-4D97-AF65-F5344CB8AC3E}">
        <p14:creationId xmlns:p14="http://schemas.microsoft.com/office/powerpoint/2010/main" val="3417858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378;p23">
            <a:extLst>
              <a:ext uri="{FF2B5EF4-FFF2-40B4-BE49-F238E27FC236}">
                <a16:creationId xmlns:a16="http://schemas.microsoft.com/office/drawing/2014/main" id="{F86576CC-50A5-4EB3-8227-D7DFA2C2FE80}"/>
              </a:ext>
            </a:extLst>
          </p:cNvPr>
          <p:cNvGrpSpPr/>
          <p:nvPr/>
        </p:nvGrpSpPr>
        <p:grpSpPr>
          <a:xfrm>
            <a:off x="70804" y="2148236"/>
            <a:ext cx="5540736" cy="4709764"/>
            <a:chOff x="666825" y="1252625"/>
            <a:chExt cx="3727477" cy="3477780"/>
          </a:xfrm>
        </p:grpSpPr>
        <p:sp>
          <p:nvSpPr>
            <p:cNvPr id="3" name="Google Shape;1379;p23">
              <a:extLst>
                <a:ext uri="{FF2B5EF4-FFF2-40B4-BE49-F238E27FC236}">
                  <a16:creationId xmlns:a16="http://schemas.microsoft.com/office/drawing/2014/main" id="{BF10E010-5A12-4D01-8384-E3EA69C31E57}"/>
                </a:ext>
              </a:extLst>
            </p:cNvPr>
            <p:cNvSpPr/>
            <p:nvPr/>
          </p:nvSpPr>
          <p:spPr>
            <a:xfrm>
              <a:off x="666825" y="4291371"/>
              <a:ext cx="3512000" cy="439033"/>
            </a:xfrm>
            <a:custGeom>
              <a:avLst/>
              <a:gdLst/>
              <a:ahLst/>
              <a:cxnLst/>
              <a:rect l="l" t="t" r="r" b="b"/>
              <a:pathLst>
                <a:path w="79538" h="9943" extrusionOk="0">
                  <a:moveTo>
                    <a:pt x="39769" y="0"/>
                  </a:moveTo>
                  <a:lnTo>
                    <a:pt x="35685" y="24"/>
                  </a:lnTo>
                  <a:lnTo>
                    <a:pt x="27921" y="214"/>
                  </a:lnTo>
                  <a:lnTo>
                    <a:pt x="20777" y="595"/>
                  </a:lnTo>
                  <a:lnTo>
                    <a:pt x="15967" y="988"/>
                  </a:lnTo>
                  <a:lnTo>
                    <a:pt x="13026" y="1298"/>
                  </a:lnTo>
                  <a:lnTo>
                    <a:pt x="10323" y="1631"/>
                  </a:lnTo>
                  <a:lnTo>
                    <a:pt x="7894" y="2000"/>
                  </a:lnTo>
                  <a:lnTo>
                    <a:pt x="5751" y="2393"/>
                  </a:lnTo>
                  <a:lnTo>
                    <a:pt x="3906" y="2822"/>
                  </a:lnTo>
                  <a:lnTo>
                    <a:pt x="2405" y="3262"/>
                  </a:lnTo>
                  <a:lnTo>
                    <a:pt x="1238" y="3727"/>
                  </a:lnTo>
                  <a:lnTo>
                    <a:pt x="619" y="4096"/>
                  </a:lnTo>
                  <a:lnTo>
                    <a:pt x="322" y="4346"/>
                  </a:lnTo>
                  <a:lnTo>
                    <a:pt x="119" y="4596"/>
                  </a:lnTo>
                  <a:lnTo>
                    <a:pt x="12" y="4846"/>
                  </a:lnTo>
                  <a:lnTo>
                    <a:pt x="0" y="4977"/>
                  </a:lnTo>
                  <a:lnTo>
                    <a:pt x="12" y="5108"/>
                  </a:lnTo>
                  <a:lnTo>
                    <a:pt x="119" y="5358"/>
                  </a:lnTo>
                  <a:lnTo>
                    <a:pt x="322" y="5608"/>
                  </a:lnTo>
                  <a:lnTo>
                    <a:pt x="619" y="5858"/>
                  </a:lnTo>
                  <a:lnTo>
                    <a:pt x="1238" y="6215"/>
                  </a:lnTo>
                  <a:lnTo>
                    <a:pt x="2405" y="6680"/>
                  </a:lnTo>
                  <a:lnTo>
                    <a:pt x="3906" y="7132"/>
                  </a:lnTo>
                  <a:lnTo>
                    <a:pt x="5751" y="7549"/>
                  </a:lnTo>
                  <a:lnTo>
                    <a:pt x="7894" y="7954"/>
                  </a:lnTo>
                  <a:lnTo>
                    <a:pt x="10323" y="8323"/>
                  </a:lnTo>
                  <a:lnTo>
                    <a:pt x="13026" y="8656"/>
                  </a:lnTo>
                  <a:lnTo>
                    <a:pt x="15967" y="8954"/>
                  </a:lnTo>
                  <a:lnTo>
                    <a:pt x="20777" y="9347"/>
                  </a:lnTo>
                  <a:lnTo>
                    <a:pt x="27921" y="9728"/>
                  </a:lnTo>
                  <a:lnTo>
                    <a:pt x="35685" y="9930"/>
                  </a:lnTo>
                  <a:lnTo>
                    <a:pt x="39769" y="9942"/>
                  </a:lnTo>
                  <a:lnTo>
                    <a:pt x="43853" y="9930"/>
                  </a:lnTo>
                  <a:lnTo>
                    <a:pt x="51628" y="9728"/>
                  </a:lnTo>
                  <a:lnTo>
                    <a:pt x="58760" y="9347"/>
                  </a:lnTo>
                  <a:lnTo>
                    <a:pt x="63570" y="8954"/>
                  </a:lnTo>
                  <a:lnTo>
                    <a:pt x="66523" y="8656"/>
                  </a:lnTo>
                  <a:lnTo>
                    <a:pt x="69226" y="8323"/>
                  </a:lnTo>
                  <a:lnTo>
                    <a:pt x="71655" y="7954"/>
                  </a:lnTo>
                  <a:lnTo>
                    <a:pt x="73798" y="7549"/>
                  </a:lnTo>
                  <a:lnTo>
                    <a:pt x="75632" y="7132"/>
                  </a:lnTo>
                  <a:lnTo>
                    <a:pt x="77144" y="6680"/>
                  </a:lnTo>
                  <a:lnTo>
                    <a:pt x="78299" y="6215"/>
                  </a:lnTo>
                  <a:lnTo>
                    <a:pt x="78918" y="5858"/>
                  </a:lnTo>
                  <a:lnTo>
                    <a:pt x="79228" y="5608"/>
                  </a:lnTo>
                  <a:lnTo>
                    <a:pt x="79430" y="5358"/>
                  </a:lnTo>
                  <a:lnTo>
                    <a:pt x="79537" y="5108"/>
                  </a:lnTo>
                  <a:lnTo>
                    <a:pt x="79537" y="4977"/>
                  </a:lnTo>
                  <a:lnTo>
                    <a:pt x="79537" y="4846"/>
                  </a:lnTo>
                  <a:lnTo>
                    <a:pt x="79430" y="4596"/>
                  </a:lnTo>
                  <a:lnTo>
                    <a:pt x="79228" y="4346"/>
                  </a:lnTo>
                  <a:lnTo>
                    <a:pt x="78918" y="4096"/>
                  </a:lnTo>
                  <a:lnTo>
                    <a:pt x="78299" y="3727"/>
                  </a:lnTo>
                  <a:lnTo>
                    <a:pt x="77144" y="3262"/>
                  </a:lnTo>
                  <a:lnTo>
                    <a:pt x="75632" y="2822"/>
                  </a:lnTo>
                  <a:lnTo>
                    <a:pt x="73798" y="2393"/>
                  </a:lnTo>
                  <a:lnTo>
                    <a:pt x="71655" y="2000"/>
                  </a:lnTo>
                  <a:lnTo>
                    <a:pt x="69226" y="1631"/>
                  </a:lnTo>
                  <a:lnTo>
                    <a:pt x="66523" y="1298"/>
                  </a:lnTo>
                  <a:lnTo>
                    <a:pt x="63570" y="988"/>
                  </a:lnTo>
                  <a:lnTo>
                    <a:pt x="58760" y="595"/>
                  </a:lnTo>
                  <a:lnTo>
                    <a:pt x="51628" y="214"/>
                  </a:lnTo>
                  <a:lnTo>
                    <a:pt x="43853" y="24"/>
                  </a:lnTo>
                  <a:lnTo>
                    <a:pt x="39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80;p23">
              <a:extLst>
                <a:ext uri="{FF2B5EF4-FFF2-40B4-BE49-F238E27FC236}">
                  <a16:creationId xmlns:a16="http://schemas.microsoft.com/office/drawing/2014/main" id="{895BABBE-AD9A-44C6-AAA0-C64D136A1591}"/>
                </a:ext>
              </a:extLst>
            </p:cNvPr>
            <p:cNvSpPr/>
            <p:nvPr/>
          </p:nvSpPr>
          <p:spPr>
            <a:xfrm>
              <a:off x="2176730" y="2255723"/>
              <a:ext cx="1970505" cy="1440027"/>
            </a:xfrm>
            <a:custGeom>
              <a:avLst/>
              <a:gdLst/>
              <a:ahLst/>
              <a:cxnLst/>
              <a:rect l="l" t="t" r="r" b="b"/>
              <a:pathLst>
                <a:path w="44627" h="32613" extrusionOk="0">
                  <a:moveTo>
                    <a:pt x="37518" y="0"/>
                  </a:moveTo>
                  <a:lnTo>
                    <a:pt x="0" y="15193"/>
                  </a:lnTo>
                  <a:lnTo>
                    <a:pt x="7109" y="32613"/>
                  </a:lnTo>
                  <a:lnTo>
                    <a:pt x="44627" y="17408"/>
                  </a:lnTo>
                  <a:lnTo>
                    <a:pt x="375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81;p23">
              <a:extLst>
                <a:ext uri="{FF2B5EF4-FFF2-40B4-BE49-F238E27FC236}">
                  <a16:creationId xmlns:a16="http://schemas.microsoft.com/office/drawing/2014/main" id="{BCD477A6-6800-4F80-93E6-56549C7022BC}"/>
                </a:ext>
              </a:extLst>
            </p:cNvPr>
            <p:cNvSpPr/>
            <p:nvPr/>
          </p:nvSpPr>
          <p:spPr>
            <a:xfrm>
              <a:off x="2342839" y="2427616"/>
              <a:ext cx="1637753" cy="1095176"/>
            </a:xfrm>
            <a:custGeom>
              <a:avLst/>
              <a:gdLst/>
              <a:ahLst/>
              <a:cxnLst/>
              <a:rect l="l" t="t" r="r" b="b"/>
              <a:pathLst>
                <a:path w="37091" h="24803" extrusionOk="0">
                  <a:moveTo>
                    <a:pt x="29601" y="1"/>
                  </a:moveTo>
                  <a:lnTo>
                    <a:pt x="24374" y="2120"/>
                  </a:lnTo>
                  <a:lnTo>
                    <a:pt x="7157" y="9086"/>
                  </a:lnTo>
                  <a:lnTo>
                    <a:pt x="1930" y="11193"/>
                  </a:lnTo>
                  <a:lnTo>
                    <a:pt x="2049" y="11526"/>
                  </a:lnTo>
                  <a:lnTo>
                    <a:pt x="2168" y="12205"/>
                  </a:lnTo>
                  <a:lnTo>
                    <a:pt x="2156" y="12884"/>
                  </a:lnTo>
                  <a:lnTo>
                    <a:pt x="2013" y="13527"/>
                  </a:lnTo>
                  <a:lnTo>
                    <a:pt x="1763" y="14146"/>
                  </a:lnTo>
                  <a:lnTo>
                    <a:pt x="1382" y="14694"/>
                  </a:lnTo>
                  <a:lnTo>
                    <a:pt x="906" y="15170"/>
                  </a:lnTo>
                  <a:lnTo>
                    <a:pt x="322" y="15551"/>
                  </a:lnTo>
                  <a:lnTo>
                    <a:pt x="1" y="15694"/>
                  </a:lnTo>
                  <a:lnTo>
                    <a:pt x="2966" y="22945"/>
                  </a:lnTo>
                  <a:lnTo>
                    <a:pt x="3299" y="22814"/>
                  </a:lnTo>
                  <a:lnTo>
                    <a:pt x="3966" y="22695"/>
                  </a:lnTo>
                  <a:lnTo>
                    <a:pt x="4644" y="22695"/>
                  </a:lnTo>
                  <a:lnTo>
                    <a:pt x="5299" y="22826"/>
                  </a:lnTo>
                  <a:lnTo>
                    <a:pt x="5907" y="23088"/>
                  </a:lnTo>
                  <a:lnTo>
                    <a:pt x="6466" y="23445"/>
                  </a:lnTo>
                  <a:lnTo>
                    <a:pt x="6942" y="23921"/>
                  </a:lnTo>
                  <a:lnTo>
                    <a:pt x="7335" y="24481"/>
                  </a:lnTo>
                  <a:lnTo>
                    <a:pt x="7490" y="24802"/>
                  </a:lnTo>
                  <a:lnTo>
                    <a:pt x="12705" y="22683"/>
                  </a:lnTo>
                  <a:lnTo>
                    <a:pt x="29934" y="15718"/>
                  </a:lnTo>
                  <a:lnTo>
                    <a:pt x="35150" y="13610"/>
                  </a:lnTo>
                  <a:lnTo>
                    <a:pt x="35030" y="13277"/>
                  </a:lnTo>
                  <a:lnTo>
                    <a:pt x="34923" y="12598"/>
                  </a:lnTo>
                  <a:lnTo>
                    <a:pt x="34935" y="11931"/>
                  </a:lnTo>
                  <a:lnTo>
                    <a:pt x="35078" y="11288"/>
                  </a:lnTo>
                  <a:lnTo>
                    <a:pt x="35340" y="10681"/>
                  </a:lnTo>
                  <a:lnTo>
                    <a:pt x="35721" y="10133"/>
                  </a:lnTo>
                  <a:lnTo>
                    <a:pt x="36197" y="9657"/>
                  </a:lnTo>
                  <a:lnTo>
                    <a:pt x="36769" y="9276"/>
                  </a:lnTo>
                  <a:lnTo>
                    <a:pt x="37090" y="9121"/>
                  </a:lnTo>
                  <a:lnTo>
                    <a:pt x="34126" y="1882"/>
                  </a:lnTo>
                  <a:lnTo>
                    <a:pt x="33792" y="2001"/>
                  </a:lnTo>
                  <a:lnTo>
                    <a:pt x="33113" y="2132"/>
                  </a:lnTo>
                  <a:lnTo>
                    <a:pt x="32435" y="2132"/>
                  </a:lnTo>
                  <a:lnTo>
                    <a:pt x="31780" y="1989"/>
                  </a:lnTo>
                  <a:lnTo>
                    <a:pt x="31173" y="1739"/>
                  </a:lnTo>
                  <a:lnTo>
                    <a:pt x="30613" y="1370"/>
                  </a:lnTo>
                  <a:lnTo>
                    <a:pt x="30137" y="894"/>
                  </a:lnTo>
                  <a:lnTo>
                    <a:pt x="29744" y="322"/>
                  </a:lnTo>
                  <a:lnTo>
                    <a:pt x="2960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82;p23">
              <a:extLst>
                <a:ext uri="{FF2B5EF4-FFF2-40B4-BE49-F238E27FC236}">
                  <a16:creationId xmlns:a16="http://schemas.microsoft.com/office/drawing/2014/main" id="{B66E8668-8128-45CC-9297-759A6170EB9F}"/>
                </a:ext>
              </a:extLst>
            </p:cNvPr>
            <p:cNvSpPr/>
            <p:nvPr/>
          </p:nvSpPr>
          <p:spPr>
            <a:xfrm>
              <a:off x="2855428" y="2695766"/>
              <a:ext cx="575737" cy="574147"/>
            </a:xfrm>
            <a:custGeom>
              <a:avLst/>
              <a:gdLst/>
              <a:ahLst/>
              <a:cxnLst/>
              <a:rect l="l" t="t" r="r" b="b"/>
              <a:pathLst>
                <a:path w="13039" h="13003" extrusionOk="0">
                  <a:moveTo>
                    <a:pt x="6288" y="0"/>
                  </a:moveTo>
                  <a:lnTo>
                    <a:pt x="5645" y="60"/>
                  </a:lnTo>
                  <a:lnTo>
                    <a:pt x="5014" y="179"/>
                  </a:lnTo>
                  <a:lnTo>
                    <a:pt x="4371" y="357"/>
                  </a:lnTo>
                  <a:lnTo>
                    <a:pt x="4061" y="476"/>
                  </a:lnTo>
                  <a:lnTo>
                    <a:pt x="3752" y="607"/>
                  </a:lnTo>
                  <a:lnTo>
                    <a:pt x="3168" y="917"/>
                  </a:lnTo>
                  <a:lnTo>
                    <a:pt x="2632" y="1274"/>
                  </a:lnTo>
                  <a:lnTo>
                    <a:pt x="2132" y="1691"/>
                  </a:lnTo>
                  <a:lnTo>
                    <a:pt x="1680" y="2131"/>
                  </a:lnTo>
                  <a:lnTo>
                    <a:pt x="1287" y="2620"/>
                  </a:lnTo>
                  <a:lnTo>
                    <a:pt x="930" y="3143"/>
                  </a:lnTo>
                  <a:lnTo>
                    <a:pt x="632" y="3691"/>
                  </a:lnTo>
                  <a:lnTo>
                    <a:pt x="394" y="4263"/>
                  </a:lnTo>
                  <a:lnTo>
                    <a:pt x="203" y="4858"/>
                  </a:lnTo>
                  <a:lnTo>
                    <a:pt x="72" y="5477"/>
                  </a:lnTo>
                  <a:lnTo>
                    <a:pt x="1" y="6096"/>
                  </a:lnTo>
                  <a:lnTo>
                    <a:pt x="1" y="6727"/>
                  </a:lnTo>
                  <a:lnTo>
                    <a:pt x="49" y="7370"/>
                  </a:lnTo>
                  <a:lnTo>
                    <a:pt x="168" y="8001"/>
                  </a:lnTo>
                  <a:lnTo>
                    <a:pt x="358" y="8632"/>
                  </a:lnTo>
                  <a:lnTo>
                    <a:pt x="477" y="8954"/>
                  </a:lnTo>
                  <a:lnTo>
                    <a:pt x="608" y="9252"/>
                  </a:lnTo>
                  <a:lnTo>
                    <a:pt x="918" y="9835"/>
                  </a:lnTo>
                  <a:lnTo>
                    <a:pt x="1275" y="10383"/>
                  </a:lnTo>
                  <a:lnTo>
                    <a:pt x="1680" y="10871"/>
                  </a:lnTo>
                  <a:lnTo>
                    <a:pt x="2132" y="11323"/>
                  </a:lnTo>
                  <a:lnTo>
                    <a:pt x="2620" y="11716"/>
                  </a:lnTo>
                  <a:lnTo>
                    <a:pt x="3144" y="12074"/>
                  </a:lnTo>
                  <a:lnTo>
                    <a:pt x="3692" y="12371"/>
                  </a:lnTo>
                  <a:lnTo>
                    <a:pt x="4275" y="12609"/>
                  </a:lnTo>
                  <a:lnTo>
                    <a:pt x="4871" y="12800"/>
                  </a:lnTo>
                  <a:lnTo>
                    <a:pt x="5490" y="12919"/>
                  </a:lnTo>
                  <a:lnTo>
                    <a:pt x="6109" y="12990"/>
                  </a:lnTo>
                  <a:lnTo>
                    <a:pt x="6752" y="13002"/>
                  </a:lnTo>
                  <a:lnTo>
                    <a:pt x="7383" y="12943"/>
                  </a:lnTo>
                  <a:lnTo>
                    <a:pt x="8026" y="12824"/>
                  </a:lnTo>
                  <a:lnTo>
                    <a:pt x="8657" y="12645"/>
                  </a:lnTo>
                  <a:lnTo>
                    <a:pt x="8979" y="12526"/>
                  </a:lnTo>
                  <a:lnTo>
                    <a:pt x="9276" y="12383"/>
                  </a:lnTo>
                  <a:lnTo>
                    <a:pt x="9860" y="12074"/>
                  </a:lnTo>
                  <a:lnTo>
                    <a:pt x="10407" y="11716"/>
                  </a:lnTo>
                  <a:lnTo>
                    <a:pt x="10907" y="11312"/>
                  </a:lnTo>
                  <a:lnTo>
                    <a:pt x="11348" y="10859"/>
                  </a:lnTo>
                  <a:lnTo>
                    <a:pt x="11753" y="10383"/>
                  </a:lnTo>
                  <a:lnTo>
                    <a:pt x="12098" y="9859"/>
                  </a:lnTo>
                  <a:lnTo>
                    <a:pt x="12396" y="9311"/>
                  </a:lnTo>
                  <a:lnTo>
                    <a:pt x="12646" y="8728"/>
                  </a:lnTo>
                  <a:lnTo>
                    <a:pt x="12824" y="8132"/>
                  </a:lnTo>
                  <a:lnTo>
                    <a:pt x="12955" y="7525"/>
                  </a:lnTo>
                  <a:lnTo>
                    <a:pt x="13027" y="6906"/>
                  </a:lnTo>
                  <a:lnTo>
                    <a:pt x="13039" y="6263"/>
                  </a:lnTo>
                  <a:lnTo>
                    <a:pt x="12979" y="5632"/>
                  </a:lnTo>
                  <a:lnTo>
                    <a:pt x="12872" y="4989"/>
                  </a:lnTo>
                  <a:lnTo>
                    <a:pt x="12682" y="4358"/>
                  </a:lnTo>
                  <a:lnTo>
                    <a:pt x="12563" y="4048"/>
                  </a:lnTo>
                  <a:lnTo>
                    <a:pt x="12432" y="3739"/>
                  </a:lnTo>
                  <a:lnTo>
                    <a:pt x="12122" y="3167"/>
                  </a:lnTo>
                  <a:lnTo>
                    <a:pt x="11753" y="2620"/>
                  </a:lnTo>
                  <a:lnTo>
                    <a:pt x="11348" y="2131"/>
                  </a:lnTo>
                  <a:lnTo>
                    <a:pt x="10896" y="1691"/>
                  </a:lnTo>
                  <a:lnTo>
                    <a:pt x="10407" y="1286"/>
                  </a:lnTo>
                  <a:lnTo>
                    <a:pt x="9895" y="941"/>
                  </a:lnTo>
                  <a:lnTo>
                    <a:pt x="9336" y="643"/>
                  </a:lnTo>
                  <a:lnTo>
                    <a:pt x="8764" y="405"/>
                  </a:lnTo>
                  <a:lnTo>
                    <a:pt x="8169" y="214"/>
                  </a:lnTo>
                  <a:lnTo>
                    <a:pt x="7550" y="83"/>
                  </a:lnTo>
                  <a:lnTo>
                    <a:pt x="6919" y="12"/>
                  </a:lnTo>
                  <a:lnTo>
                    <a:pt x="62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83;p23">
              <a:extLst>
                <a:ext uri="{FF2B5EF4-FFF2-40B4-BE49-F238E27FC236}">
                  <a16:creationId xmlns:a16="http://schemas.microsoft.com/office/drawing/2014/main" id="{F4E5361B-3E3C-4643-931C-0402D68DC93C}"/>
                </a:ext>
              </a:extLst>
            </p:cNvPr>
            <p:cNvSpPr/>
            <p:nvPr/>
          </p:nvSpPr>
          <p:spPr>
            <a:xfrm>
              <a:off x="3712378" y="2661590"/>
              <a:ext cx="111536" cy="109372"/>
            </a:xfrm>
            <a:custGeom>
              <a:avLst/>
              <a:gdLst/>
              <a:ahLst/>
              <a:cxnLst/>
              <a:rect l="l" t="t" r="r" b="b"/>
              <a:pathLst>
                <a:path w="2526" h="2477" extrusionOk="0">
                  <a:moveTo>
                    <a:pt x="1037" y="0"/>
                  </a:moveTo>
                  <a:lnTo>
                    <a:pt x="787" y="84"/>
                  </a:lnTo>
                  <a:lnTo>
                    <a:pt x="549" y="191"/>
                  </a:lnTo>
                  <a:lnTo>
                    <a:pt x="203" y="536"/>
                  </a:lnTo>
                  <a:lnTo>
                    <a:pt x="13" y="977"/>
                  </a:lnTo>
                  <a:lnTo>
                    <a:pt x="1" y="1477"/>
                  </a:lnTo>
                  <a:lnTo>
                    <a:pt x="84" y="1715"/>
                  </a:lnTo>
                  <a:lnTo>
                    <a:pt x="203" y="1941"/>
                  </a:lnTo>
                  <a:lnTo>
                    <a:pt x="561" y="2286"/>
                  </a:lnTo>
                  <a:lnTo>
                    <a:pt x="1001" y="2477"/>
                  </a:lnTo>
                  <a:lnTo>
                    <a:pt x="1501" y="2477"/>
                  </a:lnTo>
                  <a:lnTo>
                    <a:pt x="1739" y="2405"/>
                  </a:lnTo>
                  <a:lnTo>
                    <a:pt x="1977" y="2286"/>
                  </a:lnTo>
                  <a:lnTo>
                    <a:pt x="2323" y="1941"/>
                  </a:lnTo>
                  <a:lnTo>
                    <a:pt x="2513" y="1500"/>
                  </a:lnTo>
                  <a:lnTo>
                    <a:pt x="2525" y="1000"/>
                  </a:lnTo>
                  <a:lnTo>
                    <a:pt x="2442" y="762"/>
                  </a:lnTo>
                  <a:lnTo>
                    <a:pt x="2323" y="524"/>
                  </a:lnTo>
                  <a:lnTo>
                    <a:pt x="1977" y="179"/>
                  </a:lnTo>
                  <a:lnTo>
                    <a:pt x="15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84;p23">
              <a:extLst>
                <a:ext uri="{FF2B5EF4-FFF2-40B4-BE49-F238E27FC236}">
                  <a16:creationId xmlns:a16="http://schemas.microsoft.com/office/drawing/2014/main" id="{C40D80AD-23EE-4840-A18C-C8951140FCFC}"/>
                </a:ext>
              </a:extLst>
            </p:cNvPr>
            <p:cNvSpPr/>
            <p:nvPr/>
          </p:nvSpPr>
          <p:spPr>
            <a:xfrm>
              <a:off x="2457994" y="3168924"/>
              <a:ext cx="110962" cy="110432"/>
            </a:xfrm>
            <a:custGeom>
              <a:avLst/>
              <a:gdLst/>
              <a:ahLst/>
              <a:cxnLst/>
              <a:rect l="l" t="t" r="r" b="b"/>
              <a:pathLst>
                <a:path w="2513" h="2501" extrusionOk="0">
                  <a:moveTo>
                    <a:pt x="1036" y="0"/>
                  </a:moveTo>
                  <a:lnTo>
                    <a:pt x="786" y="95"/>
                  </a:lnTo>
                  <a:lnTo>
                    <a:pt x="548" y="203"/>
                  </a:lnTo>
                  <a:lnTo>
                    <a:pt x="191" y="548"/>
                  </a:lnTo>
                  <a:lnTo>
                    <a:pt x="12" y="1000"/>
                  </a:lnTo>
                  <a:lnTo>
                    <a:pt x="0" y="1489"/>
                  </a:lnTo>
                  <a:lnTo>
                    <a:pt x="84" y="1727"/>
                  </a:lnTo>
                  <a:lnTo>
                    <a:pt x="203" y="1965"/>
                  </a:lnTo>
                  <a:lnTo>
                    <a:pt x="548" y="2310"/>
                  </a:lnTo>
                  <a:lnTo>
                    <a:pt x="1001" y="2489"/>
                  </a:lnTo>
                  <a:lnTo>
                    <a:pt x="1489" y="2501"/>
                  </a:lnTo>
                  <a:lnTo>
                    <a:pt x="1739" y="2417"/>
                  </a:lnTo>
                  <a:lnTo>
                    <a:pt x="1965" y="2298"/>
                  </a:lnTo>
                  <a:lnTo>
                    <a:pt x="2322" y="1953"/>
                  </a:lnTo>
                  <a:lnTo>
                    <a:pt x="2513" y="1512"/>
                  </a:lnTo>
                  <a:lnTo>
                    <a:pt x="2513" y="1024"/>
                  </a:lnTo>
                  <a:lnTo>
                    <a:pt x="2441" y="774"/>
                  </a:lnTo>
                  <a:lnTo>
                    <a:pt x="2322" y="548"/>
                  </a:lnTo>
                  <a:lnTo>
                    <a:pt x="1977" y="191"/>
                  </a:lnTo>
                  <a:lnTo>
                    <a:pt x="1524" y="0"/>
                  </a:lnTo>
                  <a:close/>
                </a:path>
              </a:pathLst>
            </a:custGeom>
            <a:solidFill>
              <a:srgbClr val="0080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85;p23">
              <a:extLst>
                <a:ext uri="{FF2B5EF4-FFF2-40B4-BE49-F238E27FC236}">
                  <a16:creationId xmlns:a16="http://schemas.microsoft.com/office/drawing/2014/main" id="{EF5998E8-64B1-41C7-B7CE-FD6BAF73A619}"/>
                </a:ext>
              </a:extLst>
            </p:cNvPr>
            <p:cNvSpPr/>
            <p:nvPr/>
          </p:nvSpPr>
          <p:spPr>
            <a:xfrm>
              <a:off x="1938561" y="1641139"/>
              <a:ext cx="1901138" cy="1789116"/>
            </a:xfrm>
            <a:custGeom>
              <a:avLst/>
              <a:gdLst/>
              <a:ahLst/>
              <a:cxnLst/>
              <a:rect l="l" t="t" r="r" b="b"/>
              <a:pathLst>
                <a:path w="43056" h="40519" extrusionOk="0">
                  <a:moveTo>
                    <a:pt x="30768" y="0"/>
                  </a:moveTo>
                  <a:lnTo>
                    <a:pt x="1" y="26231"/>
                  </a:lnTo>
                  <a:lnTo>
                    <a:pt x="12300" y="40519"/>
                  </a:lnTo>
                  <a:lnTo>
                    <a:pt x="43055" y="14288"/>
                  </a:lnTo>
                  <a:lnTo>
                    <a:pt x="30768" y="0"/>
                  </a:lnTo>
                  <a:close/>
                </a:path>
              </a:pathLst>
            </a:custGeom>
            <a:solidFill>
              <a:srgbClr val="EE3E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86;p23">
              <a:extLst>
                <a:ext uri="{FF2B5EF4-FFF2-40B4-BE49-F238E27FC236}">
                  <a16:creationId xmlns:a16="http://schemas.microsoft.com/office/drawing/2014/main" id="{E95C05A8-1FBC-414E-935E-BB9451EF9656}"/>
                </a:ext>
              </a:extLst>
            </p:cNvPr>
            <p:cNvSpPr/>
            <p:nvPr/>
          </p:nvSpPr>
          <p:spPr>
            <a:xfrm>
              <a:off x="2159378" y="1862441"/>
              <a:ext cx="1462149" cy="1345977"/>
            </a:xfrm>
            <a:custGeom>
              <a:avLst/>
              <a:gdLst/>
              <a:ahLst/>
              <a:cxnLst/>
              <a:rect l="l" t="t" r="r" b="b"/>
              <a:pathLst>
                <a:path w="33114" h="30483" extrusionOk="0">
                  <a:moveTo>
                    <a:pt x="23076" y="1"/>
                  </a:moveTo>
                  <a:lnTo>
                    <a:pt x="18801" y="3656"/>
                  </a:lnTo>
                  <a:lnTo>
                    <a:pt x="4668" y="15694"/>
                  </a:lnTo>
                  <a:lnTo>
                    <a:pt x="405" y="19337"/>
                  </a:lnTo>
                  <a:lnTo>
                    <a:pt x="620" y="19611"/>
                  </a:lnTo>
                  <a:lnTo>
                    <a:pt x="953" y="20219"/>
                  </a:lnTo>
                  <a:lnTo>
                    <a:pt x="1155" y="20862"/>
                  </a:lnTo>
                  <a:lnTo>
                    <a:pt x="1227" y="21528"/>
                  </a:lnTo>
                  <a:lnTo>
                    <a:pt x="1179" y="22183"/>
                  </a:lnTo>
                  <a:lnTo>
                    <a:pt x="989" y="22826"/>
                  </a:lnTo>
                  <a:lnTo>
                    <a:pt x="691" y="23433"/>
                  </a:lnTo>
                  <a:lnTo>
                    <a:pt x="262" y="23981"/>
                  </a:lnTo>
                  <a:lnTo>
                    <a:pt x="0" y="24219"/>
                  </a:lnTo>
                  <a:lnTo>
                    <a:pt x="5120" y="30161"/>
                  </a:lnTo>
                  <a:lnTo>
                    <a:pt x="5394" y="29934"/>
                  </a:lnTo>
                  <a:lnTo>
                    <a:pt x="6001" y="29601"/>
                  </a:lnTo>
                  <a:lnTo>
                    <a:pt x="6632" y="29399"/>
                  </a:lnTo>
                  <a:lnTo>
                    <a:pt x="7299" y="29315"/>
                  </a:lnTo>
                  <a:lnTo>
                    <a:pt x="7954" y="29363"/>
                  </a:lnTo>
                  <a:lnTo>
                    <a:pt x="8597" y="29530"/>
                  </a:lnTo>
                  <a:lnTo>
                    <a:pt x="9204" y="29815"/>
                  </a:lnTo>
                  <a:lnTo>
                    <a:pt x="9752" y="30232"/>
                  </a:lnTo>
                  <a:lnTo>
                    <a:pt x="10002" y="30482"/>
                  </a:lnTo>
                  <a:lnTo>
                    <a:pt x="14288" y="26839"/>
                  </a:lnTo>
                  <a:lnTo>
                    <a:pt x="28410" y="14801"/>
                  </a:lnTo>
                  <a:lnTo>
                    <a:pt x="32696" y="11146"/>
                  </a:lnTo>
                  <a:lnTo>
                    <a:pt x="32482" y="10872"/>
                  </a:lnTo>
                  <a:lnTo>
                    <a:pt x="32160" y="10265"/>
                  </a:lnTo>
                  <a:lnTo>
                    <a:pt x="31970" y="9633"/>
                  </a:lnTo>
                  <a:lnTo>
                    <a:pt x="31899" y="8967"/>
                  </a:lnTo>
                  <a:lnTo>
                    <a:pt x="31958" y="8312"/>
                  </a:lnTo>
                  <a:lnTo>
                    <a:pt x="32137" y="7681"/>
                  </a:lnTo>
                  <a:lnTo>
                    <a:pt x="32434" y="7074"/>
                  </a:lnTo>
                  <a:lnTo>
                    <a:pt x="32851" y="6538"/>
                  </a:lnTo>
                  <a:lnTo>
                    <a:pt x="33113" y="6300"/>
                  </a:lnTo>
                  <a:lnTo>
                    <a:pt x="27993" y="358"/>
                  </a:lnTo>
                  <a:lnTo>
                    <a:pt x="27707" y="584"/>
                  </a:lnTo>
                  <a:lnTo>
                    <a:pt x="27100" y="918"/>
                  </a:lnTo>
                  <a:lnTo>
                    <a:pt x="26445" y="1120"/>
                  </a:lnTo>
                  <a:lnTo>
                    <a:pt x="25778" y="1192"/>
                  </a:lnTo>
                  <a:lnTo>
                    <a:pt x="25112" y="1144"/>
                  </a:lnTo>
                  <a:lnTo>
                    <a:pt x="24469" y="977"/>
                  </a:lnTo>
                  <a:lnTo>
                    <a:pt x="23861" y="680"/>
                  </a:lnTo>
                  <a:lnTo>
                    <a:pt x="23314" y="263"/>
                  </a:lnTo>
                  <a:lnTo>
                    <a:pt x="23076" y="1"/>
                  </a:lnTo>
                  <a:close/>
                </a:path>
              </a:pathLst>
            </a:custGeom>
            <a:solidFill>
              <a:srgbClr val="FF9D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87;p23">
              <a:extLst>
                <a:ext uri="{FF2B5EF4-FFF2-40B4-BE49-F238E27FC236}">
                  <a16:creationId xmlns:a16="http://schemas.microsoft.com/office/drawing/2014/main" id="{C2CD4950-478F-4CF1-993F-4EBEBF7587BA}"/>
                </a:ext>
              </a:extLst>
            </p:cNvPr>
            <p:cNvSpPr/>
            <p:nvPr/>
          </p:nvSpPr>
          <p:spPr>
            <a:xfrm>
              <a:off x="2585733" y="2262037"/>
              <a:ext cx="576267" cy="573088"/>
            </a:xfrm>
            <a:custGeom>
              <a:avLst/>
              <a:gdLst/>
              <a:ahLst/>
              <a:cxnLst/>
              <a:rect l="l" t="t" r="r" b="b"/>
              <a:pathLst>
                <a:path w="13051" h="12979" extrusionOk="0">
                  <a:moveTo>
                    <a:pt x="6716" y="0"/>
                  </a:moveTo>
                  <a:lnTo>
                    <a:pt x="6097" y="12"/>
                  </a:lnTo>
                  <a:lnTo>
                    <a:pt x="5466" y="83"/>
                  </a:lnTo>
                  <a:lnTo>
                    <a:pt x="4847" y="214"/>
                  </a:lnTo>
                  <a:lnTo>
                    <a:pt x="4240" y="405"/>
                  </a:lnTo>
                  <a:lnTo>
                    <a:pt x="3656" y="655"/>
                  </a:lnTo>
                  <a:lnTo>
                    <a:pt x="3085" y="965"/>
                  </a:lnTo>
                  <a:lnTo>
                    <a:pt x="2537" y="1334"/>
                  </a:lnTo>
                  <a:lnTo>
                    <a:pt x="2287" y="1548"/>
                  </a:lnTo>
                  <a:lnTo>
                    <a:pt x="2025" y="1774"/>
                  </a:lnTo>
                  <a:lnTo>
                    <a:pt x="1572" y="2250"/>
                  </a:lnTo>
                  <a:lnTo>
                    <a:pt x="1168" y="2762"/>
                  </a:lnTo>
                  <a:lnTo>
                    <a:pt x="834" y="3298"/>
                  </a:lnTo>
                  <a:lnTo>
                    <a:pt x="548" y="3870"/>
                  </a:lnTo>
                  <a:lnTo>
                    <a:pt x="322" y="4453"/>
                  </a:lnTo>
                  <a:lnTo>
                    <a:pt x="156" y="5060"/>
                  </a:lnTo>
                  <a:lnTo>
                    <a:pt x="48" y="5668"/>
                  </a:lnTo>
                  <a:lnTo>
                    <a:pt x="1" y="6299"/>
                  </a:lnTo>
                  <a:lnTo>
                    <a:pt x="1" y="6918"/>
                  </a:lnTo>
                  <a:lnTo>
                    <a:pt x="72" y="7537"/>
                  </a:lnTo>
                  <a:lnTo>
                    <a:pt x="215" y="8156"/>
                  </a:lnTo>
                  <a:lnTo>
                    <a:pt x="406" y="8752"/>
                  </a:lnTo>
                  <a:lnTo>
                    <a:pt x="656" y="9335"/>
                  </a:lnTo>
                  <a:lnTo>
                    <a:pt x="977" y="9906"/>
                  </a:lnTo>
                  <a:lnTo>
                    <a:pt x="1346" y="10442"/>
                  </a:lnTo>
                  <a:lnTo>
                    <a:pt x="1572" y="10704"/>
                  </a:lnTo>
                  <a:lnTo>
                    <a:pt x="1787" y="10954"/>
                  </a:lnTo>
                  <a:lnTo>
                    <a:pt x="2263" y="11407"/>
                  </a:lnTo>
                  <a:lnTo>
                    <a:pt x="2775" y="11812"/>
                  </a:lnTo>
                  <a:lnTo>
                    <a:pt x="3323" y="12145"/>
                  </a:lnTo>
                  <a:lnTo>
                    <a:pt x="3894" y="12431"/>
                  </a:lnTo>
                  <a:lnTo>
                    <a:pt x="4478" y="12657"/>
                  </a:lnTo>
                  <a:lnTo>
                    <a:pt x="5085" y="12824"/>
                  </a:lnTo>
                  <a:lnTo>
                    <a:pt x="5704" y="12931"/>
                  </a:lnTo>
                  <a:lnTo>
                    <a:pt x="6323" y="12978"/>
                  </a:lnTo>
                  <a:lnTo>
                    <a:pt x="6954" y="12966"/>
                  </a:lnTo>
                  <a:lnTo>
                    <a:pt x="7573" y="12895"/>
                  </a:lnTo>
                  <a:lnTo>
                    <a:pt x="8193" y="12764"/>
                  </a:lnTo>
                  <a:lnTo>
                    <a:pt x="8800" y="12574"/>
                  </a:lnTo>
                  <a:lnTo>
                    <a:pt x="9395" y="12324"/>
                  </a:lnTo>
                  <a:lnTo>
                    <a:pt x="9967" y="12014"/>
                  </a:lnTo>
                  <a:lnTo>
                    <a:pt x="10502" y="11633"/>
                  </a:lnTo>
                  <a:lnTo>
                    <a:pt x="10764" y="11419"/>
                  </a:lnTo>
                  <a:lnTo>
                    <a:pt x="11014" y="11192"/>
                  </a:lnTo>
                  <a:lnTo>
                    <a:pt x="11479" y="10728"/>
                  </a:lnTo>
                  <a:lnTo>
                    <a:pt x="11872" y="10216"/>
                  </a:lnTo>
                  <a:lnTo>
                    <a:pt x="12217" y="9668"/>
                  </a:lnTo>
                  <a:lnTo>
                    <a:pt x="12503" y="9109"/>
                  </a:lnTo>
                  <a:lnTo>
                    <a:pt x="12729" y="8525"/>
                  </a:lnTo>
                  <a:lnTo>
                    <a:pt x="12896" y="7918"/>
                  </a:lnTo>
                  <a:lnTo>
                    <a:pt x="13003" y="7299"/>
                  </a:lnTo>
                  <a:lnTo>
                    <a:pt x="13051" y="6680"/>
                  </a:lnTo>
                  <a:lnTo>
                    <a:pt x="13039" y="6061"/>
                  </a:lnTo>
                  <a:lnTo>
                    <a:pt x="12967" y="5441"/>
                  </a:lnTo>
                  <a:lnTo>
                    <a:pt x="12836" y="4822"/>
                  </a:lnTo>
                  <a:lnTo>
                    <a:pt x="12646" y="4215"/>
                  </a:lnTo>
                  <a:lnTo>
                    <a:pt x="12384" y="3632"/>
                  </a:lnTo>
                  <a:lnTo>
                    <a:pt x="12074" y="3060"/>
                  </a:lnTo>
                  <a:lnTo>
                    <a:pt x="11693" y="2524"/>
                  </a:lnTo>
                  <a:lnTo>
                    <a:pt x="11479" y="2262"/>
                  </a:lnTo>
                  <a:lnTo>
                    <a:pt x="11253" y="2012"/>
                  </a:lnTo>
                  <a:lnTo>
                    <a:pt x="10776" y="1560"/>
                  </a:lnTo>
                  <a:lnTo>
                    <a:pt x="10264" y="1167"/>
                  </a:lnTo>
                  <a:lnTo>
                    <a:pt x="9729" y="822"/>
                  </a:lnTo>
                  <a:lnTo>
                    <a:pt x="9157" y="548"/>
                  </a:lnTo>
                  <a:lnTo>
                    <a:pt x="8562" y="322"/>
                  </a:lnTo>
                  <a:lnTo>
                    <a:pt x="7954" y="155"/>
                  </a:lnTo>
                  <a:lnTo>
                    <a:pt x="7347" y="48"/>
                  </a:lnTo>
                  <a:lnTo>
                    <a:pt x="6716" y="0"/>
                  </a:lnTo>
                  <a:close/>
                </a:path>
              </a:pathLst>
            </a:custGeom>
            <a:solidFill>
              <a:srgbClr val="EE3E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88;p23">
              <a:extLst>
                <a:ext uri="{FF2B5EF4-FFF2-40B4-BE49-F238E27FC236}">
                  <a16:creationId xmlns:a16="http://schemas.microsoft.com/office/drawing/2014/main" id="{820CB2B6-8B97-4088-B319-31B3EAD1DB87}"/>
                </a:ext>
              </a:extLst>
            </p:cNvPr>
            <p:cNvSpPr/>
            <p:nvPr/>
          </p:nvSpPr>
          <p:spPr>
            <a:xfrm>
              <a:off x="3325982" y="2043297"/>
              <a:ext cx="112021" cy="110476"/>
            </a:xfrm>
            <a:custGeom>
              <a:avLst/>
              <a:gdLst/>
              <a:ahLst/>
              <a:cxnLst/>
              <a:rect l="l" t="t" r="r" b="b"/>
              <a:pathLst>
                <a:path w="2537" h="2502" extrusionOk="0">
                  <a:moveTo>
                    <a:pt x="1120" y="1"/>
                  </a:moveTo>
                  <a:lnTo>
                    <a:pt x="655" y="144"/>
                  </a:lnTo>
                  <a:lnTo>
                    <a:pt x="441" y="299"/>
                  </a:lnTo>
                  <a:lnTo>
                    <a:pt x="262" y="477"/>
                  </a:lnTo>
                  <a:lnTo>
                    <a:pt x="48" y="918"/>
                  </a:lnTo>
                  <a:lnTo>
                    <a:pt x="0" y="1394"/>
                  </a:lnTo>
                  <a:lnTo>
                    <a:pt x="155" y="1870"/>
                  </a:lnTo>
                  <a:lnTo>
                    <a:pt x="310" y="2073"/>
                  </a:lnTo>
                  <a:lnTo>
                    <a:pt x="489" y="2251"/>
                  </a:lnTo>
                  <a:lnTo>
                    <a:pt x="929" y="2466"/>
                  </a:lnTo>
                  <a:lnTo>
                    <a:pt x="1417" y="2501"/>
                  </a:lnTo>
                  <a:lnTo>
                    <a:pt x="1882" y="2358"/>
                  </a:lnTo>
                  <a:lnTo>
                    <a:pt x="2096" y="2204"/>
                  </a:lnTo>
                  <a:lnTo>
                    <a:pt x="2275" y="2025"/>
                  </a:lnTo>
                  <a:lnTo>
                    <a:pt x="2501" y="1584"/>
                  </a:lnTo>
                  <a:lnTo>
                    <a:pt x="2537" y="1108"/>
                  </a:lnTo>
                  <a:lnTo>
                    <a:pt x="2382" y="632"/>
                  </a:lnTo>
                  <a:lnTo>
                    <a:pt x="2227" y="430"/>
                  </a:lnTo>
                  <a:lnTo>
                    <a:pt x="2048" y="251"/>
                  </a:lnTo>
                  <a:lnTo>
                    <a:pt x="1608" y="37"/>
                  </a:lnTo>
                  <a:lnTo>
                    <a:pt x="1120" y="1"/>
                  </a:lnTo>
                  <a:close/>
                </a:path>
              </a:pathLst>
            </a:custGeom>
            <a:solidFill>
              <a:srgbClr val="EE3E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89;p23">
              <a:extLst>
                <a:ext uri="{FF2B5EF4-FFF2-40B4-BE49-F238E27FC236}">
                  <a16:creationId xmlns:a16="http://schemas.microsoft.com/office/drawing/2014/main" id="{61D0C88D-043F-406E-945E-509853C05B11}"/>
                </a:ext>
              </a:extLst>
            </p:cNvPr>
            <p:cNvSpPr/>
            <p:nvPr/>
          </p:nvSpPr>
          <p:spPr>
            <a:xfrm>
              <a:off x="2298155" y="2919716"/>
              <a:ext cx="111491" cy="110962"/>
            </a:xfrm>
            <a:custGeom>
              <a:avLst/>
              <a:gdLst/>
              <a:ahLst/>
              <a:cxnLst/>
              <a:rect l="l" t="t" r="r" b="b"/>
              <a:pathLst>
                <a:path w="2525" h="2513" extrusionOk="0">
                  <a:moveTo>
                    <a:pt x="1108" y="0"/>
                  </a:moveTo>
                  <a:lnTo>
                    <a:pt x="644" y="155"/>
                  </a:lnTo>
                  <a:lnTo>
                    <a:pt x="429" y="310"/>
                  </a:lnTo>
                  <a:lnTo>
                    <a:pt x="251" y="489"/>
                  </a:lnTo>
                  <a:lnTo>
                    <a:pt x="36" y="917"/>
                  </a:lnTo>
                  <a:lnTo>
                    <a:pt x="1" y="1405"/>
                  </a:lnTo>
                  <a:lnTo>
                    <a:pt x="144" y="1870"/>
                  </a:lnTo>
                  <a:lnTo>
                    <a:pt x="298" y="2072"/>
                  </a:lnTo>
                  <a:lnTo>
                    <a:pt x="477" y="2251"/>
                  </a:lnTo>
                  <a:lnTo>
                    <a:pt x="918" y="2477"/>
                  </a:lnTo>
                  <a:lnTo>
                    <a:pt x="1406" y="2513"/>
                  </a:lnTo>
                  <a:lnTo>
                    <a:pt x="1870" y="2358"/>
                  </a:lnTo>
                  <a:lnTo>
                    <a:pt x="2084" y="2215"/>
                  </a:lnTo>
                  <a:lnTo>
                    <a:pt x="2263" y="2036"/>
                  </a:lnTo>
                  <a:lnTo>
                    <a:pt x="2477" y="1596"/>
                  </a:lnTo>
                  <a:lnTo>
                    <a:pt x="2525" y="1108"/>
                  </a:lnTo>
                  <a:lnTo>
                    <a:pt x="2370" y="643"/>
                  </a:lnTo>
                  <a:lnTo>
                    <a:pt x="2215" y="441"/>
                  </a:lnTo>
                  <a:lnTo>
                    <a:pt x="2037" y="262"/>
                  </a:lnTo>
                  <a:lnTo>
                    <a:pt x="1596" y="36"/>
                  </a:lnTo>
                  <a:lnTo>
                    <a:pt x="1108" y="0"/>
                  </a:lnTo>
                  <a:close/>
                </a:path>
              </a:pathLst>
            </a:custGeom>
            <a:solidFill>
              <a:srgbClr val="F053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90;p23">
              <a:extLst>
                <a:ext uri="{FF2B5EF4-FFF2-40B4-BE49-F238E27FC236}">
                  <a16:creationId xmlns:a16="http://schemas.microsoft.com/office/drawing/2014/main" id="{31C1C292-0CA8-4EE8-969A-BB98B209B8AA}"/>
                </a:ext>
              </a:extLst>
            </p:cNvPr>
            <p:cNvSpPr/>
            <p:nvPr/>
          </p:nvSpPr>
          <p:spPr>
            <a:xfrm>
              <a:off x="983810" y="1450790"/>
              <a:ext cx="1321250" cy="1622520"/>
            </a:xfrm>
            <a:custGeom>
              <a:avLst/>
              <a:gdLst/>
              <a:ahLst/>
              <a:cxnLst/>
              <a:rect l="l" t="t" r="r" b="b"/>
              <a:pathLst>
                <a:path w="29923" h="36746" extrusionOk="0">
                  <a:moveTo>
                    <a:pt x="12896" y="1"/>
                  </a:moveTo>
                  <a:lnTo>
                    <a:pt x="12253" y="120"/>
                  </a:lnTo>
                  <a:lnTo>
                    <a:pt x="11646" y="370"/>
                  </a:lnTo>
                  <a:lnTo>
                    <a:pt x="11098" y="715"/>
                  </a:lnTo>
                  <a:lnTo>
                    <a:pt x="10634" y="1168"/>
                  </a:lnTo>
                  <a:lnTo>
                    <a:pt x="10264" y="1716"/>
                  </a:lnTo>
                  <a:lnTo>
                    <a:pt x="10134" y="2013"/>
                  </a:lnTo>
                  <a:lnTo>
                    <a:pt x="227" y="27041"/>
                  </a:lnTo>
                  <a:lnTo>
                    <a:pt x="108" y="27351"/>
                  </a:lnTo>
                  <a:lnTo>
                    <a:pt x="1" y="28006"/>
                  </a:lnTo>
                  <a:lnTo>
                    <a:pt x="37" y="28649"/>
                  </a:lnTo>
                  <a:lnTo>
                    <a:pt x="191" y="29268"/>
                  </a:lnTo>
                  <a:lnTo>
                    <a:pt x="465" y="29851"/>
                  </a:lnTo>
                  <a:lnTo>
                    <a:pt x="858" y="30387"/>
                  </a:lnTo>
                  <a:lnTo>
                    <a:pt x="1358" y="30851"/>
                  </a:lnTo>
                  <a:lnTo>
                    <a:pt x="1942" y="31220"/>
                  </a:lnTo>
                  <a:lnTo>
                    <a:pt x="2275" y="31363"/>
                  </a:lnTo>
                  <a:lnTo>
                    <a:pt x="15325" y="36483"/>
                  </a:lnTo>
                  <a:lnTo>
                    <a:pt x="15670" y="36614"/>
                  </a:lnTo>
                  <a:lnTo>
                    <a:pt x="16349" y="36745"/>
                  </a:lnTo>
                  <a:lnTo>
                    <a:pt x="17028" y="36733"/>
                  </a:lnTo>
                  <a:lnTo>
                    <a:pt x="17682" y="36614"/>
                  </a:lnTo>
                  <a:lnTo>
                    <a:pt x="18278" y="36376"/>
                  </a:lnTo>
                  <a:lnTo>
                    <a:pt x="18825" y="36019"/>
                  </a:lnTo>
                  <a:lnTo>
                    <a:pt x="19290" y="35566"/>
                  </a:lnTo>
                  <a:lnTo>
                    <a:pt x="19659" y="35031"/>
                  </a:lnTo>
                  <a:lnTo>
                    <a:pt x="19790" y="34721"/>
                  </a:lnTo>
                  <a:lnTo>
                    <a:pt x="29708" y="9705"/>
                  </a:lnTo>
                  <a:lnTo>
                    <a:pt x="29815" y="9383"/>
                  </a:lnTo>
                  <a:lnTo>
                    <a:pt x="29923" y="8741"/>
                  </a:lnTo>
                  <a:lnTo>
                    <a:pt x="29899" y="8086"/>
                  </a:lnTo>
                  <a:lnTo>
                    <a:pt x="29732" y="7466"/>
                  </a:lnTo>
                  <a:lnTo>
                    <a:pt x="29458" y="6871"/>
                  </a:lnTo>
                  <a:lnTo>
                    <a:pt x="29065" y="6335"/>
                  </a:lnTo>
                  <a:lnTo>
                    <a:pt x="28565" y="5883"/>
                  </a:lnTo>
                  <a:lnTo>
                    <a:pt x="27982" y="5514"/>
                  </a:lnTo>
                  <a:lnTo>
                    <a:pt x="27648" y="5371"/>
                  </a:lnTo>
                  <a:lnTo>
                    <a:pt x="14599" y="251"/>
                  </a:lnTo>
                  <a:lnTo>
                    <a:pt x="14265" y="120"/>
                  </a:lnTo>
                  <a:lnTo>
                    <a:pt x="135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91;p23">
              <a:extLst>
                <a:ext uri="{FF2B5EF4-FFF2-40B4-BE49-F238E27FC236}">
                  <a16:creationId xmlns:a16="http://schemas.microsoft.com/office/drawing/2014/main" id="{C9DFA1BD-1923-4A0F-85A9-A8AED7E3704C}"/>
                </a:ext>
              </a:extLst>
            </p:cNvPr>
            <p:cNvSpPr/>
            <p:nvPr/>
          </p:nvSpPr>
          <p:spPr>
            <a:xfrm>
              <a:off x="1094770" y="1465537"/>
              <a:ext cx="715046" cy="1441617"/>
            </a:xfrm>
            <a:custGeom>
              <a:avLst/>
              <a:gdLst/>
              <a:ahLst/>
              <a:cxnLst/>
              <a:rect l="l" t="t" r="r" b="b"/>
              <a:pathLst>
                <a:path w="16194" h="32649" extrusionOk="0">
                  <a:moveTo>
                    <a:pt x="12336" y="0"/>
                  </a:moveTo>
                  <a:lnTo>
                    <a:pt x="0" y="31125"/>
                  </a:lnTo>
                  <a:lnTo>
                    <a:pt x="3858" y="32649"/>
                  </a:lnTo>
                  <a:lnTo>
                    <a:pt x="16193" y="1524"/>
                  </a:lnTo>
                  <a:lnTo>
                    <a:pt x="12336" y="0"/>
                  </a:lnTo>
                  <a:close/>
                </a:path>
              </a:pathLst>
            </a:custGeom>
            <a:solidFill>
              <a:srgbClr val="2A44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92;p23">
              <a:extLst>
                <a:ext uri="{FF2B5EF4-FFF2-40B4-BE49-F238E27FC236}">
                  <a16:creationId xmlns:a16="http://schemas.microsoft.com/office/drawing/2014/main" id="{947B3BC2-AAB1-4243-8DC8-AB03881C3FAD}"/>
                </a:ext>
              </a:extLst>
            </p:cNvPr>
            <p:cNvSpPr/>
            <p:nvPr/>
          </p:nvSpPr>
          <p:spPr>
            <a:xfrm>
              <a:off x="1407030" y="1746270"/>
              <a:ext cx="493741" cy="1038393"/>
            </a:xfrm>
            <a:custGeom>
              <a:avLst/>
              <a:gdLst/>
              <a:ahLst/>
              <a:cxnLst/>
              <a:rect l="l" t="t" r="r" b="b"/>
              <a:pathLst>
                <a:path w="11182" h="23517" extrusionOk="0">
                  <a:moveTo>
                    <a:pt x="8978" y="1"/>
                  </a:moveTo>
                  <a:lnTo>
                    <a:pt x="1" y="22659"/>
                  </a:lnTo>
                  <a:lnTo>
                    <a:pt x="2204" y="23516"/>
                  </a:lnTo>
                  <a:lnTo>
                    <a:pt x="11181" y="870"/>
                  </a:lnTo>
                  <a:lnTo>
                    <a:pt x="89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93;p23">
              <a:extLst>
                <a:ext uri="{FF2B5EF4-FFF2-40B4-BE49-F238E27FC236}">
                  <a16:creationId xmlns:a16="http://schemas.microsoft.com/office/drawing/2014/main" id="{EE709D05-A37C-48ED-BBFD-9D9DAD396369}"/>
                </a:ext>
              </a:extLst>
            </p:cNvPr>
            <p:cNvSpPr/>
            <p:nvPr/>
          </p:nvSpPr>
          <p:spPr>
            <a:xfrm>
              <a:off x="1730373" y="1266798"/>
              <a:ext cx="1567812" cy="1962116"/>
            </a:xfrm>
            <a:custGeom>
              <a:avLst/>
              <a:gdLst/>
              <a:ahLst/>
              <a:cxnLst/>
              <a:rect l="l" t="t" r="r" b="b"/>
              <a:pathLst>
                <a:path w="35507" h="44437" extrusionOk="0">
                  <a:moveTo>
                    <a:pt x="18765" y="1"/>
                  </a:moveTo>
                  <a:lnTo>
                    <a:pt x="0" y="35733"/>
                  </a:lnTo>
                  <a:lnTo>
                    <a:pt x="16741" y="44437"/>
                  </a:lnTo>
                  <a:lnTo>
                    <a:pt x="35506" y="8704"/>
                  </a:lnTo>
                  <a:lnTo>
                    <a:pt x="187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94;p23">
              <a:extLst>
                <a:ext uri="{FF2B5EF4-FFF2-40B4-BE49-F238E27FC236}">
                  <a16:creationId xmlns:a16="http://schemas.microsoft.com/office/drawing/2014/main" id="{3A16B5E0-E923-40FA-92EE-405FB7236792}"/>
                </a:ext>
              </a:extLst>
            </p:cNvPr>
            <p:cNvSpPr/>
            <p:nvPr/>
          </p:nvSpPr>
          <p:spPr>
            <a:xfrm>
              <a:off x="1920679" y="1450304"/>
              <a:ext cx="1187725" cy="1595629"/>
            </a:xfrm>
            <a:custGeom>
              <a:avLst/>
              <a:gdLst/>
              <a:ahLst/>
              <a:cxnLst/>
              <a:rect l="l" t="t" r="r" b="b"/>
              <a:pathLst>
                <a:path w="26899" h="36137" extrusionOk="0">
                  <a:moveTo>
                    <a:pt x="18504" y="0"/>
                  </a:moveTo>
                  <a:lnTo>
                    <a:pt x="18325" y="322"/>
                  </a:lnTo>
                  <a:lnTo>
                    <a:pt x="17885" y="857"/>
                  </a:lnTo>
                  <a:lnTo>
                    <a:pt x="17373" y="1286"/>
                  </a:lnTo>
                  <a:lnTo>
                    <a:pt x="16777" y="1596"/>
                  </a:lnTo>
                  <a:lnTo>
                    <a:pt x="16146" y="1798"/>
                  </a:lnTo>
                  <a:lnTo>
                    <a:pt x="15479" y="1881"/>
                  </a:lnTo>
                  <a:lnTo>
                    <a:pt x="14813" y="1834"/>
                  </a:lnTo>
                  <a:lnTo>
                    <a:pt x="14134" y="1643"/>
                  </a:lnTo>
                  <a:lnTo>
                    <a:pt x="13813" y="1488"/>
                  </a:lnTo>
                  <a:lnTo>
                    <a:pt x="11217" y="6465"/>
                  </a:lnTo>
                  <a:lnTo>
                    <a:pt x="2608" y="22873"/>
                  </a:lnTo>
                  <a:lnTo>
                    <a:pt x="1" y="27838"/>
                  </a:lnTo>
                  <a:lnTo>
                    <a:pt x="310" y="28017"/>
                  </a:lnTo>
                  <a:lnTo>
                    <a:pt x="846" y="28457"/>
                  </a:lnTo>
                  <a:lnTo>
                    <a:pt x="1263" y="28981"/>
                  </a:lnTo>
                  <a:lnTo>
                    <a:pt x="1584" y="29564"/>
                  </a:lnTo>
                  <a:lnTo>
                    <a:pt x="1775" y="30196"/>
                  </a:lnTo>
                  <a:lnTo>
                    <a:pt x="1858" y="30862"/>
                  </a:lnTo>
                  <a:lnTo>
                    <a:pt x="1799" y="31529"/>
                  </a:lnTo>
                  <a:lnTo>
                    <a:pt x="1608" y="32196"/>
                  </a:lnTo>
                  <a:lnTo>
                    <a:pt x="1453" y="32517"/>
                  </a:lnTo>
                  <a:lnTo>
                    <a:pt x="8419" y="36137"/>
                  </a:lnTo>
                  <a:lnTo>
                    <a:pt x="8585" y="35839"/>
                  </a:lnTo>
                  <a:lnTo>
                    <a:pt x="9014" y="35304"/>
                  </a:lnTo>
                  <a:lnTo>
                    <a:pt x="9538" y="34875"/>
                  </a:lnTo>
                  <a:lnTo>
                    <a:pt x="10121" y="34553"/>
                  </a:lnTo>
                  <a:lnTo>
                    <a:pt x="10752" y="34351"/>
                  </a:lnTo>
                  <a:lnTo>
                    <a:pt x="11419" y="34280"/>
                  </a:lnTo>
                  <a:lnTo>
                    <a:pt x="12086" y="34315"/>
                  </a:lnTo>
                  <a:lnTo>
                    <a:pt x="12753" y="34494"/>
                  </a:lnTo>
                  <a:lnTo>
                    <a:pt x="13074" y="34637"/>
                  </a:lnTo>
                  <a:lnTo>
                    <a:pt x="15682" y="29672"/>
                  </a:lnTo>
                  <a:lnTo>
                    <a:pt x="24290" y="13264"/>
                  </a:lnTo>
                  <a:lnTo>
                    <a:pt x="26898" y="8299"/>
                  </a:lnTo>
                  <a:lnTo>
                    <a:pt x="26588" y="8120"/>
                  </a:lnTo>
                  <a:lnTo>
                    <a:pt x="26065" y="7680"/>
                  </a:lnTo>
                  <a:lnTo>
                    <a:pt x="25648" y="7156"/>
                  </a:lnTo>
                  <a:lnTo>
                    <a:pt x="25338" y="6573"/>
                  </a:lnTo>
                  <a:lnTo>
                    <a:pt x="25148" y="5942"/>
                  </a:lnTo>
                  <a:lnTo>
                    <a:pt x="25076" y="5287"/>
                  </a:lnTo>
                  <a:lnTo>
                    <a:pt x="25124" y="4608"/>
                  </a:lnTo>
                  <a:lnTo>
                    <a:pt x="25314" y="3953"/>
                  </a:lnTo>
                  <a:lnTo>
                    <a:pt x="25469" y="3632"/>
                  </a:lnTo>
                  <a:lnTo>
                    <a:pt x="1850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95;p23">
              <a:extLst>
                <a:ext uri="{FF2B5EF4-FFF2-40B4-BE49-F238E27FC236}">
                  <a16:creationId xmlns:a16="http://schemas.microsoft.com/office/drawing/2014/main" id="{6A35DC57-43F2-485E-A5FB-2F8674312539}"/>
                </a:ext>
              </a:extLst>
            </p:cNvPr>
            <p:cNvSpPr/>
            <p:nvPr/>
          </p:nvSpPr>
          <p:spPr>
            <a:xfrm>
              <a:off x="2216690" y="1978655"/>
              <a:ext cx="576753" cy="573618"/>
            </a:xfrm>
            <a:custGeom>
              <a:avLst/>
              <a:gdLst/>
              <a:ahLst/>
              <a:cxnLst/>
              <a:rect l="l" t="t" r="r" b="b"/>
              <a:pathLst>
                <a:path w="13062" h="12991" extrusionOk="0">
                  <a:moveTo>
                    <a:pt x="6739" y="0"/>
                  </a:moveTo>
                  <a:lnTo>
                    <a:pt x="6108" y="12"/>
                  </a:lnTo>
                  <a:lnTo>
                    <a:pt x="5489" y="84"/>
                  </a:lnTo>
                  <a:lnTo>
                    <a:pt x="4870" y="215"/>
                  </a:lnTo>
                  <a:lnTo>
                    <a:pt x="4275" y="393"/>
                  </a:lnTo>
                  <a:lnTo>
                    <a:pt x="3691" y="643"/>
                  </a:lnTo>
                  <a:lnTo>
                    <a:pt x="3144" y="941"/>
                  </a:lnTo>
                  <a:lnTo>
                    <a:pt x="2620" y="1286"/>
                  </a:lnTo>
                  <a:lnTo>
                    <a:pt x="2132" y="1691"/>
                  </a:lnTo>
                  <a:lnTo>
                    <a:pt x="1679" y="2144"/>
                  </a:lnTo>
                  <a:lnTo>
                    <a:pt x="1262" y="2644"/>
                  </a:lnTo>
                  <a:lnTo>
                    <a:pt x="905" y="3191"/>
                  </a:lnTo>
                  <a:lnTo>
                    <a:pt x="738" y="3489"/>
                  </a:lnTo>
                  <a:lnTo>
                    <a:pt x="596" y="3787"/>
                  </a:lnTo>
                  <a:lnTo>
                    <a:pt x="345" y="4406"/>
                  </a:lnTo>
                  <a:lnTo>
                    <a:pt x="167" y="5025"/>
                  </a:lnTo>
                  <a:lnTo>
                    <a:pt x="48" y="5656"/>
                  </a:lnTo>
                  <a:lnTo>
                    <a:pt x="0" y="6287"/>
                  </a:lnTo>
                  <a:lnTo>
                    <a:pt x="12" y="6906"/>
                  </a:lnTo>
                  <a:lnTo>
                    <a:pt x="84" y="7537"/>
                  </a:lnTo>
                  <a:lnTo>
                    <a:pt x="215" y="8145"/>
                  </a:lnTo>
                  <a:lnTo>
                    <a:pt x="393" y="8740"/>
                  </a:lnTo>
                  <a:lnTo>
                    <a:pt x="643" y="9311"/>
                  </a:lnTo>
                  <a:lnTo>
                    <a:pt x="941" y="9859"/>
                  </a:lnTo>
                  <a:lnTo>
                    <a:pt x="1298" y="10383"/>
                  </a:lnTo>
                  <a:lnTo>
                    <a:pt x="1703" y="10871"/>
                  </a:lnTo>
                  <a:lnTo>
                    <a:pt x="2155" y="11324"/>
                  </a:lnTo>
                  <a:lnTo>
                    <a:pt x="2655" y="11728"/>
                  </a:lnTo>
                  <a:lnTo>
                    <a:pt x="3215" y="12098"/>
                  </a:lnTo>
                  <a:lnTo>
                    <a:pt x="3513" y="12252"/>
                  </a:lnTo>
                  <a:lnTo>
                    <a:pt x="3810" y="12407"/>
                  </a:lnTo>
                  <a:lnTo>
                    <a:pt x="4430" y="12645"/>
                  </a:lnTo>
                  <a:lnTo>
                    <a:pt x="5049" y="12824"/>
                  </a:lnTo>
                  <a:lnTo>
                    <a:pt x="5680" y="12943"/>
                  </a:lnTo>
                  <a:lnTo>
                    <a:pt x="6323" y="12991"/>
                  </a:lnTo>
                  <a:lnTo>
                    <a:pt x="6954" y="12979"/>
                  </a:lnTo>
                  <a:lnTo>
                    <a:pt x="7573" y="12907"/>
                  </a:lnTo>
                  <a:lnTo>
                    <a:pt x="8192" y="12776"/>
                  </a:lnTo>
                  <a:lnTo>
                    <a:pt x="8787" y="12598"/>
                  </a:lnTo>
                  <a:lnTo>
                    <a:pt x="9371" y="12348"/>
                  </a:lnTo>
                  <a:lnTo>
                    <a:pt x="9919" y="12050"/>
                  </a:lnTo>
                  <a:lnTo>
                    <a:pt x="10442" y="11705"/>
                  </a:lnTo>
                  <a:lnTo>
                    <a:pt x="10931" y="11300"/>
                  </a:lnTo>
                  <a:lnTo>
                    <a:pt x="11383" y="10847"/>
                  </a:lnTo>
                  <a:lnTo>
                    <a:pt x="11800" y="10347"/>
                  </a:lnTo>
                  <a:lnTo>
                    <a:pt x="12157" y="9800"/>
                  </a:lnTo>
                  <a:lnTo>
                    <a:pt x="12324" y="9502"/>
                  </a:lnTo>
                  <a:lnTo>
                    <a:pt x="12467" y="9204"/>
                  </a:lnTo>
                  <a:lnTo>
                    <a:pt x="12717" y="8585"/>
                  </a:lnTo>
                  <a:lnTo>
                    <a:pt x="12895" y="7966"/>
                  </a:lnTo>
                  <a:lnTo>
                    <a:pt x="13014" y="7335"/>
                  </a:lnTo>
                  <a:lnTo>
                    <a:pt x="13062" y="6704"/>
                  </a:lnTo>
                  <a:lnTo>
                    <a:pt x="13050" y="6085"/>
                  </a:lnTo>
                  <a:lnTo>
                    <a:pt x="12979" y="5454"/>
                  </a:lnTo>
                  <a:lnTo>
                    <a:pt x="12848" y="4846"/>
                  </a:lnTo>
                  <a:lnTo>
                    <a:pt x="12669" y="4251"/>
                  </a:lnTo>
                  <a:lnTo>
                    <a:pt x="12419" y="3680"/>
                  </a:lnTo>
                  <a:lnTo>
                    <a:pt x="12121" y="3132"/>
                  </a:lnTo>
                  <a:lnTo>
                    <a:pt x="11764" y="2608"/>
                  </a:lnTo>
                  <a:lnTo>
                    <a:pt x="11359" y="2120"/>
                  </a:lnTo>
                  <a:lnTo>
                    <a:pt x="10907" y="1667"/>
                  </a:lnTo>
                  <a:lnTo>
                    <a:pt x="10407" y="1262"/>
                  </a:lnTo>
                  <a:lnTo>
                    <a:pt x="9847" y="893"/>
                  </a:lnTo>
                  <a:lnTo>
                    <a:pt x="9549" y="739"/>
                  </a:lnTo>
                  <a:lnTo>
                    <a:pt x="9252" y="584"/>
                  </a:lnTo>
                  <a:lnTo>
                    <a:pt x="8633" y="346"/>
                  </a:lnTo>
                  <a:lnTo>
                    <a:pt x="8013" y="167"/>
                  </a:lnTo>
                  <a:lnTo>
                    <a:pt x="7382" y="48"/>
                  </a:lnTo>
                  <a:lnTo>
                    <a:pt x="67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96;p23">
              <a:extLst>
                <a:ext uri="{FF2B5EF4-FFF2-40B4-BE49-F238E27FC236}">
                  <a16:creationId xmlns:a16="http://schemas.microsoft.com/office/drawing/2014/main" id="{4ED445B5-B4BF-4FBD-9A9C-B93888C3B409}"/>
                </a:ext>
              </a:extLst>
            </p:cNvPr>
            <p:cNvSpPr/>
            <p:nvPr/>
          </p:nvSpPr>
          <p:spPr>
            <a:xfrm>
              <a:off x="2752416" y="1604314"/>
              <a:ext cx="112021" cy="111006"/>
            </a:xfrm>
            <a:custGeom>
              <a:avLst/>
              <a:gdLst/>
              <a:ahLst/>
              <a:cxnLst/>
              <a:rect l="l" t="t" r="r" b="b"/>
              <a:pathLst>
                <a:path w="2537" h="2514" extrusionOk="0">
                  <a:moveTo>
                    <a:pt x="1119" y="1"/>
                  </a:moveTo>
                  <a:lnTo>
                    <a:pt x="655" y="144"/>
                  </a:lnTo>
                  <a:lnTo>
                    <a:pt x="274" y="465"/>
                  </a:lnTo>
                  <a:lnTo>
                    <a:pt x="143" y="691"/>
                  </a:lnTo>
                  <a:lnTo>
                    <a:pt x="36" y="918"/>
                  </a:lnTo>
                  <a:lnTo>
                    <a:pt x="0" y="1406"/>
                  </a:lnTo>
                  <a:lnTo>
                    <a:pt x="143" y="1870"/>
                  </a:lnTo>
                  <a:lnTo>
                    <a:pt x="453" y="2251"/>
                  </a:lnTo>
                  <a:lnTo>
                    <a:pt x="679" y="2382"/>
                  </a:lnTo>
                  <a:lnTo>
                    <a:pt x="917" y="2477"/>
                  </a:lnTo>
                  <a:lnTo>
                    <a:pt x="1405" y="2513"/>
                  </a:lnTo>
                  <a:lnTo>
                    <a:pt x="1870" y="2370"/>
                  </a:lnTo>
                  <a:lnTo>
                    <a:pt x="2251" y="2061"/>
                  </a:lnTo>
                  <a:lnTo>
                    <a:pt x="2393" y="1846"/>
                  </a:lnTo>
                  <a:lnTo>
                    <a:pt x="2501" y="1608"/>
                  </a:lnTo>
                  <a:lnTo>
                    <a:pt x="2536" y="1132"/>
                  </a:lnTo>
                  <a:lnTo>
                    <a:pt x="2393" y="668"/>
                  </a:lnTo>
                  <a:lnTo>
                    <a:pt x="2072" y="286"/>
                  </a:lnTo>
                  <a:lnTo>
                    <a:pt x="1858" y="156"/>
                  </a:lnTo>
                  <a:lnTo>
                    <a:pt x="1619" y="48"/>
                  </a:lnTo>
                  <a:lnTo>
                    <a:pt x="1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97;p23">
              <a:extLst>
                <a:ext uri="{FF2B5EF4-FFF2-40B4-BE49-F238E27FC236}">
                  <a16:creationId xmlns:a16="http://schemas.microsoft.com/office/drawing/2014/main" id="{A6EDC15E-15ED-4399-BBCA-26D60B631F4C}"/>
                </a:ext>
              </a:extLst>
            </p:cNvPr>
            <p:cNvSpPr/>
            <p:nvPr/>
          </p:nvSpPr>
          <p:spPr>
            <a:xfrm>
              <a:off x="2125202" y="2798248"/>
              <a:ext cx="112551" cy="111536"/>
            </a:xfrm>
            <a:custGeom>
              <a:avLst/>
              <a:gdLst/>
              <a:ahLst/>
              <a:cxnLst/>
              <a:rect l="l" t="t" r="r" b="b"/>
              <a:pathLst>
                <a:path w="2549" h="2526" extrusionOk="0">
                  <a:moveTo>
                    <a:pt x="1132" y="1"/>
                  </a:moveTo>
                  <a:lnTo>
                    <a:pt x="667" y="156"/>
                  </a:lnTo>
                  <a:lnTo>
                    <a:pt x="286" y="465"/>
                  </a:lnTo>
                  <a:lnTo>
                    <a:pt x="155" y="692"/>
                  </a:lnTo>
                  <a:lnTo>
                    <a:pt x="48" y="918"/>
                  </a:lnTo>
                  <a:lnTo>
                    <a:pt x="0" y="1406"/>
                  </a:lnTo>
                  <a:lnTo>
                    <a:pt x="143" y="1870"/>
                  </a:lnTo>
                  <a:lnTo>
                    <a:pt x="465" y="2251"/>
                  </a:lnTo>
                  <a:lnTo>
                    <a:pt x="679" y="2382"/>
                  </a:lnTo>
                  <a:lnTo>
                    <a:pt x="929" y="2489"/>
                  </a:lnTo>
                  <a:lnTo>
                    <a:pt x="1417" y="2525"/>
                  </a:lnTo>
                  <a:lnTo>
                    <a:pt x="1882" y="2382"/>
                  </a:lnTo>
                  <a:lnTo>
                    <a:pt x="2263" y="2061"/>
                  </a:lnTo>
                  <a:lnTo>
                    <a:pt x="2394" y="1846"/>
                  </a:lnTo>
                  <a:lnTo>
                    <a:pt x="2501" y="1620"/>
                  </a:lnTo>
                  <a:lnTo>
                    <a:pt x="2548" y="1132"/>
                  </a:lnTo>
                  <a:lnTo>
                    <a:pt x="2394" y="668"/>
                  </a:lnTo>
                  <a:lnTo>
                    <a:pt x="2084" y="287"/>
                  </a:lnTo>
                  <a:lnTo>
                    <a:pt x="1858" y="156"/>
                  </a:lnTo>
                  <a:lnTo>
                    <a:pt x="1620" y="49"/>
                  </a:lnTo>
                  <a:lnTo>
                    <a:pt x="11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98;p23">
              <a:extLst>
                <a:ext uri="{FF2B5EF4-FFF2-40B4-BE49-F238E27FC236}">
                  <a16:creationId xmlns:a16="http://schemas.microsoft.com/office/drawing/2014/main" id="{7B94C093-C939-47AB-A1CA-F8F9217EBF6E}"/>
                </a:ext>
              </a:extLst>
            </p:cNvPr>
            <p:cNvSpPr/>
            <p:nvPr/>
          </p:nvSpPr>
          <p:spPr>
            <a:xfrm>
              <a:off x="1307683" y="2858209"/>
              <a:ext cx="1884844" cy="1643493"/>
            </a:xfrm>
            <a:custGeom>
              <a:avLst/>
              <a:gdLst/>
              <a:ahLst/>
              <a:cxnLst/>
              <a:rect l="l" t="t" r="r" b="b"/>
              <a:pathLst>
                <a:path w="42687" h="37221" extrusionOk="0">
                  <a:moveTo>
                    <a:pt x="0" y="0"/>
                  </a:moveTo>
                  <a:lnTo>
                    <a:pt x="0" y="37221"/>
                  </a:lnTo>
                  <a:lnTo>
                    <a:pt x="40079" y="37221"/>
                  </a:lnTo>
                  <a:lnTo>
                    <a:pt x="40352" y="37209"/>
                  </a:lnTo>
                  <a:lnTo>
                    <a:pt x="40864" y="37114"/>
                  </a:lnTo>
                  <a:lnTo>
                    <a:pt x="41329" y="36911"/>
                  </a:lnTo>
                  <a:lnTo>
                    <a:pt x="41745" y="36637"/>
                  </a:lnTo>
                  <a:lnTo>
                    <a:pt x="42091" y="36280"/>
                  </a:lnTo>
                  <a:lnTo>
                    <a:pt x="42377" y="35875"/>
                  </a:lnTo>
                  <a:lnTo>
                    <a:pt x="42579" y="35411"/>
                  </a:lnTo>
                  <a:lnTo>
                    <a:pt x="42674" y="34899"/>
                  </a:lnTo>
                  <a:lnTo>
                    <a:pt x="42686" y="34637"/>
                  </a:lnTo>
                  <a:lnTo>
                    <a:pt x="42686" y="2596"/>
                  </a:lnTo>
                  <a:lnTo>
                    <a:pt x="42674" y="2322"/>
                  </a:lnTo>
                  <a:lnTo>
                    <a:pt x="42567" y="1822"/>
                  </a:lnTo>
                  <a:lnTo>
                    <a:pt x="42377" y="1358"/>
                  </a:lnTo>
                  <a:lnTo>
                    <a:pt x="42091" y="941"/>
                  </a:lnTo>
                  <a:lnTo>
                    <a:pt x="41734" y="584"/>
                  </a:lnTo>
                  <a:lnTo>
                    <a:pt x="41317" y="310"/>
                  </a:lnTo>
                  <a:lnTo>
                    <a:pt x="40852" y="107"/>
                  </a:lnTo>
                  <a:lnTo>
                    <a:pt x="40352" y="12"/>
                  </a:lnTo>
                  <a:lnTo>
                    <a:pt x="40079" y="0"/>
                  </a:lnTo>
                  <a:close/>
                </a:path>
              </a:pathLst>
            </a:custGeom>
            <a:solidFill>
              <a:srgbClr val="5148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99;p23">
              <a:extLst>
                <a:ext uri="{FF2B5EF4-FFF2-40B4-BE49-F238E27FC236}">
                  <a16:creationId xmlns:a16="http://schemas.microsoft.com/office/drawing/2014/main" id="{76592ADC-E040-4E1A-A821-E61B6BABAC41}"/>
                </a:ext>
              </a:extLst>
            </p:cNvPr>
            <p:cNvSpPr/>
            <p:nvPr/>
          </p:nvSpPr>
          <p:spPr>
            <a:xfrm>
              <a:off x="1307683" y="2858209"/>
              <a:ext cx="1811238" cy="1652987"/>
            </a:xfrm>
            <a:custGeom>
              <a:avLst/>
              <a:gdLst/>
              <a:ahLst/>
              <a:cxnLst/>
              <a:rect l="l" t="t" r="r" b="b"/>
              <a:pathLst>
                <a:path w="41020" h="37436" extrusionOk="0">
                  <a:moveTo>
                    <a:pt x="0" y="0"/>
                  </a:moveTo>
                  <a:lnTo>
                    <a:pt x="0" y="37435"/>
                  </a:lnTo>
                  <a:lnTo>
                    <a:pt x="38400" y="37435"/>
                  </a:lnTo>
                  <a:lnTo>
                    <a:pt x="38674" y="37423"/>
                  </a:lnTo>
                  <a:lnTo>
                    <a:pt x="39174" y="37316"/>
                  </a:lnTo>
                  <a:lnTo>
                    <a:pt x="39650" y="37125"/>
                  </a:lnTo>
                  <a:lnTo>
                    <a:pt x="40067" y="36840"/>
                  </a:lnTo>
                  <a:lnTo>
                    <a:pt x="40424" y="36494"/>
                  </a:lnTo>
                  <a:lnTo>
                    <a:pt x="40710" y="36078"/>
                  </a:lnTo>
                  <a:lnTo>
                    <a:pt x="40900" y="35601"/>
                  </a:lnTo>
                  <a:lnTo>
                    <a:pt x="41007" y="35101"/>
                  </a:lnTo>
                  <a:lnTo>
                    <a:pt x="41019" y="34827"/>
                  </a:lnTo>
                  <a:lnTo>
                    <a:pt x="41019" y="2608"/>
                  </a:lnTo>
                  <a:lnTo>
                    <a:pt x="41007" y="2334"/>
                  </a:lnTo>
                  <a:lnTo>
                    <a:pt x="40900" y="1822"/>
                  </a:lnTo>
                  <a:lnTo>
                    <a:pt x="40710" y="1358"/>
                  </a:lnTo>
                  <a:lnTo>
                    <a:pt x="40424" y="941"/>
                  </a:lnTo>
                  <a:lnTo>
                    <a:pt x="40067" y="596"/>
                  </a:lnTo>
                  <a:lnTo>
                    <a:pt x="39650" y="310"/>
                  </a:lnTo>
                  <a:lnTo>
                    <a:pt x="39174" y="107"/>
                  </a:lnTo>
                  <a:lnTo>
                    <a:pt x="38674" y="12"/>
                  </a:lnTo>
                  <a:lnTo>
                    <a:pt x="38400" y="0"/>
                  </a:lnTo>
                  <a:close/>
                </a:path>
              </a:pathLst>
            </a:custGeom>
            <a:solidFill>
              <a:srgbClr val="9142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400;p23">
              <a:extLst>
                <a:ext uri="{FF2B5EF4-FFF2-40B4-BE49-F238E27FC236}">
                  <a16:creationId xmlns:a16="http://schemas.microsoft.com/office/drawing/2014/main" id="{C0F891AB-7679-44D4-A00F-F2637F16EB64}"/>
                </a:ext>
              </a:extLst>
            </p:cNvPr>
            <p:cNvSpPr/>
            <p:nvPr/>
          </p:nvSpPr>
          <p:spPr>
            <a:xfrm>
              <a:off x="2153593" y="2949697"/>
              <a:ext cx="70471" cy="22122"/>
            </a:xfrm>
            <a:custGeom>
              <a:avLst/>
              <a:gdLst/>
              <a:ahLst/>
              <a:cxnLst/>
              <a:rect l="l" t="t" r="r" b="b"/>
              <a:pathLst>
                <a:path w="1596" h="501" extrusionOk="0">
                  <a:moveTo>
                    <a:pt x="262" y="0"/>
                  </a:moveTo>
                  <a:lnTo>
                    <a:pt x="155" y="12"/>
                  </a:lnTo>
                  <a:lnTo>
                    <a:pt x="12" y="155"/>
                  </a:lnTo>
                  <a:lnTo>
                    <a:pt x="0" y="250"/>
                  </a:lnTo>
                  <a:lnTo>
                    <a:pt x="12" y="357"/>
                  </a:lnTo>
                  <a:lnTo>
                    <a:pt x="155" y="488"/>
                  </a:lnTo>
                  <a:lnTo>
                    <a:pt x="262" y="500"/>
                  </a:lnTo>
                  <a:lnTo>
                    <a:pt x="1322" y="500"/>
                  </a:lnTo>
                  <a:lnTo>
                    <a:pt x="1429" y="488"/>
                  </a:lnTo>
                  <a:lnTo>
                    <a:pt x="1572" y="345"/>
                  </a:lnTo>
                  <a:lnTo>
                    <a:pt x="1596" y="250"/>
                  </a:lnTo>
                  <a:lnTo>
                    <a:pt x="1572"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401;p23">
              <a:extLst>
                <a:ext uri="{FF2B5EF4-FFF2-40B4-BE49-F238E27FC236}">
                  <a16:creationId xmlns:a16="http://schemas.microsoft.com/office/drawing/2014/main" id="{81623D54-9937-4EAA-A3EC-F98C337146CB}"/>
                </a:ext>
              </a:extLst>
            </p:cNvPr>
            <p:cNvSpPr/>
            <p:nvPr/>
          </p:nvSpPr>
          <p:spPr>
            <a:xfrm>
              <a:off x="2066300" y="4411206"/>
              <a:ext cx="69986" cy="22122"/>
            </a:xfrm>
            <a:custGeom>
              <a:avLst/>
              <a:gdLst/>
              <a:ahLst/>
              <a:cxnLst/>
              <a:rect l="l" t="t" r="r" b="b"/>
              <a:pathLst>
                <a:path w="1585" h="501" extrusionOk="0">
                  <a:moveTo>
                    <a:pt x="263" y="1"/>
                  </a:moveTo>
                  <a:lnTo>
                    <a:pt x="156" y="13"/>
                  </a:lnTo>
                  <a:lnTo>
                    <a:pt x="13" y="156"/>
                  </a:lnTo>
                  <a:lnTo>
                    <a:pt x="1" y="251"/>
                  </a:lnTo>
                  <a:lnTo>
                    <a:pt x="13" y="358"/>
                  </a:lnTo>
                  <a:lnTo>
                    <a:pt x="156" y="489"/>
                  </a:lnTo>
                  <a:lnTo>
                    <a:pt x="263" y="501"/>
                  </a:lnTo>
                  <a:lnTo>
                    <a:pt x="1323" y="501"/>
                  </a:lnTo>
                  <a:lnTo>
                    <a:pt x="1430" y="489"/>
                  </a:lnTo>
                  <a:lnTo>
                    <a:pt x="1573" y="346"/>
                  </a:lnTo>
                  <a:lnTo>
                    <a:pt x="1584" y="251"/>
                  </a:lnTo>
                  <a:lnTo>
                    <a:pt x="1573" y="156"/>
                  </a:lnTo>
                  <a:lnTo>
                    <a:pt x="1430" y="13"/>
                  </a:lnTo>
                  <a:lnTo>
                    <a:pt x="1323"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402;p23">
              <a:extLst>
                <a:ext uri="{FF2B5EF4-FFF2-40B4-BE49-F238E27FC236}">
                  <a16:creationId xmlns:a16="http://schemas.microsoft.com/office/drawing/2014/main" id="{0CC89813-08B3-4FD9-8E46-A366256520ED}"/>
                </a:ext>
              </a:extLst>
            </p:cNvPr>
            <p:cNvSpPr/>
            <p:nvPr/>
          </p:nvSpPr>
          <p:spPr>
            <a:xfrm>
              <a:off x="1880189" y="4411206"/>
              <a:ext cx="69986" cy="22122"/>
            </a:xfrm>
            <a:custGeom>
              <a:avLst/>
              <a:gdLst/>
              <a:ahLst/>
              <a:cxnLst/>
              <a:rect l="l" t="t" r="r" b="b"/>
              <a:pathLst>
                <a:path w="1585" h="501" extrusionOk="0">
                  <a:moveTo>
                    <a:pt x="263" y="1"/>
                  </a:moveTo>
                  <a:lnTo>
                    <a:pt x="156" y="13"/>
                  </a:lnTo>
                  <a:lnTo>
                    <a:pt x="13" y="156"/>
                  </a:lnTo>
                  <a:lnTo>
                    <a:pt x="1" y="251"/>
                  </a:lnTo>
                  <a:lnTo>
                    <a:pt x="13" y="358"/>
                  </a:lnTo>
                  <a:lnTo>
                    <a:pt x="156" y="489"/>
                  </a:lnTo>
                  <a:lnTo>
                    <a:pt x="263" y="501"/>
                  </a:lnTo>
                  <a:lnTo>
                    <a:pt x="1323" y="501"/>
                  </a:lnTo>
                  <a:lnTo>
                    <a:pt x="1430" y="489"/>
                  </a:lnTo>
                  <a:lnTo>
                    <a:pt x="1573" y="346"/>
                  </a:lnTo>
                  <a:lnTo>
                    <a:pt x="1584" y="251"/>
                  </a:lnTo>
                  <a:lnTo>
                    <a:pt x="1561" y="156"/>
                  </a:lnTo>
                  <a:lnTo>
                    <a:pt x="1418" y="13"/>
                  </a:lnTo>
                  <a:lnTo>
                    <a:pt x="1323"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403;p23">
              <a:extLst>
                <a:ext uri="{FF2B5EF4-FFF2-40B4-BE49-F238E27FC236}">
                  <a16:creationId xmlns:a16="http://schemas.microsoft.com/office/drawing/2014/main" id="{7FE9F13B-A8B5-4813-AB36-C008A90A247F}"/>
                </a:ext>
              </a:extLst>
            </p:cNvPr>
            <p:cNvSpPr/>
            <p:nvPr/>
          </p:nvSpPr>
          <p:spPr>
            <a:xfrm>
              <a:off x="1972737" y="4411206"/>
              <a:ext cx="70471" cy="22122"/>
            </a:xfrm>
            <a:custGeom>
              <a:avLst/>
              <a:gdLst/>
              <a:ahLst/>
              <a:cxnLst/>
              <a:rect l="l" t="t" r="r" b="b"/>
              <a:pathLst>
                <a:path w="1596" h="501" extrusionOk="0">
                  <a:moveTo>
                    <a:pt x="274" y="1"/>
                  </a:moveTo>
                  <a:lnTo>
                    <a:pt x="155" y="13"/>
                  </a:lnTo>
                  <a:lnTo>
                    <a:pt x="12" y="156"/>
                  </a:lnTo>
                  <a:lnTo>
                    <a:pt x="0" y="251"/>
                  </a:lnTo>
                  <a:lnTo>
                    <a:pt x="12" y="358"/>
                  </a:lnTo>
                  <a:lnTo>
                    <a:pt x="155" y="489"/>
                  </a:lnTo>
                  <a:lnTo>
                    <a:pt x="274" y="501"/>
                  </a:lnTo>
                  <a:lnTo>
                    <a:pt x="1322" y="501"/>
                  </a:lnTo>
                  <a:lnTo>
                    <a:pt x="1429" y="489"/>
                  </a:lnTo>
                  <a:lnTo>
                    <a:pt x="1584" y="346"/>
                  </a:lnTo>
                  <a:lnTo>
                    <a:pt x="1596" y="251"/>
                  </a:lnTo>
                  <a:lnTo>
                    <a:pt x="1584" y="156"/>
                  </a:lnTo>
                  <a:lnTo>
                    <a:pt x="1429"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404;p23">
              <a:extLst>
                <a:ext uri="{FF2B5EF4-FFF2-40B4-BE49-F238E27FC236}">
                  <a16:creationId xmlns:a16="http://schemas.microsoft.com/office/drawing/2014/main" id="{93793A47-469B-4192-A668-3F03DA57611F}"/>
                </a:ext>
              </a:extLst>
            </p:cNvPr>
            <p:cNvSpPr/>
            <p:nvPr/>
          </p:nvSpPr>
          <p:spPr>
            <a:xfrm>
              <a:off x="2061046" y="2949697"/>
              <a:ext cx="69986" cy="22122"/>
            </a:xfrm>
            <a:custGeom>
              <a:avLst/>
              <a:gdLst/>
              <a:ahLst/>
              <a:cxnLst/>
              <a:rect l="l" t="t" r="r" b="b"/>
              <a:pathLst>
                <a:path w="1585" h="501" extrusionOk="0">
                  <a:moveTo>
                    <a:pt x="263" y="0"/>
                  </a:moveTo>
                  <a:lnTo>
                    <a:pt x="156" y="12"/>
                  </a:lnTo>
                  <a:lnTo>
                    <a:pt x="13" y="155"/>
                  </a:lnTo>
                  <a:lnTo>
                    <a:pt x="1" y="250"/>
                  </a:lnTo>
                  <a:lnTo>
                    <a:pt x="13" y="357"/>
                  </a:lnTo>
                  <a:lnTo>
                    <a:pt x="156" y="488"/>
                  </a:lnTo>
                  <a:lnTo>
                    <a:pt x="263" y="500"/>
                  </a:lnTo>
                  <a:lnTo>
                    <a:pt x="1322" y="500"/>
                  </a:lnTo>
                  <a:lnTo>
                    <a:pt x="1430" y="488"/>
                  </a:lnTo>
                  <a:lnTo>
                    <a:pt x="1572" y="345"/>
                  </a:lnTo>
                  <a:lnTo>
                    <a:pt x="1584" y="250"/>
                  </a:lnTo>
                  <a:lnTo>
                    <a:pt x="1572" y="143"/>
                  </a:lnTo>
                  <a:lnTo>
                    <a:pt x="1430"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405;p23">
              <a:extLst>
                <a:ext uri="{FF2B5EF4-FFF2-40B4-BE49-F238E27FC236}">
                  <a16:creationId xmlns:a16="http://schemas.microsoft.com/office/drawing/2014/main" id="{E63594B7-8BDB-470D-9055-9DA6CE443106}"/>
                </a:ext>
              </a:extLst>
            </p:cNvPr>
            <p:cNvSpPr/>
            <p:nvPr/>
          </p:nvSpPr>
          <p:spPr>
            <a:xfrm>
              <a:off x="1967482" y="2949697"/>
              <a:ext cx="70471" cy="22122"/>
            </a:xfrm>
            <a:custGeom>
              <a:avLst/>
              <a:gdLst/>
              <a:ahLst/>
              <a:cxnLst/>
              <a:rect l="l" t="t" r="r" b="b"/>
              <a:pathLst>
                <a:path w="1596" h="501" extrusionOk="0">
                  <a:moveTo>
                    <a:pt x="274" y="0"/>
                  </a:moveTo>
                  <a:lnTo>
                    <a:pt x="155" y="12"/>
                  </a:lnTo>
                  <a:lnTo>
                    <a:pt x="12" y="155"/>
                  </a:lnTo>
                  <a:lnTo>
                    <a:pt x="0" y="250"/>
                  </a:lnTo>
                  <a:lnTo>
                    <a:pt x="12" y="357"/>
                  </a:lnTo>
                  <a:lnTo>
                    <a:pt x="155" y="488"/>
                  </a:lnTo>
                  <a:lnTo>
                    <a:pt x="274" y="500"/>
                  </a:lnTo>
                  <a:lnTo>
                    <a:pt x="1322" y="500"/>
                  </a:lnTo>
                  <a:lnTo>
                    <a:pt x="1429" y="488"/>
                  </a:lnTo>
                  <a:lnTo>
                    <a:pt x="1572" y="345"/>
                  </a:lnTo>
                  <a:lnTo>
                    <a:pt x="1596" y="250"/>
                  </a:lnTo>
                  <a:lnTo>
                    <a:pt x="1572"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406;p23">
              <a:extLst>
                <a:ext uri="{FF2B5EF4-FFF2-40B4-BE49-F238E27FC236}">
                  <a16:creationId xmlns:a16="http://schemas.microsoft.com/office/drawing/2014/main" id="{F35A5698-50BF-4630-B117-34D600FCD592}"/>
                </a:ext>
              </a:extLst>
            </p:cNvPr>
            <p:cNvSpPr/>
            <p:nvPr/>
          </p:nvSpPr>
          <p:spPr>
            <a:xfrm>
              <a:off x="2340234" y="2949697"/>
              <a:ext cx="69942" cy="22122"/>
            </a:xfrm>
            <a:custGeom>
              <a:avLst/>
              <a:gdLst/>
              <a:ahLst/>
              <a:cxnLst/>
              <a:rect l="l" t="t" r="r" b="b"/>
              <a:pathLst>
                <a:path w="1584" h="501" extrusionOk="0">
                  <a:moveTo>
                    <a:pt x="262" y="0"/>
                  </a:moveTo>
                  <a:lnTo>
                    <a:pt x="155" y="12"/>
                  </a:lnTo>
                  <a:lnTo>
                    <a:pt x="12" y="155"/>
                  </a:lnTo>
                  <a:lnTo>
                    <a:pt x="0" y="250"/>
                  </a:lnTo>
                  <a:lnTo>
                    <a:pt x="12" y="357"/>
                  </a:lnTo>
                  <a:lnTo>
                    <a:pt x="155" y="488"/>
                  </a:lnTo>
                  <a:lnTo>
                    <a:pt x="262" y="500"/>
                  </a:lnTo>
                  <a:lnTo>
                    <a:pt x="1322" y="500"/>
                  </a:lnTo>
                  <a:lnTo>
                    <a:pt x="1429" y="488"/>
                  </a:lnTo>
                  <a:lnTo>
                    <a:pt x="1572" y="345"/>
                  </a:lnTo>
                  <a:lnTo>
                    <a:pt x="1584" y="250"/>
                  </a:lnTo>
                  <a:lnTo>
                    <a:pt x="1572"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407;p23">
              <a:extLst>
                <a:ext uri="{FF2B5EF4-FFF2-40B4-BE49-F238E27FC236}">
                  <a16:creationId xmlns:a16="http://schemas.microsoft.com/office/drawing/2014/main" id="{341F9775-640B-402C-993A-F8F038761601}"/>
                </a:ext>
              </a:extLst>
            </p:cNvPr>
            <p:cNvSpPr/>
            <p:nvPr/>
          </p:nvSpPr>
          <p:spPr>
            <a:xfrm>
              <a:off x="2159378" y="4411206"/>
              <a:ext cx="70471" cy="22122"/>
            </a:xfrm>
            <a:custGeom>
              <a:avLst/>
              <a:gdLst/>
              <a:ahLst/>
              <a:cxnLst/>
              <a:rect l="l" t="t" r="r" b="b"/>
              <a:pathLst>
                <a:path w="1596" h="501" extrusionOk="0">
                  <a:moveTo>
                    <a:pt x="274" y="1"/>
                  </a:moveTo>
                  <a:lnTo>
                    <a:pt x="155" y="13"/>
                  </a:lnTo>
                  <a:lnTo>
                    <a:pt x="12" y="156"/>
                  </a:lnTo>
                  <a:lnTo>
                    <a:pt x="0" y="251"/>
                  </a:lnTo>
                  <a:lnTo>
                    <a:pt x="12" y="358"/>
                  </a:lnTo>
                  <a:lnTo>
                    <a:pt x="155" y="489"/>
                  </a:lnTo>
                  <a:lnTo>
                    <a:pt x="274" y="501"/>
                  </a:lnTo>
                  <a:lnTo>
                    <a:pt x="1322" y="501"/>
                  </a:lnTo>
                  <a:lnTo>
                    <a:pt x="1429" y="489"/>
                  </a:lnTo>
                  <a:lnTo>
                    <a:pt x="1572" y="346"/>
                  </a:lnTo>
                  <a:lnTo>
                    <a:pt x="1596" y="251"/>
                  </a:lnTo>
                  <a:lnTo>
                    <a:pt x="1572" y="156"/>
                  </a:lnTo>
                  <a:lnTo>
                    <a:pt x="1429"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408;p23">
              <a:extLst>
                <a:ext uri="{FF2B5EF4-FFF2-40B4-BE49-F238E27FC236}">
                  <a16:creationId xmlns:a16="http://schemas.microsoft.com/office/drawing/2014/main" id="{E5DF92C2-B012-4824-A34B-BAD72EF116B7}"/>
                </a:ext>
              </a:extLst>
            </p:cNvPr>
            <p:cNvSpPr/>
            <p:nvPr/>
          </p:nvSpPr>
          <p:spPr>
            <a:xfrm>
              <a:off x="2432738" y="2949697"/>
              <a:ext cx="70516" cy="22122"/>
            </a:xfrm>
            <a:custGeom>
              <a:avLst/>
              <a:gdLst/>
              <a:ahLst/>
              <a:cxnLst/>
              <a:rect l="l" t="t" r="r" b="b"/>
              <a:pathLst>
                <a:path w="1597" h="501" extrusionOk="0">
                  <a:moveTo>
                    <a:pt x="275" y="0"/>
                  </a:moveTo>
                  <a:lnTo>
                    <a:pt x="156" y="12"/>
                  </a:lnTo>
                  <a:lnTo>
                    <a:pt x="13" y="155"/>
                  </a:lnTo>
                  <a:lnTo>
                    <a:pt x="1" y="250"/>
                  </a:lnTo>
                  <a:lnTo>
                    <a:pt x="13" y="357"/>
                  </a:lnTo>
                  <a:lnTo>
                    <a:pt x="156" y="488"/>
                  </a:lnTo>
                  <a:lnTo>
                    <a:pt x="275" y="500"/>
                  </a:lnTo>
                  <a:lnTo>
                    <a:pt x="1323" y="500"/>
                  </a:lnTo>
                  <a:lnTo>
                    <a:pt x="1430" y="488"/>
                  </a:lnTo>
                  <a:lnTo>
                    <a:pt x="1584" y="345"/>
                  </a:lnTo>
                  <a:lnTo>
                    <a:pt x="1596" y="250"/>
                  </a:lnTo>
                  <a:lnTo>
                    <a:pt x="1584" y="143"/>
                  </a:lnTo>
                  <a:lnTo>
                    <a:pt x="1430" y="12"/>
                  </a:lnTo>
                  <a:lnTo>
                    <a:pt x="1323"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09;p23">
              <a:extLst>
                <a:ext uri="{FF2B5EF4-FFF2-40B4-BE49-F238E27FC236}">
                  <a16:creationId xmlns:a16="http://schemas.microsoft.com/office/drawing/2014/main" id="{534D7B55-4DD6-42EF-9028-D166476BC20C}"/>
                </a:ext>
              </a:extLst>
            </p:cNvPr>
            <p:cNvSpPr/>
            <p:nvPr/>
          </p:nvSpPr>
          <p:spPr>
            <a:xfrm>
              <a:off x="2345489" y="4411206"/>
              <a:ext cx="70471" cy="22122"/>
            </a:xfrm>
            <a:custGeom>
              <a:avLst/>
              <a:gdLst/>
              <a:ahLst/>
              <a:cxnLst/>
              <a:rect l="l" t="t" r="r" b="b"/>
              <a:pathLst>
                <a:path w="1596" h="501" extrusionOk="0">
                  <a:moveTo>
                    <a:pt x="262" y="1"/>
                  </a:moveTo>
                  <a:lnTo>
                    <a:pt x="155" y="13"/>
                  </a:lnTo>
                  <a:lnTo>
                    <a:pt x="12" y="156"/>
                  </a:lnTo>
                  <a:lnTo>
                    <a:pt x="0" y="251"/>
                  </a:lnTo>
                  <a:lnTo>
                    <a:pt x="12" y="358"/>
                  </a:lnTo>
                  <a:lnTo>
                    <a:pt x="155" y="489"/>
                  </a:lnTo>
                  <a:lnTo>
                    <a:pt x="262" y="501"/>
                  </a:lnTo>
                  <a:lnTo>
                    <a:pt x="1322" y="501"/>
                  </a:lnTo>
                  <a:lnTo>
                    <a:pt x="1429" y="489"/>
                  </a:lnTo>
                  <a:lnTo>
                    <a:pt x="1572" y="346"/>
                  </a:lnTo>
                  <a:lnTo>
                    <a:pt x="1596" y="251"/>
                  </a:lnTo>
                  <a:lnTo>
                    <a:pt x="1572" y="156"/>
                  </a:lnTo>
                  <a:lnTo>
                    <a:pt x="1429"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10;p23">
              <a:extLst>
                <a:ext uri="{FF2B5EF4-FFF2-40B4-BE49-F238E27FC236}">
                  <a16:creationId xmlns:a16="http://schemas.microsoft.com/office/drawing/2014/main" id="{C682BD9E-F719-40A9-8D16-E04BF21C5665}"/>
                </a:ext>
              </a:extLst>
            </p:cNvPr>
            <p:cNvSpPr/>
            <p:nvPr/>
          </p:nvSpPr>
          <p:spPr>
            <a:xfrm>
              <a:off x="2246627" y="2949697"/>
              <a:ext cx="70516" cy="22122"/>
            </a:xfrm>
            <a:custGeom>
              <a:avLst/>
              <a:gdLst/>
              <a:ahLst/>
              <a:cxnLst/>
              <a:rect l="l" t="t" r="r" b="b"/>
              <a:pathLst>
                <a:path w="1597" h="501" extrusionOk="0">
                  <a:moveTo>
                    <a:pt x="275" y="0"/>
                  </a:moveTo>
                  <a:lnTo>
                    <a:pt x="168" y="12"/>
                  </a:lnTo>
                  <a:lnTo>
                    <a:pt x="25" y="155"/>
                  </a:lnTo>
                  <a:lnTo>
                    <a:pt x="1" y="250"/>
                  </a:lnTo>
                  <a:lnTo>
                    <a:pt x="25" y="357"/>
                  </a:lnTo>
                  <a:lnTo>
                    <a:pt x="168" y="488"/>
                  </a:lnTo>
                  <a:lnTo>
                    <a:pt x="275" y="500"/>
                  </a:lnTo>
                  <a:lnTo>
                    <a:pt x="1334" y="500"/>
                  </a:lnTo>
                  <a:lnTo>
                    <a:pt x="1442" y="488"/>
                  </a:lnTo>
                  <a:lnTo>
                    <a:pt x="1584" y="345"/>
                  </a:lnTo>
                  <a:lnTo>
                    <a:pt x="1596" y="250"/>
                  </a:lnTo>
                  <a:lnTo>
                    <a:pt x="1584" y="143"/>
                  </a:lnTo>
                  <a:lnTo>
                    <a:pt x="1442" y="12"/>
                  </a:lnTo>
                  <a:lnTo>
                    <a:pt x="133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11;p23">
              <a:extLst>
                <a:ext uri="{FF2B5EF4-FFF2-40B4-BE49-F238E27FC236}">
                  <a16:creationId xmlns:a16="http://schemas.microsoft.com/office/drawing/2014/main" id="{A6AE2EE4-D89C-4DDA-8784-BD5010B12E00}"/>
                </a:ext>
              </a:extLst>
            </p:cNvPr>
            <p:cNvSpPr/>
            <p:nvPr/>
          </p:nvSpPr>
          <p:spPr>
            <a:xfrm>
              <a:off x="2251881" y="4411206"/>
              <a:ext cx="70516" cy="22122"/>
            </a:xfrm>
            <a:custGeom>
              <a:avLst/>
              <a:gdLst/>
              <a:ahLst/>
              <a:cxnLst/>
              <a:rect l="l" t="t" r="r" b="b"/>
              <a:pathLst>
                <a:path w="1597" h="501" extrusionOk="0">
                  <a:moveTo>
                    <a:pt x="275" y="1"/>
                  </a:moveTo>
                  <a:lnTo>
                    <a:pt x="168" y="13"/>
                  </a:lnTo>
                  <a:lnTo>
                    <a:pt x="25" y="156"/>
                  </a:lnTo>
                  <a:lnTo>
                    <a:pt x="1" y="251"/>
                  </a:lnTo>
                  <a:lnTo>
                    <a:pt x="25" y="358"/>
                  </a:lnTo>
                  <a:lnTo>
                    <a:pt x="168" y="489"/>
                  </a:lnTo>
                  <a:lnTo>
                    <a:pt x="275" y="501"/>
                  </a:lnTo>
                  <a:lnTo>
                    <a:pt x="1335" y="501"/>
                  </a:lnTo>
                  <a:lnTo>
                    <a:pt x="1442" y="489"/>
                  </a:lnTo>
                  <a:lnTo>
                    <a:pt x="1585" y="346"/>
                  </a:lnTo>
                  <a:lnTo>
                    <a:pt x="1596" y="251"/>
                  </a:lnTo>
                  <a:lnTo>
                    <a:pt x="1585" y="156"/>
                  </a:lnTo>
                  <a:lnTo>
                    <a:pt x="1442" y="13"/>
                  </a:lnTo>
                  <a:lnTo>
                    <a:pt x="1335"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12;p23">
              <a:extLst>
                <a:ext uri="{FF2B5EF4-FFF2-40B4-BE49-F238E27FC236}">
                  <a16:creationId xmlns:a16="http://schemas.microsoft.com/office/drawing/2014/main" id="{81286EA7-FC4C-4EAE-87E3-687AF7F8524E}"/>
                </a:ext>
              </a:extLst>
            </p:cNvPr>
            <p:cNvSpPr/>
            <p:nvPr/>
          </p:nvSpPr>
          <p:spPr>
            <a:xfrm>
              <a:off x="1321370" y="4411206"/>
              <a:ext cx="70471" cy="22122"/>
            </a:xfrm>
            <a:custGeom>
              <a:avLst/>
              <a:gdLst/>
              <a:ahLst/>
              <a:cxnLst/>
              <a:rect l="l" t="t" r="r" b="b"/>
              <a:pathLst>
                <a:path w="1596" h="501" extrusionOk="0">
                  <a:moveTo>
                    <a:pt x="274" y="1"/>
                  </a:moveTo>
                  <a:lnTo>
                    <a:pt x="167" y="13"/>
                  </a:lnTo>
                  <a:lnTo>
                    <a:pt x="24" y="156"/>
                  </a:lnTo>
                  <a:lnTo>
                    <a:pt x="0" y="251"/>
                  </a:lnTo>
                  <a:lnTo>
                    <a:pt x="24" y="358"/>
                  </a:lnTo>
                  <a:lnTo>
                    <a:pt x="167" y="489"/>
                  </a:lnTo>
                  <a:lnTo>
                    <a:pt x="274" y="501"/>
                  </a:lnTo>
                  <a:lnTo>
                    <a:pt x="1334" y="501"/>
                  </a:lnTo>
                  <a:lnTo>
                    <a:pt x="1441" y="489"/>
                  </a:lnTo>
                  <a:lnTo>
                    <a:pt x="1584" y="346"/>
                  </a:lnTo>
                  <a:lnTo>
                    <a:pt x="1596" y="251"/>
                  </a:lnTo>
                  <a:lnTo>
                    <a:pt x="1572" y="156"/>
                  </a:lnTo>
                  <a:lnTo>
                    <a:pt x="1429" y="13"/>
                  </a:lnTo>
                  <a:lnTo>
                    <a:pt x="133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13;p23">
              <a:extLst>
                <a:ext uri="{FF2B5EF4-FFF2-40B4-BE49-F238E27FC236}">
                  <a16:creationId xmlns:a16="http://schemas.microsoft.com/office/drawing/2014/main" id="{B17F7591-06B3-4D26-B8B6-056F0575FEE5}"/>
                </a:ext>
              </a:extLst>
            </p:cNvPr>
            <p:cNvSpPr/>
            <p:nvPr/>
          </p:nvSpPr>
          <p:spPr>
            <a:xfrm>
              <a:off x="1414404" y="4411206"/>
              <a:ext cx="69986" cy="22122"/>
            </a:xfrm>
            <a:custGeom>
              <a:avLst/>
              <a:gdLst/>
              <a:ahLst/>
              <a:cxnLst/>
              <a:rect l="l" t="t" r="r" b="b"/>
              <a:pathLst>
                <a:path w="1585" h="501" extrusionOk="0">
                  <a:moveTo>
                    <a:pt x="262" y="1"/>
                  </a:moveTo>
                  <a:lnTo>
                    <a:pt x="155" y="13"/>
                  </a:lnTo>
                  <a:lnTo>
                    <a:pt x="12" y="156"/>
                  </a:lnTo>
                  <a:lnTo>
                    <a:pt x="1" y="251"/>
                  </a:lnTo>
                  <a:lnTo>
                    <a:pt x="12" y="358"/>
                  </a:lnTo>
                  <a:lnTo>
                    <a:pt x="155" y="489"/>
                  </a:lnTo>
                  <a:lnTo>
                    <a:pt x="262" y="501"/>
                  </a:lnTo>
                  <a:lnTo>
                    <a:pt x="1322" y="501"/>
                  </a:lnTo>
                  <a:lnTo>
                    <a:pt x="1429" y="489"/>
                  </a:lnTo>
                  <a:lnTo>
                    <a:pt x="1572" y="346"/>
                  </a:lnTo>
                  <a:lnTo>
                    <a:pt x="1584" y="251"/>
                  </a:lnTo>
                  <a:lnTo>
                    <a:pt x="1572" y="156"/>
                  </a:lnTo>
                  <a:lnTo>
                    <a:pt x="1429"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14;p23">
              <a:extLst>
                <a:ext uri="{FF2B5EF4-FFF2-40B4-BE49-F238E27FC236}">
                  <a16:creationId xmlns:a16="http://schemas.microsoft.com/office/drawing/2014/main" id="{6DE6A85F-BBEA-4BE6-97D5-ED16AA364232}"/>
                </a:ext>
              </a:extLst>
            </p:cNvPr>
            <p:cNvSpPr/>
            <p:nvPr/>
          </p:nvSpPr>
          <p:spPr>
            <a:xfrm>
              <a:off x="1502183" y="2949697"/>
              <a:ext cx="70516" cy="22122"/>
            </a:xfrm>
            <a:custGeom>
              <a:avLst/>
              <a:gdLst/>
              <a:ahLst/>
              <a:cxnLst/>
              <a:rect l="l" t="t" r="r" b="b"/>
              <a:pathLst>
                <a:path w="1597" h="501" extrusionOk="0">
                  <a:moveTo>
                    <a:pt x="275" y="0"/>
                  </a:moveTo>
                  <a:lnTo>
                    <a:pt x="156" y="12"/>
                  </a:lnTo>
                  <a:lnTo>
                    <a:pt x="13" y="155"/>
                  </a:lnTo>
                  <a:lnTo>
                    <a:pt x="1" y="250"/>
                  </a:lnTo>
                  <a:lnTo>
                    <a:pt x="13" y="357"/>
                  </a:lnTo>
                  <a:lnTo>
                    <a:pt x="156" y="488"/>
                  </a:lnTo>
                  <a:lnTo>
                    <a:pt x="275" y="500"/>
                  </a:lnTo>
                  <a:lnTo>
                    <a:pt x="1323" y="500"/>
                  </a:lnTo>
                  <a:lnTo>
                    <a:pt x="1430" y="488"/>
                  </a:lnTo>
                  <a:lnTo>
                    <a:pt x="1585" y="345"/>
                  </a:lnTo>
                  <a:lnTo>
                    <a:pt x="1596" y="250"/>
                  </a:lnTo>
                  <a:lnTo>
                    <a:pt x="1585" y="143"/>
                  </a:lnTo>
                  <a:lnTo>
                    <a:pt x="1430" y="12"/>
                  </a:lnTo>
                  <a:lnTo>
                    <a:pt x="1323"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15;p23">
              <a:extLst>
                <a:ext uri="{FF2B5EF4-FFF2-40B4-BE49-F238E27FC236}">
                  <a16:creationId xmlns:a16="http://schemas.microsoft.com/office/drawing/2014/main" id="{2AE7A6F3-844F-4F22-9E4A-5D973225073A}"/>
                </a:ext>
              </a:extLst>
            </p:cNvPr>
            <p:cNvSpPr/>
            <p:nvPr/>
          </p:nvSpPr>
          <p:spPr>
            <a:xfrm>
              <a:off x="1409150" y="2949697"/>
              <a:ext cx="69986" cy="22122"/>
            </a:xfrm>
            <a:custGeom>
              <a:avLst/>
              <a:gdLst/>
              <a:ahLst/>
              <a:cxnLst/>
              <a:rect l="l" t="t" r="r" b="b"/>
              <a:pathLst>
                <a:path w="1585" h="501" extrusionOk="0">
                  <a:moveTo>
                    <a:pt x="262" y="0"/>
                  </a:moveTo>
                  <a:lnTo>
                    <a:pt x="155" y="12"/>
                  </a:lnTo>
                  <a:lnTo>
                    <a:pt x="12" y="155"/>
                  </a:lnTo>
                  <a:lnTo>
                    <a:pt x="0" y="250"/>
                  </a:lnTo>
                  <a:lnTo>
                    <a:pt x="12" y="357"/>
                  </a:lnTo>
                  <a:lnTo>
                    <a:pt x="155" y="488"/>
                  </a:lnTo>
                  <a:lnTo>
                    <a:pt x="262" y="500"/>
                  </a:lnTo>
                  <a:lnTo>
                    <a:pt x="1322" y="500"/>
                  </a:lnTo>
                  <a:lnTo>
                    <a:pt x="1429" y="488"/>
                  </a:lnTo>
                  <a:lnTo>
                    <a:pt x="1572" y="345"/>
                  </a:lnTo>
                  <a:lnTo>
                    <a:pt x="1584" y="250"/>
                  </a:lnTo>
                  <a:lnTo>
                    <a:pt x="1572"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16;p23">
              <a:extLst>
                <a:ext uri="{FF2B5EF4-FFF2-40B4-BE49-F238E27FC236}">
                  <a16:creationId xmlns:a16="http://schemas.microsoft.com/office/drawing/2014/main" id="{490C398E-B056-40F4-90A2-45D5AB9D2139}"/>
                </a:ext>
              </a:extLst>
            </p:cNvPr>
            <p:cNvSpPr/>
            <p:nvPr/>
          </p:nvSpPr>
          <p:spPr>
            <a:xfrm>
              <a:off x="1315586" y="2949697"/>
              <a:ext cx="70471" cy="22122"/>
            </a:xfrm>
            <a:custGeom>
              <a:avLst/>
              <a:gdLst/>
              <a:ahLst/>
              <a:cxnLst/>
              <a:rect l="l" t="t" r="r" b="b"/>
              <a:pathLst>
                <a:path w="1596" h="501" extrusionOk="0">
                  <a:moveTo>
                    <a:pt x="274" y="0"/>
                  </a:moveTo>
                  <a:lnTo>
                    <a:pt x="155" y="12"/>
                  </a:lnTo>
                  <a:lnTo>
                    <a:pt x="12" y="155"/>
                  </a:lnTo>
                  <a:lnTo>
                    <a:pt x="0" y="250"/>
                  </a:lnTo>
                  <a:lnTo>
                    <a:pt x="12" y="357"/>
                  </a:lnTo>
                  <a:lnTo>
                    <a:pt x="155" y="488"/>
                  </a:lnTo>
                  <a:lnTo>
                    <a:pt x="274" y="500"/>
                  </a:lnTo>
                  <a:lnTo>
                    <a:pt x="1322" y="500"/>
                  </a:lnTo>
                  <a:lnTo>
                    <a:pt x="1429" y="488"/>
                  </a:lnTo>
                  <a:lnTo>
                    <a:pt x="1584" y="345"/>
                  </a:lnTo>
                  <a:lnTo>
                    <a:pt x="1596" y="250"/>
                  </a:lnTo>
                  <a:lnTo>
                    <a:pt x="1584"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17;p23">
              <a:extLst>
                <a:ext uri="{FF2B5EF4-FFF2-40B4-BE49-F238E27FC236}">
                  <a16:creationId xmlns:a16="http://schemas.microsoft.com/office/drawing/2014/main" id="{0A7A65E5-A9EA-4D44-A780-E863820ED8AB}"/>
                </a:ext>
              </a:extLst>
            </p:cNvPr>
            <p:cNvSpPr/>
            <p:nvPr/>
          </p:nvSpPr>
          <p:spPr>
            <a:xfrm>
              <a:off x="1507437" y="4411206"/>
              <a:ext cx="70516" cy="22122"/>
            </a:xfrm>
            <a:custGeom>
              <a:avLst/>
              <a:gdLst/>
              <a:ahLst/>
              <a:cxnLst/>
              <a:rect l="l" t="t" r="r" b="b"/>
              <a:pathLst>
                <a:path w="1597" h="501" extrusionOk="0">
                  <a:moveTo>
                    <a:pt x="275" y="1"/>
                  </a:moveTo>
                  <a:lnTo>
                    <a:pt x="156" y="13"/>
                  </a:lnTo>
                  <a:lnTo>
                    <a:pt x="13" y="156"/>
                  </a:lnTo>
                  <a:lnTo>
                    <a:pt x="1" y="251"/>
                  </a:lnTo>
                  <a:lnTo>
                    <a:pt x="13" y="358"/>
                  </a:lnTo>
                  <a:lnTo>
                    <a:pt x="156" y="489"/>
                  </a:lnTo>
                  <a:lnTo>
                    <a:pt x="275" y="501"/>
                  </a:lnTo>
                  <a:lnTo>
                    <a:pt x="1323" y="501"/>
                  </a:lnTo>
                  <a:lnTo>
                    <a:pt x="1430" y="489"/>
                  </a:lnTo>
                  <a:lnTo>
                    <a:pt x="1573" y="346"/>
                  </a:lnTo>
                  <a:lnTo>
                    <a:pt x="1597" y="251"/>
                  </a:lnTo>
                  <a:lnTo>
                    <a:pt x="1585" y="156"/>
                  </a:lnTo>
                  <a:lnTo>
                    <a:pt x="1430" y="13"/>
                  </a:lnTo>
                  <a:lnTo>
                    <a:pt x="1323"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18;p23">
              <a:extLst>
                <a:ext uri="{FF2B5EF4-FFF2-40B4-BE49-F238E27FC236}">
                  <a16:creationId xmlns:a16="http://schemas.microsoft.com/office/drawing/2014/main" id="{2B51B902-4B06-43FD-AA6C-F6906479C0B0}"/>
                </a:ext>
              </a:extLst>
            </p:cNvPr>
            <p:cNvSpPr/>
            <p:nvPr/>
          </p:nvSpPr>
          <p:spPr>
            <a:xfrm>
              <a:off x="2438522" y="4411206"/>
              <a:ext cx="70516" cy="22122"/>
            </a:xfrm>
            <a:custGeom>
              <a:avLst/>
              <a:gdLst/>
              <a:ahLst/>
              <a:cxnLst/>
              <a:rect l="l" t="t" r="r" b="b"/>
              <a:pathLst>
                <a:path w="1597" h="501" extrusionOk="0">
                  <a:moveTo>
                    <a:pt x="275" y="1"/>
                  </a:moveTo>
                  <a:lnTo>
                    <a:pt x="168" y="13"/>
                  </a:lnTo>
                  <a:lnTo>
                    <a:pt x="25" y="156"/>
                  </a:lnTo>
                  <a:lnTo>
                    <a:pt x="1" y="251"/>
                  </a:lnTo>
                  <a:lnTo>
                    <a:pt x="25" y="358"/>
                  </a:lnTo>
                  <a:lnTo>
                    <a:pt x="168" y="489"/>
                  </a:lnTo>
                  <a:lnTo>
                    <a:pt x="275" y="501"/>
                  </a:lnTo>
                  <a:lnTo>
                    <a:pt x="1322" y="501"/>
                  </a:lnTo>
                  <a:lnTo>
                    <a:pt x="1442" y="489"/>
                  </a:lnTo>
                  <a:lnTo>
                    <a:pt x="1584" y="346"/>
                  </a:lnTo>
                  <a:lnTo>
                    <a:pt x="1596" y="251"/>
                  </a:lnTo>
                  <a:lnTo>
                    <a:pt x="1573" y="156"/>
                  </a:lnTo>
                  <a:lnTo>
                    <a:pt x="1430"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19;p23">
              <a:extLst>
                <a:ext uri="{FF2B5EF4-FFF2-40B4-BE49-F238E27FC236}">
                  <a16:creationId xmlns:a16="http://schemas.microsoft.com/office/drawing/2014/main" id="{2E9B712F-1EE8-4746-BB46-CA8A99C9F923}"/>
                </a:ext>
              </a:extLst>
            </p:cNvPr>
            <p:cNvSpPr/>
            <p:nvPr/>
          </p:nvSpPr>
          <p:spPr>
            <a:xfrm>
              <a:off x="1786626" y="4411206"/>
              <a:ext cx="70471" cy="22122"/>
            </a:xfrm>
            <a:custGeom>
              <a:avLst/>
              <a:gdLst/>
              <a:ahLst/>
              <a:cxnLst/>
              <a:rect l="l" t="t" r="r" b="b"/>
              <a:pathLst>
                <a:path w="1596" h="501" extrusionOk="0">
                  <a:moveTo>
                    <a:pt x="274" y="1"/>
                  </a:moveTo>
                  <a:lnTo>
                    <a:pt x="167" y="13"/>
                  </a:lnTo>
                  <a:lnTo>
                    <a:pt x="24" y="156"/>
                  </a:lnTo>
                  <a:lnTo>
                    <a:pt x="0" y="251"/>
                  </a:lnTo>
                  <a:lnTo>
                    <a:pt x="24" y="358"/>
                  </a:lnTo>
                  <a:lnTo>
                    <a:pt x="167" y="489"/>
                  </a:lnTo>
                  <a:lnTo>
                    <a:pt x="274" y="501"/>
                  </a:lnTo>
                  <a:lnTo>
                    <a:pt x="1334" y="501"/>
                  </a:lnTo>
                  <a:lnTo>
                    <a:pt x="1441" y="489"/>
                  </a:lnTo>
                  <a:lnTo>
                    <a:pt x="1584" y="346"/>
                  </a:lnTo>
                  <a:lnTo>
                    <a:pt x="1596" y="251"/>
                  </a:lnTo>
                  <a:lnTo>
                    <a:pt x="1584" y="156"/>
                  </a:lnTo>
                  <a:lnTo>
                    <a:pt x="1441" y="13"/>
                  </a:lnTo>
                  <a:lnTo>
                    <a:pt x="133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20;p23">
              <a:extLst>
                <a:ext uri="{FF2B5EF4-FFF2-40B4-BE49-F238E27FC236}">
                  <a16:creationId xmlns:a16="http://schemas.microsoft.com/office/drawing/2014/main" id="{1FA06CFD-F924-4A9E-92E6-F6A7ABE17841}"/>
                </a:ext>
              </a:extLst>
            </p:cNvPr>
            <p:cNvSpPr/>
            <p:nvPr/>
          </p:nvSpPr>
          <p:spPr>
            <a:xfrm>
              <a:off x="1693548" y="4411206"/>
              <a:ext cx="70516" cy="22122"/>
            </a:xfrm>
            <a:custGeom>
              <a:avLst/>
              <a:gdLst/>
              <a:ahLst/>
              <a:cxnLst/>
              <a:rect l="l" t="t" r="r" b="b"/>
              <a:pathLst>
                <a:path w="1597" h="501" extrusionOk="0">
                  <a:moveTo>
                    <a:pt x="263" y="1"/>
                  </a:moveTo>
                  <a:lnTo>
                    <a:pt x="156" y="13"/>
                  </a:lnTo>
                  <a:lnTo>
                    <a:pt x="13" y="156"/>
                  </a:lnTo>
                  <a:lnTo>
                    <a:pt x="1" y="251"/>
                  </a:lnTo>
                  <a:lnTo>
                    <a:pt x="13" y="358"/>
                  </a:lnTo>
                  <a:lnTo>
                    <a:pt x="156" y="489"/>
                  </a:lnTo>
                  <a:lnTo>
                    <a:pt x="263" y="501"/>
                  </a:lnTo>
                  <a:lnTo>
                    <a:pt x="1323" y="501"/>
                  </a:lnTo>
                  <a:lnTo>
                    <a:pt x="1430" y="489"/>
                  </a:lnTo>
                  <a:lnTo>
                    <a:pt x="1573" y="346"/>
                  </a:lnTo>
                  <a:lnTo>
                    <a:pt x="1596" y="251"/>
                  </a:lnTo>
                  <a:lnTo>
                    <a:pt x="1573" y="156"/>
                  </a:lnTo>
                  <a:lnTo>
                    <a:pt x="1430" y="13"/>
                  </a:lnTo>
                  <a:lnTo>
                    <a:pt x="1323"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21;p23">
              <a:extLst>
                <a:ext uri="{FF2B5EF4-FFF2-40B4-BE49-F238E27FC236}">
                  <a16:creationId xmlns:a16="http://schemas.microsoft.com/office/drawing/2014/main" id="{28A65402-9367-4DF2-A46A-432EC9CCBFCD}"/>
                </a:ext>
              </a:extLst>
            </p:cNvPr>
            <p:cNvSpPr/>
            <p:nvPr/>
          </p:nvSpPr>
          <p:spPr>
            <a:xfrm>
              <a:off x="1781371" y="2949697"/>
              <a:ext cx="70471" cy="22122"/>
            </a:xfrm>
            <a:custGeom>
              <a:avLst/>
              <a:gdLst/>
              <a:ahLst/>
              <a:cxnLst/>
              <a:rect l="l" t="t" r="r" b="b"/>
              <a:pathLst>
                <a:path w="1596" h="501" extrusionOk="0">
                  <a:moveTo>
                    <a:pt x="274" y="0"/>
                  </a:moveTo>
                  <a:lnTo>
                    <a:pt x="167" y="12"/>
                  </a:lnTo>
                  <a:lnTo>
                    <a:pt x="24" y="155"/>
                  </a:lnTo>
                  <a:lnTo>
                    <a:pt x="0" y="250"/>
                  </a:lnTo>
                  <a:lnTo>
                    <a:pt x="24" y="357"/>
                  </a:lnTo>
                  <a:lnTo>
                    <a:pt x="167" y="488"/>
                  </a:lnTo>
                  <a:lnTo>
                    <a:pt x="274" y="500"/>
                  </a:lnTo>
                  <a:lnTo>
                    <a:pt x="1322" y="500"/>
                  </a:lnTo>
                  <a:lnTo>
                    <a:pt x="1441" y="488"/>
                  </a:lnTo>
                  <a:lnTo>
                    <a:pt x="1584" y="345"/>
                  </a:lnTo>
                  <a:lnTo>
                    <a:pt x="1596" y="250"/>
                  </a:lnTo>
                  <a:lnTo>
                    <a:pt x="1584" y="143"/>
                  </a:lnTo>
                  <a:lnTo>
                    <a:pt x="1441"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22;p23">
              <a:extLst>
                <a:ext uri="{FF2B5EF4-FFF2-40B4-BE49-F238E27FC236}">
                  <a16:creationId xmlns:a16="http://schemas.microsoft.com/office/drawing/2014/main" id="{E1C5FEB3-F864-49B5-97DA-B012BAE57275}"/>
                </a:ext>
              </a:extLst>
            </p:cNvPr>
            <p:cNvSpPr/>
            <p:nvPr/>
          </p:nvSpPr>
          <p:spPr>
            <a:xfrm>
              <a:off x="1874405" y="2949697"/>
              <a:ext cx="69986" cy="22122"/>
            </a:xfrm>
            <a:custGeom>
              <a:avLst/>
              <a:gdLst/>
              <a:ahLst/>
              <a:cxnLst/>
              <a:rect l="l" t="t" r="r" b="b"/>
              <a:pathLst>
                <a:path w="1585" h="501" extrusionOk="0">
                  <a:moveTo>
                    <a:pt x="263" y="0"/>
                  </a:moveTo>
                  <a:lnTo>
                    <a:pt x="156" y="12"/>
                  </a:lnTo>
                  <a:lnTo>
                    <a:pt x="13" y="155"/>
                  </a:lnTo>
                  <a:lnTo>
                    <a:pt x="1" y="250"/>
                  </a:lnTo>
                  <a:lnTo>
                    <a:pt x="13" y="357"/>
                  </a:lnTo>
                  <a:lnTo>
                    <a:pt x="156" y="488"/>
                  </a:lnTo>
                  <a:lnTo>
                    <a:pt x="263" y="500"/>
                  </a:lnTo>
                  <a:lnTo>
                    <a:pt x="1323" y="500"/>
                  </a:lnTo>
                  <a:lnTo>
                    <a:pt x="1430" y="488"/>
                  </a:lnTo>
                  <a:lnTo>
                    <a:pt x="1573" y="345"/>
                  </a:lnTo>
                  <a:lnTo>
                    <a:pt x="1585" y="250"/>
                  </a:lnTo>
                  <a:lnTo>
                    <a:pt x="1573" y="143"/>
                  </a:lnTo>
                  <a:lnTo>
                    <a:pt x="1430" y="12"/>
                  </a:lnTo>
                  <a:lnTo>
                    <a:pt x="1323"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23;p23">
              <a:extLst>
                <a:ext uri="{FF2B5EF4-FFF2-40B4-BE49-F238E27FC236}">
                  <a16:creationId xmlns:a16="http://schemas.microsoft.com/office/drawing/2014/main" id="{F523AAC4-8811-4A72-B74B-0F15D270D6FD}"/>
                </a:ext>
              </a:extLst>
            </p:cNvPr>
            <p:cNvSpPr/>
            <p:nvPr/>
          </p:nvSpPr>
          <p:spPr>
            <a:xfrm>
              <a:off x="1594731" y="2949697"/>
              <a:ext cx="70516" cy="22122"/>
            </a:xfrm>
            <a:custGeom>
              <a:avLst/>
              <a:gdLst/>
              <a:ahLst/>
              <a:cxnLst/>
              <a:rect l="l" t="t" r="r" b="b"/>
              <a:pathLst>
                <a:path w="1597" h="501" extrusionOk="0">
                  <a:moveTo>
                    <a:pt x="274" y="0"/>
                  </a:moveTo>
                  <a:lnTo>
                    <a:pt x="167" y="12"/>
                  </a:lnTo>
                  <a:lnTo>
                    <a:pt x="24" y="155"/>
                  </a:lnTo>
                  <a:lnTo>
                    <a:pt x="1" y="250"/>
                  </a:lnTo>
                  <a:lnTo>
                    <a:pt x="24" y="357"/>
                  </a:lnTo>
                  <a:lnTo>
                    <a:pt x="167" y="488"/>
                  </a:lnTo>
                  <a:lnTo>
                    <a:pt x="274" y="500"/>
                  </a:lnTo>
                  <a:lnTo>
                    <a:pt x="1334" y="500"/>
                  </a:lnTo>
                  <a:lnTo>
                    <a:pt x="1441" y="488"/>
                  </a:lnTo>
                  <a:lnTo>
                    <a:pt x="1584" y="345"/>
                  </a:lnTo>
                  <a:lnTo>
                    <a:pt x="1596" y="250"/>
                  </a:lnTo>
                  <a:lnTo>
                    <a:pt x="1584" y="143"/>
                  </a:lnTo>
                  <a:lnTo>
                    <a:pt x="1441" y="12"/>
                  </a:lnTo>
                  <a:lnTo>
                    <a:pt x="133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24;p23">
              <a:extLst>
                <a:ext uri="{FF2B5EF4-FFF2-40B4-BE49-F238E27FC236}">
                  <a16:creationId xmlns:a16="http://schemas.microsoft.com/office/drawing/2014/main" id="{6C95A150-6A11-4AA8-9C82-5A1C98338CA6}"/>
                </a:ext>
              </a:extLst>
            </p:cNvPr>
            <p:cNvSpPr/>
            <p:nvPr/>
          </p:nvSpPr>
          <p:spPr>
            <a:xfrm>
              <a:off x="1688294" y="2949697"/>
              <a:ext cx="70516" cy="22122"/>
            </a:xfrm>
            <a:custGeom>
              <a:avLst/>
              <a:gdLst/>
              <a:ahLst/>
              <a:cxnLst/>
              <a:rect l="l" t="t" r="r" b="b"/>
              <a:pathLst>
                <a:path w="1597" h="501" extrusionOk="0">
                  <a:moveTo>
                    <a:pt x="263" y="0"/>
                  </a:moveTo>
                  <a:lnTo>
                    <a:pt x="156" y="12"/>
                  </a:lnTo>
                  <a:lnTo>
                    <a:pt x="13" y="155"/>
                  </a:lnTo>
                  <a:lnTo>
                    <a:pt x="1" y="250"/>
                  </a:lnTo>
                  <a:lnTo>
                    <a:pt x="13" y="357"/>
                  </a:lnTo>
                  <a:lnTo>
                    <a:pt x="156" y="488"/>
                  </a:lnTo>
                  <a:lnTo>
                    <a:pt x="263" y="500"/>
                  </a:lnTo>
                  <a:lnTo>
                    <a:pt x="1323" y="500"/>
                  </a:lnTo>
                  <a:lnTo>
                    <a:pt x="1430" y="488"/>
                  </a:lnTo>
                  <a:lnTo>
                    <a:pt x="1573" y="345"/>
                  </a:lnTo>
                  <a:lnTo>
                    <a:pt x="1596" y="250"/>
                  </a:lnTo>
                  <a:lnTo>
                    <a:pt x="1573" y="143"/>
                  </a:lnTo>
                  <a:lnTo>
                    <a:pt x="1430" y="12"/>
                  </a:lnTo>
                  <a:lnTo>
                    <a:pt x="1323"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25;p23">
              <a:extLst>
                <a:ext uri="{FF2B5EF4-FFF2-40B4-BE49-F238E27FC236}">
                  <a16:creationId xmlns:a16="http://schemas.microsoft.com/office/drawing/2014/main" id="{B905673B-6BF1-4485-A058-D99C7DB13091}"/>
                </a:ext>
              </a:extLst>
            </p:cNvPr>
            <p:cNvSpPr/>
            <p:nvPr/>
          </p:nvSpPr>
          <p:spPr>
            <a:xfrm>
              <a:off x="1601045" y="4411206"/>
              <a:ext cx="69942" cy="22122"/>
            </a:xfrm>
            <a:custGeom>
              <a:avLst/>
              <a:gdLst/>
              <a:ahLst/>
              <a:cxnLst/>
              <a:rect l="l" t="t" r="r" b="b"/>
              <a:pathLst>
                <a:path w="1584" h="501" extrusionOk="0">
                  <a:moveTo>
                    <a:pt x="262" y="1"/>
                  </a:moveTo>
                  <a:lnTo>
                    <a:pt x="155" y="13"/>
                  </a:lnTo>
                  <a:lnTo>
                    <a:pt x="12" y="156"/>
                  </a:lnTo>
                  <a:lnTo>
                    <a:pt x="0" y="251"/>
                  </a:lnTo>
                  <a:lnTo>
                    <a:pt x="12" y="358"/>
                  </a:lnTo>
                  <a:lnTo>
                    <a:pt x="155" y="489"/>
                  </a:lnTo>
                  <a:lnTo>
                    <a:pt x="262" y="501"/>
                  </a:lnTo>
                  <a:lnTo>
                    <a:pt x="1322" y="501"/>
                  </a:lnTo>
                  <a:lnTo>
                    <a:pt x="1429" y="489"/>
                  </a:lnTo>
                  <a:lnTo>
                    <a:pt x="1572" y="346"/>
                  </a:lnTo>
                  <a:lnTo>
                    <a:pt x="1584" y="251"/>
                  </a:lnTo>
                  <a:lnTo>
                    <a:pt x="1560" y="156"/>
                  </a:lnTo>
                  <a:lnTo>
                    <a:pt x="1417"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26;p23">
              <a:extLst>
                <a:ext uri="{FF2B5EF4-FFF2-40B4-BE49-F238E27FC236}">
                  <a16:creationId xmlns:a16="http://schemas.microsoft.com/office/drawing/2014/main" id="{D397D0B9-7065-4F95-AFBE-5F236C0CDF02}"/>
                </a:ext>
              </a:extLst>
            </p:cNvPr>
            <p:cNvSpPr/>
            <p:nvPr/>
          </p:nvSpPr>
          <p:spPr>
            <a:xfrm>
              <a:off x="2898567" y="2949697"/>
              <a:ext cx="69412" cy="26846"/>
            </a:xfrm>
            <a:custGeom>
              <a:avLst/>
              <a:gdLst/>
              <a:ahLst/>
              <a:cxnLst/>
              <a:rect l="l" t="t" r="r" b="b"/>
              <a:pathLst>
                <a:path w="1572" h="608" extrusionOk="0">
                  <a:moveTo>
                    <a:pt x="274" y="0"/>
                  </a:moveTo>
                  <a:lnTo>
                    <a:pt x="167" y="12"/>
                  </a:lnTo>
                  <a:lnTo>
                    <a:pt x="24" y="155"/>
                  </a:lnTo>
                  <a:lnTo>
                    <a:pt x="0" y="250"/>
                  </a:lnTo>
                  <a:lnTo>
                    <a:pt x="24" y="357"/>
                  </a:lnTo>
                  <a:lnTo>
                    <a:pt x="167" y="488"/>
                  </a:lnTo>
                  <a:lnTo>
                    <a:pt x="274" y="500"/>
                  </a:lnTo>
                  <a:lnTo>
                    <a:pt x="584" y="500"/>
                  </a:lnTo>
                  <a:lnTo>
                    <a:pt x="917" y="524"/>
                  </a:lnTo>
                  <a:lnTo>
                    <a:pt x="1250" y="595"/>
                  </a:lnTo>
                  <a:lnTo>
                    <a:pt x="1286" y="595"/>
                  </a:lnTo>
                  <a:lnTo>
                    <a:pt x="1310" y="607"/>
                  </a:lnTo>
                  <a:lnTo>
                    <a:pt x="1405" y="595"/>
                  </a:lnTo>
                  <a:lnTo>
                    <a:pt x="1536" y="500"/>
                  </a:lnTo>
                  <a:lnTo>
                    <a:pt x="1572" y="417"/>
                  </a:lnTo>
                  <a:lnTo>
                    <a:pt x="1572" y="310"/>
                  </a:lnTo>
                  <a:lnTo>
                    <a:pt x="1477" y="143"/>
                  </a:lnTo>
                  <a:lnTo>
                    <a:pt x="1370" y="107"/>
                  </a:lnTo>
                  <a:lnTo>
                    <a:pt x="989" y="24"/>
                  </a:lnTo>
                  <a:lnTo>
                    <a:pt x="58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27;p23">
              <a:extLst>
                <a:ext uri="{FF2B5EF4-FFF2-40B4-BE49-F238E27FC236}">
                  <a16:creationId xmlns:a16="http://schemas.microsoft.com/office/drawing/2014/main" id="{BB4B9C2D-3991-4FEC-A8C4-337816C9378E}"/>
                </a:ext>
              </a:extLst>
            </p:cNvPr>
            <p:cNvSpPr/>
            <p:nvPr/>
          </p:nvSpPr>
          <p:spPr>
            <a:xfrm>
              <a:off x="3027366" y="3700939"/>
              <a:ext cx="23711" cy="68396"/>
            </a:xfrm>
            <a:custGeom>
              <a:avLst/>
              <a:gdLst/>
              <a:ahLst/>
              <a:cxnLst/>
              <a:rect l="l" t="t" r="r" b="b"/>
              <a:pathLst>
                <a:path w="537" h="1549" extrusionOk="0">
                  <a:moveTo>
                    <a:pt x="274" y="1"/>
                  </a:moveTo>
                  <a:lnTo>
                    <a:pt x="167" y="13"/>
                  </a:lnTo>
                  <a:lnTo>
                    <a:pt x="24" y="144"/>
                  </a:lnTo>
                  <a:lnTo>
                    <a:pt x="0" y="251"/>
                  </a:lnTo>
                  <a:lnTo>
                    <a:pt x="0" y="1287"/>
                  </a:lnTo>
                  <a:lnTo>
                    <a:pt x="24" y="1394"/>
                  </a:lnTo>
                  <a:lnTo>
                    <a:pt x="167" y="1525"/>
                  </a:lnTo>
                  <a:lnTo>
                    <a:pt x="274" y="1549"/>
                  </a:lnTo>
                  <a:lnTo>
                    <a:pt x="381" y="1525"/>
                  </a:lnTo>
                  <a:lnTo>
                    <a:pt x="524" y="1394"/>
                  </a:lnTo>
                  <a:lnTo>
                    <a:pt x="536" y="1287"/>
                  </a:lnTo>
                  <a:lnTo>
                    <a:pt x="536" y="251"/>
                  </a:lnTo>
                  <a:lnTo>
                    <a:pt x="524" y="144"/>
                  </a:lnTo>
                  <a:lnTo>
                    <a:pt x="381" y="13"/>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28;p23">
              <a:extLst>
                <a:ext uri="{FF2B5EF4-FFF2-40B4-BE49-F238E27FC236}">
                  <a16:creationId xmlns:a16="http://schemas.microsoft.com/office/drawing/2014/main" id="{51A3553A-C1C0-4647-B3C0-C89F6A3B2E18}"/>
                </a:ext>
              </a:extLst>
            </p:cNvPr>
            <p:cNvSpPr/>
            <p:nvPr/>
          </p:nvSpPr>
          <p:spPr>
            <a:xfrm>
              <a:off x="3027366" y="3515359"/>
              <a:ext cx="23711" cy="68926"/>
            </a:xfrm>
            <a:custGeom>
              <a:avLst/>
              <a:gdLst/>
              <a:ahLst/>
              <a:cxnLst/>
              <a:rect l="l" t="t" r="r" b="b"/>
              <a:pathLst>
                <a:path w="537" h="1561" extrusionOk="0">
                  <a:moveTo>
                    <a:pt x="274" y="1"/>
                  </a:moveTo>
                  <a:lnTo>
                    <a:pt x="167" y="13"/>
                  </a:lnTo>
                  <a:lnTo>
                    <a:pt x="24" y="156"/>
                  </a:lnTo>
                  <a:lnTo>
                    <a:pt x="0" y="251"/>
                  </a:lnTo>
                  <a:lnTo>
                    <a:pt x="0" y="1299"/>
                  </a:lnTo>
                  <a:lnTo>
                    <a:pt x="24" y="1406"/>
                  </a:lnTo>
                  <a:lnTo>
                    <a:pt x="167" y="1549"/>
                  </a:lnTo>
                  <a:lnTo>
                    <a:pt x="274" y="1560"/>
                  </a:lnTo>
                  <a:lnTo>
                    <a:pt x="381" y="1549"/>
                  </a:lnTo>
                  <a:lnTo>
                    <a:pt x="524" y="1406"/>
                  </a:lnTo>
                  <a:lnTo>
                    <a:pt x="536" y="1299"/>
                  </a:lnTo>
                  <a:lnTo>
                    <a:pt x="536" y="251"/>
                  </a:lnTo>
                  <a:lnTo>
                    <a:pt x="524" y="156"/>
                  </a:lnTo>
                  <a:lnTo>
                    <a:pt x="381" y="13"/>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429;p23">
              <a:extLst>
                <a:ext uri="{FF2B5EF4-FFF2-40B4-BE49-F238E27FC236}">
                  <a16:creationId xmlns:a16="http://schemas.microsoft.com/office/drawing/2014/main" id="{5246B2CC-CF03-469A-8F1B-F89548F9439A}"/>
                </a:ext>
              </a:extLst>
            </p:cNvPr>
            <p:cNvSpPr/>
            <p:nvPr/>
          </p:nvSpPr>
          <p:spPr>
            <a:xfrm>
              <a:off x="3027366" y="3793487"/>
              <a:ext cx="23711" cy="68396"/>
            </a:xfrm>
            <a:custGeom>
              <a:avLst/>
              <a:gdLst/>
              <a:ahLst/>
              <a:cxnLst/>
              <a:rect l="l" t="t" r="r" b="b"/>
              <a:pathLst>
                <a:path w="537" h="1549" extrusionOk="0">
                  <a:moveTo>
                    <a:pt x="274" y="0"/>
                  </a:moveTo>
                  <a:lnTo>
                    <a:pt x="167" y="12"/>
                  </a:lnTo>
                  <a:lnTo>
                    <a:pt x="24" y="155"/>
                  </a:lnTo>
                  <a:lnTo>
                    <a:pt x="0" y="250"/>
                  </a:lnTo>
                  <a:lnTo>
                    <a:pt x="0" y="1298"/>
                  </a:lnTo>
                  <a:lnTo>
                    <a:pt x="24" y="1393"/>
                  </a:lnTo>
                  <a:lnTo>
                    <a:pt x="167" y="1536"/>
                  </a:lnTo>
                  <a:lnTo>
                    <a:pt x="274" y="1548"/>
                  </a:lnTo>
                  <a:lnTo>
                    <a:pt x="381" y="1536"/>
                  </a:lnTo>
                  <a:lnTo>
                    <a:pt x="524" y="1393"/>
                  </a:lnTo>
                  <a:lnTo>
                    <a:pt x="536" y="1298"/>
                  </a:lnTo>
                  <a:lnTo>
                    <a:pt x="536" y="250"/>
                  </a:lnTo>
                  <a:lnTo>
                    <a:pt x="524" y="155"/>
                  </a:lnTo>
                  <a:lnTo>
                    <a:pt x="381" y="12"/>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30;p23">
              <a:extLst>
                <a:ext uri="{FF2B5EF4-FFF2-40B4-BE49-F238E27FC236}">
                  <a16:creationId xmlns:a16="http://schemas.microsoft.com/office/drawing/2014/main" id="{8AB1A7EE-7EB2-4BE6-822A-27353F571F1A}"/>
                </a:ext>
              </a:extLst>
            </p:cNvPr>
            <p:cNvSpPr/>
            <p:nvPr/>
          </p:nvSpPr>
          <p:spPr>
            <a:xfrm>
              <a:off x="3027366" y="4071615"/>
              <a:ext cx="23711" cy="67866"/>
            </a:xfrm>
            <a:custGeom>
              <a:avLst/>
              <a:gdLst/>
              <a:ahLst/>
              <a:cxnLst/>
              <a:rect l="l" t="t" r="r" b="b"/>
              <a:pathLst>
                <a:path w="537" h="1537" extrusionOk="0">
                  <a:moveTo>
                    <a:pt x="274" y="0"/>
                  </a:moveTo>
                  <a:lnTo>
                    <a:pt x="167" y="12"/>
                  </a:lnTo>
                  <a:lnTo>
                    <a:pt x="24" y="143"/>
                  </a:lnTo>
                  <a:lnTo>
                    <a:pt x="0" y="250"/>
                  </a:lnTo>
                  <a:lnTo>
                    <a:pt x="0" y="1286"/>
                  </a:lnTo>
                  <a:lnTo>
                    <a:pt x="24" y="1393"/>
                  </a:lnTo>
                  <a:lnTo>
                    <a:pt x="167" y="1524"/>
                  </a:lnTo>
                  <a:lnTo>
                    <a:pt x="274" y="1536"/>
                  </a:lnTo>
                  <a:lnTo>
                    <a:pt x="381" y="1524"/>
                  </a:lnTo>
                  <a:lnTo>
                    <a:pt x="524" y="1393"/>
                  </a:lnTo>
                  <a:lnTo>
                    <a:pt x="536" y="1286"/>
                  </a:lnTo>
                  <a:lnTo>
                    <a:pt x="536" y="250"/>
                  </a:lnTo>
                  <a:lnTo>
                    <a:pt x="524" y="143"/>
                  </a:lnTo>
                  <a:lnTo>
                    <a:pt x="381" y="12"/>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31;p23">
              <a:extLst>
                <a:ext uri="{FF2B5EF4-FFF2-40B4-BE49-F238E27FC236}">
                  <a16:creationId xmlns:a16="http://schemas.microsoft.com/office/drawing/2014/main" id="{E47ABA5A-DCC8-4469-8BD3-AA5A57B59507}"/>
                </a:ext>
              </a:extLst>
            </p:cNvPr>
            <p:cNvSpPr/>
            <p:nvPr/>
          </p:nvSpPr>
          <p:spPr>
            <a:xfrm>
              <a:off x="3027366" y="3885990"/>
              <a:ext cx="23711" cy="68396"/>
            </a:xfrm>
            <a:custGeom>
              <a:avLst/>
              <a:gdLst/>
              <a:ahLst/>
              <a:cxnLst/>
              <a:rect l="l" t="t" r="r" b="b"/>
              <a:pathLst>
                <a:path w="537" h="1549" extrusionOk="0">
                  <a:moveTo>
                    <a:pt x="274" y="1"/>
                  </a:moveTo>
                  <a:lnTo>
                    <a:pt x="167" y="13"/>
                  </a:lnTo>
                  <a:lnTo>
                    <a:pt x="24" y="156"/>
                  </a:lnTo>
                  <a:lnTo>
                    <a:pt x="0" y="251"/>
                  </a:lnTo>
                  <a:lnTo>
                    <a:pt x="0" y="1299"/>
                  </a:lnTo>
                  <a:lnTo>
                    <a:pt x="24" y="1406"/>
                  </a:lnTo>
                  <a:lnTo>
                    <a:pt x="167" y="1537"/>
                  </a:lnTo>
                  <a:lnTo>
                    <a:pt x="274" y="1549"/>
                  </a:lnTo>
                  <a:lnTo>
                    <a:pt x="381" y="1537"/>
                  </a:lnTo>
                  <a:lnTo>
                    <a:pt x="524" y="1394"/>
                  </a:lnTo>
                  <a:lnTo>
                    <a:pt x="536" y="1299"/>
                  </a:lnTo>
                  <a:lnTo>
                    <a:pt x="536" y="251"/>
                  </a:lnTo>
                  <a:lnTo>
                    <a:pt x="524" y="156"/>
                  </a:lnTo>
                  <a:lnTo>
                    <a:pt x="381" y="13"/>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32;p23">
              <a:extLst>
                <a:ext uri="{FF2B5EF4-FFF2-40B4-BE49-F238E27FC236}">
                  <a16:creationId xmlns:a16="http://schemas.microsoft.com/office/drawing/2014/main" id="{4D683ED1-AD9E-49A7-B6AA-D478B8EB60E1}"/>
                </a:ext>
              </a:extLst>
            </p:cNvPr>
            <p:cNvSpPr/>
            <p:nvPr/>
          </p:nvSpPr>
          <p:spPr>
            <a:xfrm>
              <a:off x="3027366" y="3978538"/>
              <a:ext cx="23711" cy="68396"/>
            </a:xfrm>
            <a:custGeom>
              <a:avLst/>
              <a:gdLst/>
              <a:ahLst/>
              <a:cxnLst/>
              <a:rect l="l" t="t" r="r" b="b"/>
              <a:pathLst>
                <a:path w="537" h="1549" extrusionOk="0">
                  <a:moveTo>
                    <a:pt x="274" y="1"/>
                  </a:moveTo>
                  <a:lnTo>
                    <a:pt x="167" y="24"/>
                  </a:lnTo>
                  <a:lnTo>
                    <a:pt x="24" y="155"/>
                  </a:lnTo>
                  <a:lnTo>
                    <a:pt x="0" y="262"/>
                  </a:lnTo>
                  <a:lnTo>
                    <a:pt x="0" y="1298"/>
                  </a:lnTo>
                  <a:lnTo>
                    <a:pt x="24" y="1406"/>
                  </a:lnTo>
                  <a:lnTo>
                    <a:pt x="167" y="1537"/>
                  </a:lnTo>
                  <a:lnTo>
                    <a:pt x="274" y="1548"/>
                  </a:lnTo>
                  <a:lnTo>
                    <a:pt x="381" y="1537"/>
                  </a:lnTo>
                  <a:lnTo>
                    <a:pt x="524" y="1394"/>
                  </a:lnTo>
                  <a:lnTo>
                    <a:pt x="536" y="1298"/>
                  </a:lnTo>
                  <a:lnTo>
                    <a:pt x="536" y="262"/>
                  </a:lnTo>
                  <a:lnTo>
                    <a:pt x="524" y="155"/>
                  </a:lnTo>
                  <a:lnTo>
                    <a:pt x="381" y="24"/>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433;p23">
              <a:extLst>
                <a:ext uri="{FF2B5EF4-FFF2-40B4-BE49-F238E27FC236}">
                  <a16:creationId xmlns:a16="http://schemas.microsoft.com/office/drawing/2014/main" id="{379FADE3-C787-4A13-9F81-8657BE67CE2D}"/>
                </a:ext>
              </a:extLst>
            </p:cNvPr>
            <p:cNvSpPr/>
            <p:nvPr/>
          </p:nvSpPr>
          <p:spPr>
            <a:xfrm>
              <a:off x="3027366" y="3607906"/>
              <a:ext cx="23711" cy="69412"/>
            </a:xfrm>
            <a:custGeom>
              <a:avLst/>
              <a:gdLst/>
              <a:ahLst/>
              <a:cxnLst/>
              <a:rect l="l" t="t" r="r" b="b"/>
              <a:pathLst>
                <a:path w="537" h="1572" extrusionOk="0">
                  <a:moveTo>
                    <a:pt x="274" y="0"/>
                  </a:moveTo>
                  <a:lnTo>
                    <a:pt x="167" y="24"/>
                  </a:lnTo>
                  <a:lnTo>
                    <a:pt x="24" y="155"/>
                  </a:lnTo>
                  <a:lnTo>
                    <a:pt x="0" y="262"/>
                  </a:lnTo>
                  <a:lnTo>
                    <a:pt x="0" y="1310"/>
                  </a:lnTo>
                  <a:lnTo>
                    <a:pt x="24" y="1417"/>
                  </a:lnTo>
                  <a:lnTo>
                    <a:pt x="167" y="1548"/>
                  </a:lnTo>
                  <a:lnTo>
                    <a:pt x="274" y="1572"/>
                  </a:lnTo>
                  <a:lnTo>
                    <a:pt x="381" y="1548"/>
                  </a:lnTo>
                  <a:lnTo>
                    <a:pt x="524" y="1417"/>
                  </a:lnTo>
                  <a:lnTo>
                    <a:pt x="536" y="1310"/>
                  </a:lnTo>
                  <a:lnTo>
                    <a:pt x="536" y="262"/>
                  </a:lnTo>
                  <a:lnTo>
                    <a:pt x="524" y="155"/>
                  </a:lnTo>
                  <a:lnTo>
                    <a:pt x="381" y="24"/>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34;p23">
              <a:extLst>
                <a:ext uri="{FF2B5EF4-FFF2-40B4-BE49-F238E27FC236}">
                  <a16:creationId xmlns:a16="http://schemas.microsoft.com/office/drawing/2014/main" id="{E76531F5-482E-4EB2-9637-9CE78C666B25}"/>
                </a:ext>
              </a:extLst>
            </p:cNvPr>
            <p:cNvSpPr/>
            <p:nvPr/>
          </p:nvSpPr>
          <p:spPr>
            <a:xfrm>
              <a:off x="3027366" y="3052179"/>
              <a:ext cx="23711" cy="68926"/>
            </a:xfrm>
            <a:custGeom>
              <a:avLst/>
              <a:gdLst/>
              <a:ahLst/>
              <a:cxnLst/>
              <a:rect l="l" t="t" r="r" b="b"/>
              <a:pathLst>
                <a:path w="537" h="1561" extrusionOk="0">
                  <a:moveTo>
                    <a:pt x="274" y="1"/>
                  </a:moveTo>
                  <a:lnTo>
                    <a:pt x="167" y="13"/>
                  </a:lnTo>
                  <a:lnTo>
                    <a:pt x="24" y="156"/>
                  </a:lnTo>
                  <a:lnTo>
                    <a:pt x="0" y="251"/>
                  </a:lnTo>
                  <a:lnTo>
                    <a:pt x="0" y="1311"/>
                  </a:lnTo>
                  <a:lnTo>
                    <a:pt x="24" y="1418"/>
                  </a:lnTo>
                  <a:lnTo>
                    <a:pt x="167" y="1549"/>
                  </a:lnTo>
                  <a:lnTo>
                    <a:pt x="274" y="1561"/>
                  </a:lnTo>
                  <a:lnTo>
                    <a:pt x="381" y="1549"/>
                  </a:lnTo>
                  <a:lnTo>
                    <a:pt x="524" y="1406"/>
                  </a:lnTo>
                  <a:lnTo>
                    <a:pt x="536" y="1311"/>
                  </a:lnTo>
                  <a:lnTo>
                    <a:pt x="536" y="251"/>
                  </a:lnTo>
                  <a:lnTo>
                    <a:pt x="524" y="156"/>
                  </a:lnTo>
                  <a:lnTo>
                    <a:pt x="381" y="13"/>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35;p23">
              <a:extLst>
                <a:ext uri="{FF2B5EF4-FFF2-40B4-BE49-F238E27FC236}">
                  <a16:creationId xmlns:a16="http://schemas.microsoft.com/office/drawing/2014/main" id="{03E49471-1B70-425C-B368-6EE1CBA90D7C}"/>
                </a:ext>
              </a:extLst>
            </p:cNvPr>
            <p:cNvSpPr/>
            <p:nvPr/>
          </p:nvSpPr>
          <p:spPr>
            <a:xfrm>
              <a:off x="2526345" y="2949697"/>
              <a:ext cx="69942" cy="22122"/>
            </a:xfrm>
            <a:custGeom>
              <a:avLst/>
              <a:gdLst/>
              <a:ahLst/>
              <a:cxnLst/>
              <a:rect l="l" t="t" r="r" b="b"/>
              <a:pathLst>
                <a:path w="1584" h="501" extrusionOk="0">
                  <a:moveTo>
                    <a:pt x="262" y="0"/>
                  </a:moveTo>
                  <a:lnTo>
                    <a:pt x="155" y="12"/>
                  </a:lnTo>
                  <a:lnTo>
                    <a:pt x="12" y="155"/>
                  </a:lnTo>
                  <a:lnTo>
                    <a:pt x="0" y="250"/>
                  </a:lnTo>
                  <a:lnTo>
                    <a:pt x="12" y="357"/>
                  </a:lnTo>
                  <a:lnTo>
                    <a:pt x="155" y="488"/>
                  </a:lnTo>
                  <a:lnTo>
                    <a:pt x="262" y="500"/>
                  </a:lnTo>
                  <a:lnTo>
                    <a:pt x="1322" y="500"/>
                  </a:lnTo>
                  <a:lnTo>
                    <a:pt x="1429" y="488"/>
                  </a:lnTo>
                  <a:lnTo>
                    <a:pt x="1572" y="345"/>
                  </a:lnTo>
                  <a:lnTo>
                    <a:pt x="1584" y="250"/>
                  </a:lnTo>
                  <a:lnTo>
                    <a:pt x="1572" y="143"/>
                  </a:lnTo>
                  <a:lnTo>
                    <a:pt x="1429"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36;p23">
              <a:extLst>
                <a:ext uri="{FF2B5EF4-FFF2-40B4-BE49-F238E27FC236}">
                  <a16:creationId xmlns:a16="http://schemas.microsoft.com/office/drawing/2014/main" id="{1350F49A-A6AE-42CD-A067-6FFA3C97801D}"/>
                </a:ext>
              </a:extLst>
            </p:cNvPr>
            <p:cNvSpPr/>
            <p:nvPr/>
          </p:nvSpPr>
          <p:spPr>
            <a:xfrm>
              <a:off x="3027366" y="3237275"/>
              <a:ext cx="23711" cy="68352"/>
            </a:xfrm>
            <a:custGeom>
              <a:avLst/>
              <a:gdLst/>
              <a:ahLst/>
              <a:cxnLst/>
              <a:rect l="l" t="t" r="r" b="b"/>
              <a:pathLst>
                <a:path w="537" h="1548" extrusionOk="0">
                  <a:moveTo>
                    <a:pt x="274" y="0"/>
                  </a:moveTo>
                  <a:lnTo>
                    <a:pt x="167" y="24"/>
                  </a:lnTo>
                  <a:lnTo>
                    <a:pt x="24" y="155"/>
                  </a:lnTo>
                  <a:lnTo>
                    <a:pt x="0" y="262"/>
                  </a:lnTo>
                  <a:lnTo>
                    <a:pt x="0" y="1298"/>
                  </a:lnTo>
                  <a:lnTo>
                    <a:pt x="24" y="1405"/>
                  </a:lnTo>
                  <a:lnTo>
                    <a:pt x="167" y="1536"/>
                  </a:lnTo>
                  <a:lnTo>
                    <a:pt x="274" y="1548"/>
                  </a:lnTo>
                  <a:lnTo>
                    <a:pt x="381" y="1536"/>
                  </a:lnTo>
                  <a:lnTo>
                    <a:pt x="524" y="1393"/>
                  </a:lnTo>
                  <a:lnTo>
                    <a:pt x="536" y="1298"/>
                  </a:lnTo>
                  <a:lnTo>
                    <a:pt x="536" y="262"/>
                  </a:lnTo>
                  <a:lnTo>
                    <a:pt x="524" y="155"/>
                  </a:lnTo>
                  <a:lnTo>
                    <a:pt x="381" y="24"/>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37;p23">
              <a:extLst>
                <a:ext uri="{FF2B5EF4-FFF2-40B4-BE49-F238E27FC236}">
                  <a16:creationId xmlns:a16="http://schemas.microsoft.com/office/drawing/2014/main" id="{2FAB2FA7-E46F-4F34-88CD-8824CB409709}"/>
                </a:ext>
              </a:extLst>
            </p:cNvPr>
            <p:cNvSpPr/>
            <p:nvPr/>
          </p:nvSpPr>
          <p:spPr>
            <a:xfrm>
              <a:off x="3027366" y="3422855"/>
              <a:ext cx="23711" cy="68352"/>
            </a:xfrm>
            <a:custGeom>
              <a:avLst/>
              <a:gdLst/>
              <a:ahLst/>
              <a:cxnLst/>
              <a:rect l="l" t="t" r="r" b="b"/>
              <a:pathLst>
                <a:path w="537" h="1548" extrusionOk="0">
                  <a:moveTo>
                    <a:pt x="274" y="0"/>
                  </a:moveTo>
                  <a:lnTo>
                    <a:pt x="167" y="12"/>
                  </a:lnTo>
                  <a:lnTo>
                    <a:pt x="24" y="155"/>
                  </a:lnTo>
                  <a:lnTo>
                    <a:pt x="0" y="250"/>
                  </a:lnTo>
                  <a:lnTo>
                    <a:pt x="0" y="1298"/>
                  </a:lnTo>
                  <a:lnTo>
                    <a:pt x="24" y="1393"/>
                  </a:lnTo>
                  <a:lnTo>
                    <a:pt x="167" y="1536"/>
                  </a:lnTo>
                  <a:lnTo>
                    <a:pt x="274" y="1548"/>
                  </a:lnTo>
                  <a:lnTo>
                    <a:pt x="381" y="1536"/>
                  </a:lnTo>
                  <a:lnTo>
                    <a:pt x="524" y="1393"/>
                  </a:lnTo>
                  <a:lnTo>
                    <a:pt x="536" y="1298"/>
                  </a:lnTo>
                  <a:lnTo>
                    <a:pt x="536" y="250"/>
                  </a:lnTo>
                  <a:lnTo>
                    <a:pt x="524" y="155"/>
                  </a:lnTo>
                  <a:lnTo>
                    <a:pt x="381" y="12"/>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38;p23">
              <a:extLst>
                <a:ext uri="{FF2B5EF4-FFF2-40B4-BE49-F238E27FC236}">
                  <a16:creationId xmlns:a16="http://schemas.microsoft.com/office/drawing/2014/main" id="{C64CCB6C-1DA5-4C45-94B0-53CFC1C5FB69}"/>
                </a:ext>
              </a:extLst>
            </p:cNvPr>
            <p:cNvSpPr/>
            <p:nvPr/>
          </p:nvSpPr>
          <p:spPr>
            <a:xfrm>
              <a:off x="3027366" y="3330308"/>
              <a:ext cx="23711" cy="68396"/>
            </a:xfrm>
            <a:custGeom>
              <a:avLst/>
              <a:gdLst/>
              <a:ahLst/>
              <a:cxnLst/>
              <a:rect l="l" t="t" r="r" b="b"/>
              <a:pathLst>
                <a:path w="537" h="1549" extrusionOk="0">
                  <a:moveTo>
                    <a:pt x="274" y="1"/>
                  </a:moveTo>
                  <a:lnTo>
                    <a:pt x="167" y="12"/>
                  </a:lnTo>
                  <a:lnTo>
                    <a:pt x="24" y="143"/>
                  </a:lnTo>
                  <a:lnTo>
                    <a:pt x="0" y="251"/>
                  </a:lnTo>
                  <a:lnTo>
                    <a:pt x="0" y="1286"/>
                  </a:lnTo>
                  <a:lnTo>
                    <a:pt x="24" y="1394"/>
                  </a:lnTo>
                  <a:lnTo>
                    <a:pt x="167" y="1525"/>
                  </a:lnTo>
                  <a:lnTo>
                    <a:pt x="274" y="1548"/>
                  </a:lnTo>
                  <a:lnTo>
                    <a:pt x="381" y="1525"/>
                  </a:lnTo>
                  <a:lnTo>
                    <a:pt x="524" y="1394"/>
                  </a:lnTo>
                  <a:lnTo>
                    <a:pt x="536" y="1286"/>
                  </a:lnTo>
                  <a:lnTo>
                    <a:pt x="536" y="251"/>
                  </a:lnTo>
                  <a:lnTo>
                    <a:pt x="524" y="143"/>
                  </a:lnTo>
                  <a:lnTo>
                    <a:pt x="381" y="12"/>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39;p23">
              <a:extLst>
                <a:ext uri="{FF2B5EF4-FFF2-40B4-BE49-F238E27FC236}">
                  <a16:creationId xmlns:a16="http://schemas.microsoft.com/office/drawing/2014/main" id="{4E155BCD-7061-45DD-ACEA-AEB4BE29F108}"/>
                </a:ext>
              </a:extLst>
            </p:cNvPr>
            <p:cNvSpPr/>
            <p:nvPr/>
          </p:nvSpPr>
          <p:spPr>
            <a:xfrm>
              <a:off x="3027366" y="3144727"/>
              <a:ext cx="23711" cy="68396"/>
            </a:xfrm>
            <a:custGeom>
              <a:avLst/>
              <a:gdLst/>
              <a:ahLst/>
              <a:cxnLst/>
              <a:rect l="l" t="t" r="r" b="b"/>
              <a:pathLst>
                <a:path w="537" h="1549" extrusionOk="0">
                  <a:moveTo>
                    <a:pt x="274" y="0"/>
                  </a:moveTo>
                  <a:lnTo>
                    <a:pt x="167" y="12"/>
                  </a:lnTo>
                  <a:lnTo>
                    <a:pt x="24" y="155"/>
                  </a:lnTo>
                  <a:lnTo>
                    <a:pt x="0" y="251"/>
                  </a:lnTo>
                  <a:lnTo>
                    <a:pt x="0" y="1298"/>
                  </a:lnTo>
                  <a:lnTo>
                    <a:pt x="24" y="1405"/>
                  </a:lnTo>
                  <a:lnTo>
                    <a:pt x="167" y="1536"/>
                  </a:lnTo>
                  <a:lnTo>
                    <a:pt x="274" y="1548"/>
                  </a:lnTo>
                  <a:lnTo>
                    <a:pt x="381" y="1536"/>
                  </a:lnTo>
                  <a:lnTo>
                    <a:pt x="524" y="1394"/>
                  </a:lnTo>
                  <a:lnTo>
                    <a:pt x="536" y="1298"/>
                  </a:lnTo>
                  <a:lnTo>
                    <a:pt x="536" y="251"/>
                  </a:lnTo>
                  <a:lnTo>
                    <a:pt x="524" y="155"/>
                  </a:lnTo>
                  <a:lnTo>
                    <a:pt x="381" y="12"/>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40;p23">
              <a:extLst>
                <a:ext uri="{FF2B5EF4-FFF2-40B4-BE49-F238E27FC236}">
                  <a16:creationId xmlns:a16="http://schemas.microsoft.com/office/drawing/2014/main" id="{B52D8F8B-7291-487D-ABFF-AC24EA7648F0}"/>
                </a:ext>
              </a:extLst>
            </p:cNvPr>
            <p:cNvSpPr/>
            <p:nvPr/>
          </p:nvSpPr>
          <p:spPr>
            <a:xfrm>
              <a:off x="2711926" y="2949697"/>
              <a:ext cx="70471" cy="22122"/>
            </a:xfrm>
            <a:custGeom>
              <a:avLst/>
              <a:gdLst/>
              <a:ahLst/>
              <a:cxnLst/>
              <a:rect l="l" t="t" r="r" b="b"/>
              <a:pathLst>
                <a:path w="1596" h="501" extrusionOk="0">
                  <a:moveTo>
                    <a:pt x="274" y="0"/>
                  </a:moveTo>
                  <a:lnTo>
                    <a:pt x="167" y="12"/>
                  </a:lnTo>
                  <a:lnTo>
                    <a:pt x="24" y="155"/>
                  </a:lnTo>
                  <a:lnTo>
                    <a:pt x="0" y="250"/>
                  </a:lnTo>
                  <a:lnTo>
                    <a:pt x="24" y="357"/>
                  </a:lnTo>
                  <a:lnTo>
                    <a:pt x="167" y="488"/>
                  </a:lnTo>
                  <a:lnTo>
                    <a:pt x="274" y="500"/>
                  </a:lnTo>
                  <a:lnTo>
                    <a:pt x="1334" y="500"/>
                  </a:lnTo>
                  <a:lnTo>
                    <a:pt x="1441" y="488"/>
                  </a:lnTo>
                  <a:lnTo>
                    <a:pt x="1584" y="345"/>
                  </a:lnTo>
                  <a:lnTo>
                    <a:pt x="1596" y="250"/>
                  </a:lnTo>
                  <a:lnTo>
                    <a:pt x="1584" y="143"/>
                  </a:lnTo>
                  <a:lnTo>
                    <a:pt x="1441" y="12"/>
                  </a:lnTo>
                  <a:lnTo>
                    <a:pt x="133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41;p23">
              <a:extLst>
                <a:ext uri="{FF2B5EF4-FFF2-40B4-BE49-F238E27FC236}">
                  <a16:creationId xmlns:a16="http://schemas.microsoft.com/office/drawing/2014/main" id="{1DB82037-B1AB-413A-B24F-995E3E38A78E}"/>
                </a:ext>
              </a:extLst>
            </p:cNvPr>
            <p:cNvSpPr/>
            <p:nvPr/>
          </p:nvSpPr>
          <p:spPr>
            <a:xfrm>
              <a:off x="2805490" y="2949697"/>
              <a:ext cx="70516" cy="22122"/>
            </a:xfrm>
            <a:custGeom>
              <a:avLst/>
              <a:gdLst/>
              <a:ahLst/>
              <a:cxnLst/>
              <a:rect l="l" t="t" r="r" b="b"/>
              <a:pathLst>
                <a:path w="1597" h="501" extrusionOk="0">
                  <a:moveTo>
                    <a:pt x="263" y="0"/>
                  </a:moveTo>
                  <a:lnTo>
                    <a:pt x="156" y="12"/>
                  </a:lnTo>
                  <a:lnTo>
                    <a:pt x="13" y="155"/>
                  </a:lnTo>
                  <a:lnTo>
                    <a:pt x="1" y="250"/>
                  </a:lnTo>
                  <a:lnTo>
                    <a:pt x="13" y="357"/>
                  </a:lnTo>
                  <a:lnTo>
                    <a:pt x="156" y="488"/>
                  </a:lnTo>
                  <a:lnTo>
                    <a:pt x="263" y="500"/>
                  </a:lnTo>
                  <a:lnTo>
                    <a:pt x="1322" y="500"/>
                  </a:lnTo>
                  <a:lnTo>
                    <a:pt x="1430" y="488"/>
                  </a:lnTo>
                  <a:lnTo>
                    <a:pt x="1572" y="345"/>
                  </a:lnTo>
                  <a:lnTo>
                    <a:pt x="1596" y="250"/>
                  </a:lnTo>
                  <a:lnTo>
                    <a:pt x="1572" y="143"/>
                  </a:lnTo>
                  <a:lnTo>
                    <a:pt x="1430"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42;p23">
              <a:extLst>
                <a:ext uri="{FF2B5EF4-FFF2-40B4-BE49-F238E27FC236}">
                  <a16:creationId xmlns:a16="http://schemas.microsoft.com/office/drawing/2014/main" id="{B5F4D62F-C80C-4663-98C9-E807E201A052}"/>
                </a:ext>
              </a:extLst>
            </p:cNvPr>
            <p:cNvSpPr/>
            <p:nvPr/>
          </p:nvSpPr>
          <p:spPr>
            <a:xfrm>
              <a:off x="2624633" y="4411206"/>
              <a:ext cx="70516" cy="22122"/>
            </a:xfrm>
            <a:custGeom>
              <a:avLst/>
              <a:gdLst/>
              <a:ahLst/>
              <a:cxnLst/>
              <a:rect l="l" t="t" r="r" b="b"/>
              <a:pathLst>
                <a:path w="1597" h="501" extrusionOk="0">
                  <a:moveTo>
                    <a:pt x="275" y="1"/>
                  </a:moveTo>
                  <a:lnTo>
                    <a:pt x="156" y="13"/>
                  </a:lnTo>
                  <a:lnTo>
                    <a:pt x="13" y="156"/>
                  </a:lnTo>
                  <a:lnTo>
                    <a:pt x="1" y="251"/>
                  </a:lnTo>
                  <a:lnTo>
                    <a:pt x="13" y="358"/>
                  </a:lnTo>
                  <a:lnTo>
                    <a:pt x="156" y="489"/>
                  </a:lnTo>
                  <a:lnTo>
                    <a:pt x="275" y="501"/>
                  </a:lnTo>
                  <a:lnTo>
                    <a:pt x="1322" y="501"/>
                  </a:lnTo>
                  <a:lnTo>
                    <a:pt x="1430" y="489"/>
                  </a:lnTo>
                  <a:lnTo>
                    <a:pt x="1573" y="346"/>
                  </a:lnTo>
                  <a:lnTo>
                    <a:pt x="1596" y="251"/>
                  </a:lnTo>
                  <a:lnTo>
                    <a:pt x="1573" y="156"/>
                  </a:lnTo>
                  <a:lnTo>
                    <a:pt x="1430"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43;p23">
              <a:extLst>
                <a:ext uri="{FF2B5EF4-FFF2-40B4-BE49-F238E27FC236}">
                  <a16:creationId xmlns:a16="http://schemas.microsoft.com/office/drawing/2014/main" id="{42D8A4AA-F782-4423-9E8A-2A875987472B}"/>
                </a:ext>
              </a:extLst>
            </p:cNvPr>
            <p:cNvSpPr/>
            <p:nvPr/>
          </p:nvSpPr>
          <p:spPr>
            <a:xfrm>
              <a:off x="2718240" y="4411206"/>
              <a:ext cx="69942" cy="22122"/>
            </a:xfrm>
            <a:custGeom>
              <a:avLst/>
              <a:gdLst/>
              <a:ahLst/>
              <a:cxnLst/>
              <a:rect l="l" t="t" r="r" b="b"/>
              <a:pathLst>
                <a:path w="1584" h="501" extrusionOk="0">
                  <a:moveTo>
                    <a:pt x="262" y="1"/>
                  </a:moveTo>
                  <a:lnTo>
                    <a:pt x="155" y="13"/>
                  </a:lnTo>
                  <a:lnTo>
                    <a:pt x="12" y="156"/>
                  </a:lnTo>
                  <a:lnTo>
                    <a:pt x="0" y="251"/>
                  </a:lnTo>
                  <a:lnTo>
                    <a:pt x="12" y="358"/>
                  </a:lnTo>
                  <a:lnTo>
                    <a:pt x="155" y="489"/>
                  </a:lnTo>
                  <a:lnTo>
                    <a:pt x="262" y="501"/>
                  </a:lnTo>
                  <a:lnTo>
                    <a:pt x="1322" y="501"/>
                  </a:lnTo>
                  <a:lnTo>
                    <a:pt x="1429" y="489"/>
                  </a:lnTo>
                  <a:lnTo>
                    <a:pt x="1572" y="346"/>
                  </a:lnTo>
                  <a:lnTo>
                    <a:pt x="1584" y="251"/>
                  </a:lnTo>
                  <a:lnTo>
                    <a:pt x="1560" y="156"/>
                  </a:lnTo>
                  <a:lnTo>
                    <a:pt x="1417"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444;p23">
              <a:extLst>
                <a:ext uri="{FF2B5EF4-FFF2-40B4-BE49-F238E27FC236}">
                  <a16:creationId xmlns:a16="http://schemas.microsoft.com/office/drawing/2014/main" id="{9D29EEA1-6939-4FD2-949F-6CE9134A2A0E}"/>
                </a:ext>
              </a:extLst>
            </p:cNvPr>
            <p:cNvSpPr/>
            <p:nvPr/>
          </p:nvSpPr>
          <p:spPr>
            <a:xfrm>
              <a:off x="3027366" y="4164118"/>
              <a:ext cx="23711" cy="68926"/>
            </a:xfrm>
            <a:custGeom>
              <a:avLst/>
              <a:gdLst/>
              <a:ahLst/>
              <a:cxnLst/>
              <a:rect l="l" t="t" r="r" b="b"/>
              <a:pathLst>
                <a:path w="537" h="1561" extrusionOk="0">
                  <a:moveTo>
                    <a:pt x="274" y="1"/>
                  </a:moveTo>
                  <a:lnTo>
                    <a:pt x="167" y="13"/>
                  </a:lnTo>
                  <a:lnTo>
                    <a:pt x="24" y="155"/>
                  </a:lnTo>
                  <a:lnTo>
                    <a:pt x="0" y="251"/>
                  </a:lnTo>
                  <a:lnTo>
                    <a:pt x="0" y="1298"/>
                  </a:lnTo>
                  <a:lnTo>
                    <a:pt x="24" y="1406"/>
                  </a:lnTo>
                  <a:lnTo>
                    <a:pt x="167" y="1549"/>
                  </a:lnTo>
                  <a:lnTo>
                    <a:pt x="274" y="1560"/>
                  </a:lnTo>
                  <a:lnTo>
                    <a:pt x="381" y="1549"/>
                  </a:lnTo>
                  <a:lnTo>
                    <a:pt x="524" y="1406"/>
                  </a:lnTo>
                  <a:lnTo>
                    <a:pt x="536" y="1298"/>
                  </a:lnTo>
                  <a:lnTo>
                    <a:pt x="536" y="251"/>
                  </a:lnTo>
                  <a:lnTo>
                    <a:pt x="524" y="155"/>
                  </a:lnTo>
                  <a:lnTo>
                    <a:pt x="381" y="13"/>
                  </a:lnTo>
                  <a:lnTo>
                    <a:pt x="274"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445;p23">
              <a:extLst>
                <a:ext uri="{FF2B5EF4-FFF2-40B4-BE49-F238E27FC236}">
                  <a16:creationId xmlns:a16="http://schemas.microsoft.com/office/drawing/2014/main" id="{536FC590-E1FA-4CEA-91B6-885CBF487976}"/>
                </a:ext>
              </a:extLst>
            </p:cNvPr>
            <p:cNvSpPr/>
            <p:nvPr/>
          </p:nvSpPr>
          <p:spPr>
            <a:xfrm>
              <a:off x="2531600" y="4411206"/>
              <a:ext cx="69942" cy="22122"/>
            </a:xfrm>
            <a:custGeom>
              <a:avLst/>
              <a:gdLst/>
              <a:ahLst/>
              <a:cxnLst/>
              <a:rect l="l" t="t" r="r" b="b"/>
              <a:pathLst>
                <a:path w="1584" h="501" extrusionOk="0">
                  <a:moveTo>
                    <a:pt x="262" y="1"/>
                  </a:moveTo>
                  <a:lnTo>
                    <a:pt x="155" y="13"/>
                  </a:lnTo>
                  <a:lnTo>
                    <a:pt x="12" y="156"/>
                  </a:lnTo>
                  <a:lnTo>
                    <a:pt x="0" y="251"/>
                  </a:lnTo>
                  <a:lnTo>
                    <a:pt x="12" y="358"/>
                  </a:lnTo>
                  <a:lnTo>
                    <a:pt x="155" y="489"/>
                  </a:lnTo>
                  <a:lnTo>
                    <a:pt x="262" y="501"/>
                  </a:lnTo>
                  <a:lnTo>
                    <a:pt x="1322" y="501"/>
                  </a:lnTo>
                  <a:lnTo>
                    <a:pt x="1429" y="489"/>
                  </a:lnTo>
                  <a:lnTo>
                    <a:pt x="1572" y="346"/>
                  </a:lnTo>
                  <a:lnTo>
                    <a:pt x="1584" y="251"/>
                  </a:lnTo>
                  <a:lnTo>
                    <a:pt x="1572" y="156"/>
                  </a:lnTo>
                  <a:lnTo>
                    <a:pt x="1429"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446;p23">
              <a:extLst>
                <a:ext uri="{FF2B5EF4-FFF2-40B4-BE49-F238E27FC236}">
                  <a16:creationId xmlns:a16="http://schemas.microsoft.com/office/drawing/2014/main" id="{4793778F-B5ED-43B8-AE1E-1675993CC5AF}"/>
                </a:ext>
              </a:extLst>
            </p:cNvPr>
            <p:cNvSpPr/>
            <p:nvPr/>
          </p:nvSpPr>
          <p:spPr>
            <a:xfrm>
              <a:off x="2619379" y="2949697"/>
              <a:ext cx="70516" cy="22122"/>
            </a:xfrm>
            <a:custGeom>
              <a:avLst/>
              <a:gdLst/>
              <a:ahLst/>
              <a:cxnLst/>
              <a:rect l="l" t="t" r="r" b="b"/>
              <a:pathLst>
                <a:path w="1597" h="501" extrusionOk="0">
                  <a:moveTo>
                    <a:pt x="275" y="0"/>
                  </a:moveTo>
                  <a:lnTo>
                    <a:pt x="156" y="12"/>
                  </a:lnTo>
                  <a:lnTo>
                    <a:pt x="13" y="155"/>
                  </a:lnTo>
                  <a:lnTo>
                    <a:pt x="1" y="250"/>
                  </a:lnTo>
                  <a:lnTo>
                    <a:pt x="13" y="357"/>
                  </a:lnTo>
                  <a:lnTo>
                    <a:pt x="156" y="488"/>
                  </a:lnTo>
                  <a:lnTo>
                    <a:pt x="275" y="500"/>
                  </a:lnTo>
                  <a:lnTo>
                    <a:pt x="1322" y="500"/>
                  </a:lnTo>
                  <a:lnTo>
                    <a:pt x="1430" y="488"/>
                  </a:lnTo>
                  <a:lnTo>
                    <a:pt x="1572" y="345"/>
                  </a:lnTo>
                  <a:lnTo>
                    <a:pt x="1596" y="250"/>
                  </a:lnTo>
                  <a:lnTo>
                    <a:pt x="1572" y="143"/>
                  </a:lnTo>
                  <a:lnTo>
                    <a:pt x="1430" y="12"/>
                  </a:lnTo>
                  <a:lnTo>
                    <a:pt x="1322"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447;p23">
              <a:extLst>
                <a:ext uri="{FF2B5EF4-FFF2-40B4-BE49-F238E27FC236}">
                  <a16:creationId xmlns:a16="http://schemas.microsoft.com/office/drawing/2014/main" id="{C2FC27DC-4416-466E-88D1-8C9D985AB444}"/>
                </a:ext>
              </a:extLst>
            </p:cNvPr>
            <p:cNvSpPr/>
            <p:nvPr/>
          </p:nvSpPr>
          <p:spPr>
            <a:xfrm>
              <a:off x="2810744" y="4411206"/>
              <a:ext cx="70516" cy="22122"/>
            </a:xfrm>
            <a:custGeom>
              <a:avLst/>
              <a:gdLst/>
              <a:ahLst/>
              <a:cxnLst/>
              <a:rect l="l" t="t" r="r" b="b"/>
              <a:pathLst>
                <a:path w="1597" h="501" extrusionOk="0">
                  <a:moveTo>
                    <a:pt x="263" y="1"/>
                  </a:moveTo>
                  <a:lnTo>
                    <a:pt x="156" y="13"/>
                  </a:lnTo>
                  <a:lnTo>
                    <a:pt x="13" y="156"/>
                  </a:lnTo>
                  <a:lnTo>
                    <a:pt x="1" y="251"/>
                  </a:lnTo>
                  <a:lnTo>
                    <a:pt x="13" y="358"/>
                  </a:lnTo>
                  <a:lnTo>
                    <a:pt x="156" y="489"/>
                  </a:lnTo>
                  <a:lnTo>
                    <a:pt x="263" y="501"/>
                  </a:lnTo>
                  <a:lnTo>
                    <a:pt x="1322" y="501"/>
                  </a:lnTo>
                  <a:lnTo>
                    <a:pt x="1430" y="489"/>
                  </a:lnTo>
                  <a:lnTo>
                    <a:pt x="1573" y="346"/>
                  </a:lnTo>
                  <a:lnTo>
                    <a:pt x="1596" y="251"/>
                  </a:lnTo>
                  <a:lnTo>
                    <a:pt x="1573" y="156"/>
                  </a:lnTo>
                  <a:lnTo>
                    <a:pt x="1430" y="13"/>
                  </a:lnTo>
                  <a:lnTo>
                    <a:pt x="1322"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448;p23">
              <a:extLst>
                <a:ext uri="{FF2B5EF4-FFF2-40B4-BE49-F238E27FC236}">
                  <a16:creationId xmlns:a16="http://schemas.microsoft.com/office/drawing/2014/main" id="{DBEB223F-7950-4067-8A2C-A0098ABBBA28}"/>
                </a:ext>
              </a:extLst>
            </p:cNvPr>
            <p:cNvSpPr/>
            <p:nvPr/>
          </p:nvSpPr>
          <p:spPr>
            <a:xfrm>
              <a:off x="3027366" y="4256666"/>
              <a:ext cx="23711" cy="68396"/>
            </a:xfrm>
            <a:custGeom>
              <a:avLst/>
              <a:gdLst/>
              <a:ahLst/>
              <a:cxnLst/>
              <a:rect l="l" t="t" r="r" b="b"/>
              <a:pathLst>
                <a:path w="537" h="1549" extrusionOk="0">
                  <a:moveTo>
                    <a:pt x="274" y="0"/>
                  </a:moveTo>
                  <a:lnTo>
                    <a:pt x="167" y="12"/>
                  </a:lnTo>
                  <a:lnTo>
                    <a:pt x="24" y="155"/>
                  </a:lnTo>
                  <a:lnTo>
                    <a:pt x="0" y="250"/>
                  </a:lnTo>
                  <a:lnTo>
                    <a:pt x="0" y="1298"/>
                  </a:lnTo>
                  <a:lnTo>
                    <a:pt x="24" y="1405"/>
                  </a:lnTo>
                  <a:lnTo>
                    <a:pt x="167" y="1536"/>
                  </a:lnTo>
                  <a:lnTo>
                    <a:pt x="274" y="1548"/>
                  </a:lnTo>
                  <a:lnTo>
                    <a:pt x="381" y="1536"/>
                  </a:lnTo>
                  <a:lnTo>
                    <a:pt x="524" y="1393"/>
                  </a:lnTo>
                  <a:lnTo>
                    <a:pt x="536" y="1298"/>
                  </a:lnTo>
                  <a:lnTo>
                    <a:pt x="536" y="250"/>
                  </a:lnTo>
                  <a:lnTo>
                    <a:pt x="524" y="155"/>
                  </a:lnTo>
                  <a:lnTo>
                    <a:pt x="381" y="12"/>
                  </a:lnTo>
                  <a:lnTo>
                    <a:pt x="27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449;p23">
              <a:extLst>
                <a:ext uri="{FF2B5EF4-FFF2-40B4-BE49-F238E27FC236}">
                  <a16:creationId xmlns:a16="http://schemas.microsoft.com/office/drawing/2014/main" id="{77DEE41C-FDC9-4AEE-8AD3-321EDA4F8BB1}"/>
                </a:ext>
              </a:extLst>
            </p:cNvPr>
            <p:cNvSpPr/>
            <p:nvPr/>
          </p:nvSpPr>
          <p:spPr>
            <a:xfrm>
              <a:off x="2991601" y="4347624"/>
              <a:ext cx="51573" cy="59433"/>
            </a:xfrm>
            <a:custGeom>
              <a:avLst/>
              <a:gdLst/>
              <a:ahLst/>
              <a:cxnLst/>
              <a:rect l="l" t="t" r="r" b="b"/>
              <a:pathLst>
                <a:path w="1168" h="1346" extrusionOk="0">
                  <a:moveTo>
                    <a:pt x="906" y="0"/>
                  </a:moveTo>
                  <a:lnTo>
                    <a:pt x="715" y="72"/>
                  </a:lnTo>
                  <a:lnTo>
                    <a:pt x="668" y="155"/>
                  </a:lnTo>
                  <a:lnTo>
                    <a:pt x="560" y="357"/>
                  </a:lnTo>
                  <a:lnTo>
                    <a:pt x="275" y="726"/>
                  </a:lnTo>
                  <a:lnTo>
                    <a:pt x="96" y="893"/>
                  </a:lnTo>
                  <a:lnTo>
                    <a:pt x="25" y="965"/>
                  </a:lnTo>
                  <a:lnTo>
                    <a:pt x="1" y="1167"/>
                  </a:lnTo>
                  <a:lnTo>
                    <a:pt x="72" y="1262"/>
                  </a:lnTo>
                  <a:lnTo>
                    <a:pt x="156" y="1334"/>
                  </a:lnTo>
                  <a:lnTo>
                    <a:pt x="275" y="1346"/>
                  </a:lnTo>
                  <a:lnTo>
                    <a:pt x="370" y="1346"/>
                  </a:lnTo>
                  <a:lnTo>
                    <a:pt x="441" y="1286"/>
                  </a:lnTo>
                  <a:lnTo>
                    <a:pt x="668" y="1095"/>
                  </a:lnTo>
                  <a:lnTo>
                    <a:pt x="1025" y="631"/>
                  </a:lnTo>
                  <a:lnTo>
                    <a:pt x="1156" y="381"/>
                  </a:lnTo>
                  <a:lnTo>
                    <a:pt x="1168" y="274"/>
                  </a:lnTo>
                  <a:lnTo>
                    <a:pt x="1084" y="83"/>
                  </a:lnTo>
                  <a:lnTo>
                    <a:pt x="1001" y="24"/>
                  </a:lnTo>
                  <a:lnTo>
                    <a:pt x="906"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450;p23">
              <a:extLst>
                <a:ext uri="{FF2B5EF4-FFF2-40B4-BE49-F238E27FC236}">
                  <a16:creationId xmlns:a16="http://schemas.microsoft.com/office/drawing/2014/main" id="{B3055CB1-9AB6-4410-9253-852828A5C7C0}"/>
                </a:ext>
              </a:extLst>
            </p:cNvPr>
            <p:cNvSpPr/>
            <p:nvPr/>
          </p:nvSpPr>
          <p:spPr>
            <a:xfrm>
              <a:off x="2903822" y="4405422"/>
              <a:ext cx="69412" cy="28966"/>
            </a:xfrm>
            <a:custGeom>
              <a:avLst/>
              <a:gdLst/>
              <a:ahLst/>
              <a:cxnLst/>
              <a:rect l="l" t="t" r="r" b="b"/>
              <a:pathLst>
                <a:path w="1572" h="656" extrusionOk="0">
                  <a:moveTo>
                    <a:pt x="1346" y="1"/>
                  </a:moveTo>
                  <a:lnTo>
                    <a:pt x="1239" y="25"/>
                  </a:lnTo>
                  <a:lnTo>
                    <a:pt x="1048" y="72"/>
                  </a:lnTo>
                  <a:lnTo>
                    <a:pt x="667" y="144"/>
                  </a:lnTo>
                  <a:lnTo>
                    <a:pt x="274" y="144"/>
                  </a:lnTo>
                  <a:lnTo>
                    <a:pt x="167" y="156"/>
                  </a:lnTo>
                  <a:lnTo>
                    <a:pt x="12" y="298"/>
                  </a:lnTo>
                  <a:lnTo>
                    <a:pt x="0" y="394"/>
                  </a:lnTo>
                  <a:lnTo>
                    <a:pt x="12" y="501"/>
                  </a:lnTo>
                  <a:lnTo>
                    <a:pt x="167" y="632"/>
                  </a:lnTo>
                  <a:lnTo>
                    <a:pt x="274" y="656"/>
                  </a:lnTo>
                  <a:lnTo>
                    <a:pt x="465" y="656"/>
                  </a:lnTo>
                  <a:lnTo>
                    <a:pt x="703" y="644"/>
                  </a:lnTo>
                  <a:lnTo>
                    <a:pt x="1167" y="572"/>
                  </a:lnTo>
                  <a:lnTo>
                    <a:pt x="1393" y="513"/>
                  </a:lnTo>
                  <a:lnTo>
                    <a:pt x="1477" y="465"/>
                  </a:lnTo>
                  <a:lnTo>
                    <a:pt x="1572" y="287"/>
                  </a:lnTo>
                  <a:lnTo>
                    <a:pt x="1572" y="191"/>
                  </a:lnTo>
                  <a:lnTo>
                    <a:pt x="1524" y="96"/>
                  </a:lnTo>
                  <a:lnTo>
                    <a:pt x="1346" y="1"/>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451;p23">
              <a:extLst>
                <a:ext uri="{FF2B5EF4-FFF2-40B4-BE49-F238E27FC236}">
                  <a16:creationId xmlns:a16="http://schemas.microsoft.com/office/drawing/2014/main" id="{D39D09AF-076A-4A78-B685-0C89FA8AA2BE}"/>
                </a:ext>
              </a:extLst>
            </p:cNvPr>
            <p:cNvSpPr/>
            <p:nvPr/>
          </p:nvSpPr>
          <p:spPr>
            <a:xfrm>
              <a:off x="2986346" y="2972304"/>
              <a:ext cx="54222" cy="58373"/>
            </a:xfrm>
            <a:custGeom>
              <a:avLst/>
              <a:gdLst/>
              <a:ahLst/>
              <a:cxnLst/>
              <a:rect l="l" t="t" r="r" b="b"/>
              <a:pathLst>
                <a:path w="1228" h="1322" extrusionOk="0">
                  <a:moveTo>
                    <a:pt x="334" y="0"/>
                  </a:moveTo>
                  <a:lnTo>
                    <a:pt x="132" y="36"/>
                  </a:lnTo>
                  <a:lnTo>
                    <a:pt x="60" y="107"/>
                  </a:lnTo>
                  <a:lnTo>
                    <a:pt x="1" y="202"/>
                  </a:lnTo>
                  <a:lnTo>
                    <a:pt x="36" y="405"/>
                  </a:lnTo>
                  <a:lnTo>
                    <a:pt x="120" y="464"/>
                  </a:lnTo>
                  <a:lnTo>
                    <a:pt x="298" y="631"/>
                  </a:lnTo>
                  <a:lnTo>
                    <a:pt x="608" y="988"/>
                  </a:lnTo>
                  <a:lnTo>
                    <a:pt x="727" y="1179"/>
                  </a:lnTo>
                  <a:lnTo>
                    <a:pt x="763" y="1238"/>
                  </a:lnTo>
                  <a:lnTo>
                    <a:pt x="882" y="1310"/>
                  </a:lnTo>
                  <a:lnTo>
                    <a:pt x="965" y="1322"/>
                  </a:lnTo>
                  <a:lnTo>
                    <a:pt x="1025" y="1310"/>
                  </a:lnTo>
                  <a:lnTo>
                    <a:pt x="1084" y="1286"/>
                  </a:lnTo>
                  <a:lnTo>
                    <a:pt x="1168" y="1226"/>
                  </a:lnTo>
                  <a:lnTo>
                    <a:pt x="1227" y="1036"/>
                  </a:lnTo>
                  <a:lnTo>
                    <a:pt x="1191" y="929"/>
                  </a:lnTo>
                  <a:lnTo>
                    <a:pt x="1037" y="691"/>
                  </a:lnTo>
                  <a:lnTo>
                    <a:pt x="656" y="238"/>
                  </a:lnTo>
                  <a:lnTo>
                    <a:pt x="429" y="48"/>
                  </a:lnTo>
                  <a:lnTo>
                    <a:pt x="334"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452;p23">
              <a:extLst>
                <a:ext uri="{FF2B5EF4-FFF2-40B4-BE49-F238E27FC236}">
                  <a16:creationId xmlns:a16="http://schemas.microsoft.com/office/drawing/2014/main" id="{41C489CE-5DBB-45FC-B187-8E4CDBC3F28A}"/>
                </a:ext>
              </a:extLst>
            </p:cNvPr>
            <p:cNvSpPr/>
            <p:nvPr/>
          </p:nvSpPr>
          <p:spPr>
            <a:xfrm>
              <a:off x="2475347" y="3509045"/>
              <a:ext cx="786003" cy="416426"/>
            </a:xfrm>
            <a:custGeom>
              <a:avLst/>
              <a:gdLst/>
              <a:ahLst/>
              <a:cxnLst/>
              <a:rect l="l" t="t" r="r" b="b"/>
              <a:pathLst>
                <a:path w="17801" h="9431" extrusionOk="0">
                  <a:moveTo>
                    <a:pt x="17801" y="1"/>
                  </a:moveTo>
                  <a:lnTo>
                    <a:pt x="15527" y="60"/>
                  </a:lnTo>
                  <a:lnTo>
                    <a:pt x="2358" y="60"/>
                  </a:lnTo>
                  <a:lnTo>
                    <a:pt x="1846" y="168"/>
                  </a:lnTo>
                  <a:lnTo>
                    <a:pt x="1370" y="370"/>
                  </a:lnTo>
                  <a:lnTo>
                    <a:pt x="953" y="644"/>
                  </a:lnTo>
                  <a:lnTo>
                    <a:pt x="596" y="1001"/>
                  </a:lnTo>
                  <a:lnTo>
                    <a:pt x="322" y="1418"/>
                  </a:lnTo>
                  <a:lnTo>
                    <a:pt x="119" y="1882"/>
                  </a:lnTo>
                  <a:lnTo>
                    <a:pt x="12" y="2394"/>
                  </a:lnTo>
                  <a:lnTo>
                    <a:pt x="0" y="2656"/>
                  </a:lnTo>
                  <a:lnTo>
                    <a:pt x="0" y="6823"/>
                  </a:lnTo>
                  <a:lnTo>
                    <a:pt x="12" y="7097"/>
                  </a:lnTo>
                  <a:lnTo>
                    <a:pt x="119" y="7609"/>
                  </a:lnTo>
                  <a:lnTo>
                    <a:pt x="322" y="8074"/>
                  </a:lnTo>
                  <a:lnTo>
                    <a:pt x="596" y="8490"/>
                  </a:lnTo>
                  <a:lnTo>
                    <a:pt x="953" y="8836"/>
                  </a:lnTo>
                  <a:lnTo>
                    <a:pt x="1370" y="9121"/>
                  </a:lnTo>
                  <a:lnTo>
                    <a:pt x="1846" y="9324"/>
                  </a:lnTo>
                  <a:lnTo>
                    <a:pt x="2358" y="9419"/>
                  </a:lnTo>
                  <a:lnTo>
                    <a:pt x="2620" y="9431"/>
                  </a:lnTo>
                  <a:lnTo>
                    <a:pt x="15729" y="9431"/>
                  </a:lnTo>
                  <a:lnTo>
                    <a:pt x="16063" y="9383"/>
                  </a:lnTo>
                  <a:lnTo>
                    <a:pt x="16241" y="9324"/>
                  </a:lnTo>
                  <a:lnTo>
                    <a:pt x="16265" y="6966"/>
                  </a:lnTo>
                  <a:lnTo>
                    <a:pt x="17801" y="6764"/>
                  </a:lnTo>
                  <a:lnTo>
                    <a:pt x="17801" y="2597"/>
                  </a:lnTo>
                  <a:lnTo>
                    <a:pt x="17801" y="1"/>
                  </a:lnTo>
                  <a:close/>
                </a:path>
              </a:pathLst>
            </a:custGeom>
            <a:solidFill>
              <a:srgbClr val="5148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453;p23">
              <a:extLst>
                <a:ext uri="{FF2B5EF4-FFF2-40B4-BE49-F238E27FC236}">
                  <a16:creationId xmlns:a16="http://schemas.microsoft.com/office/drawing/2014/main" id="{4B84B837-F9E2-4C0B-BCAD-48DC777F1CB8}"/>
                </a:ext>
              </a:extLst>
            </p:cNvPr>
            <p:cNvSpPr/>
            <p:nvPr/>
          </p:nvSpPr>
          <p:spPr>
            <a:xfrm>
              <a:off x="2469563" y="3478048"/>
              <a:ext cx="801281" cy="413777"/>
            </a:xfrm>
            <a:custGeom>
              <a:avLst/>
              <a:gdLst/>
              <a:ahLst/>
              <a:cxnLst/>
              <a:rect l="l" t="t" r="r" b="b"/>
              <a:pathLst>
                <a:path w="18147" h="9371" extrusionOk="0">
                  <a:moveTo>
                    <a:pt x="2620" y="0"/>
                  </a:moveTo>
                  <a:lnTo>
                    <a:pt x="2346" y="12"/>
                  </a:lnTo>
                  <a:lnTo>
                    <a:pt x="1846" y="107"/>
                  </a:lnTo>
                  <a:lnTo>
                    <a:pt x="1370" y="310"/>
                  </a:lnTo>
                  <a:lnTo>
                    <a:pt x="953" y="584"/>
                  </a:lnTo>
                  <a:lnTo>
                    <a:pt x="596" y="941"/>
                  </a:lnTo>
                  <a:lnTo>
                    <a:pt x="310" y="1358"/>
                  </a:lnTo>
                  <a:lnTo>
                    <a:pt x="119" y="1822"/>
                  </a:lnTo>
                  <a:lnTo>
                    <a:pt x="12" y="2334"/>
                  </a:lnTo>
                  <a:lnTo>
                    <a:pt x="0" y="2608"/>
                  </a:lnTo>
                  <a:lnTo>
                    <a:pt x="0" y="6775"/>
                  </a:lnTo>
                  <a:lnTo>
                    <a:pt x="12" y="7037"/>
                  </a:lnTo>
                  <a:lnTo>
                    <a:pt x="119" y="7549"/>
                  </a:lnTo>
                  <a:lnTo>
                    <a:pt x="310" y="8014"/>
                  </a:lnTo>
                  <a:lnTo>
                    <a:pt x="596" y="8430"/>
                  </a:lnTo>
                  <a:lnTo>
                    <a:pt x="953" y="8788"/>
                  </a:lnTo>
                  <a:lnTo>
                    <a:pt x="1370" y="9061"/>
                  </a:lnTo>
                  <a:lnTo>
                    <a:pt x="1846" y="9264"/>
                  </a:lnTo>
                  <a:lnTo>
                    <a:pt x="2346" y="9359"/>
                  </a:lnTo>
                  <a:lnTo>
                    <a:pt x="2620" y="9371"/>
                  </a:lnTo>
                  <a:lnTo>
                    <a:pt x="15729" y="9371"/>
                  </a:lnTo>
                  <a:lnTo>
                    <a:pt x="16134" y="9311"/>
                  </a:lnTo>
                  <a:lnTo>
                    <a:pt x="16324" y="9252"/>
                  </a:lnTo>
                  <a:lnTo>
                    <a:pt x="18146" y="9252"/>
                  </a:lnTo>
                  <a:lnTo>
                    <a:pt x="18146" y="6787"/>
                  </a:lnTo>
                  <a:lnTo>
                    <a:pt x="18146" y="2620"/>
                  </a:lnTo>
                  <a:lnTo>
                    <a:pt x="18146" y="12"/>
                  </a:lnTo>
                  <a:lnTo>
                    <a:pt x="15527" y="12"/>
                  </a:lnTo>
                  <a:lnTo>
                    <a:pt x="15527" y="0"/>
                  </a:lnTo>
                  <a:close/>
                </a:path>
              </a:pathLst>
            </a:custGeom>
            <a:solidFill>
              <a:srgbClr val="7B2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454;p23">
              <a:extLst>
                <a:ext uri="{FF2B5EF4-FFF2-40B4-BE49-F238E27FC236}">
                  <a16:creationId xmlns:a16="http://schemas.microsoft.com/office/drawing/2014/main" id="{08E14609-3AD5-46BC-9FBC-AD07B109BAC4}"/>
                </a:ext>
              </a:extLst>
            </p:cNvPr>
            <p:cNvSpPr/>
            <p:nvPr/>
          </p:nvSpPr>
          <p:spPr>
            <a:xfrm>
              <a:off x="3286552" y="4095768"/>
              <a:ext cx="680870" cy="137278"/>
            </a:xfrm>
            <a:custGeom>
              <a:avLst/>
              <a:gdLst/>
              <a:ahLst/>
              <a:cxnLst/>
              <a:rect l="l" t="t" r="r" b="b"/>
              <a:pathLst>
                <a:path w="15420" h="3109" extrusionOk="0">
                  <a:moveTo>
                    <a:pt x="1072" y="1"/>
                  </a:moveTo>
                  <a:lnTo>
                    <a:pt x="846" y="13"/>
                  </a:lnTo>
                  <a:lnTo>
                    <a:pt x="465" y="179"/>
                  </a:lnTo>
                  <a:lnTo>
                    <a:pt x="179" y="465"/>
                  </a:lnTo>
                  <a:lnTo>
                    <a:pt x="12" y="846"/>
                  </a:lnTo>
                  <a:lnTo>
                    <a:pt x="0" y="1072"/>
                  </a:lnTo>
                  <a:lnTo>
                    <a:pt x="0" y="2037"/>
                  </a:lnTo>
                  <a:lnTo>
                    <a:pt x="12" y="2251"/>
                  </a:lnTo>
                  <a:lnTo>
                    <a:pt x="179" y="2644"/>
                  </a:lnTo>
                  <a:lnTo>
                    <a:pt x="465" y="2930"/>
                  </a:lnTo>
                  <a:lnTo>
                    <a:pt x="846" y="3097"/>
                  </a:lnTo>
                  <a:lnTo>
                    <a:pt x="1072" y="3108"/>
                  </a:lnTo>
                  <a:lnTo>
                    <a:pt x="1108" y="3108"/>
                  </a:lnTo>
                  <a:lnTo>
                    <a:pt x="1155" y="3097"/>
                  </a:lnTo>
                  <a:lnTo>
                    <a:pt x="1227" y="3097"/>
                  </a:lnTo>
                  <a:lnTo>
                    <a:pt x="1286" y="3108"/>
                  </a:lnTo>
                  <a:lnTo>
                    <a:pt x="14169" y="3108"/>
                  </a:lnTo>
                  <a:lnTo>
                    <a:pt x="14241" y="3097"/>
                  </a:lnTo>
                  <a:lnTo>
                    <a:pt x="14289" y="3097"/>
                  </a:lnTo>
                  <a:lnTo>
                    <a:pt x="14348" y="3108"/>
                  </a:lnTo>
                  <a:lnTo>
                    <a:pt x="14562" y="3097"/>
                  </a:lnTo>
                  <a:lnTo>
                    <a:pt x="14955" y="2930"/>
                  </a:lnTo>
                  <a:lnTo>
                    <a:pt x="15241" y="2644"/>
                  </a:lnTo>
                  <a:lnTo>
                    <a:pt x="15396" y="2251"/>
                  </a:lnTo>
                  <a:lnTo>
                    <a:pt x="15420" y="2037"/>
                  </a:lnTo>
                  <a:lnTo>
                    <a:pt x="15420" y="1072"/>
                  </a:lnTo>
                  <a:lnTo>
                    <a:pt x="15396" y="846"/>
                  </a:lnTo>
                  <a:lnTo>
                    <a:pt x="15241" y="465"/>
                  </a:lnTo>
                  <a:lnTo>
                    <a:pt x="14955" y="179"/>
                  </a:lnTo>
                  <a:lnTo>
                    <a:pt x="14562" y="13"/>
                  </a:lnTo>
                  <a:lnTo>
                    <a:pt x="14348" y="1"/>
                  </a:lnTo>
                  <a:lnTo>
                    <a:pt x="14289" y="1"/>
                  </a:lnTo>
                  <a:lnTo>
                    <a:pt x="14241" y="13"/>
                  </a:lnTo>
                  <a:lnTo>
                    <a:pt x="14169" y="1"/>
                  </a:lnTo>
                  <a:lnTo>
                    <a:pt x="1227" y="1"/>
                  </a:lnTo>
                  <a:lnTo>
                    <a:pt x="1155" y="13"/>
                  </a:lnTo>
                  <a:lnTo>
                    <a:pt x="1108"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455;p23">
              <a:extLst>
                <a:ext uri="{FF2B5EF4-FFF2-40B4-BE49-F238E27FC236}">
                  <a16:creationId xmlns:a16="http://schemas.microsoft.com/office/drawing/2014/main" id="{3F969C50-E40A-4579-8DBE-5927BDB329D7}"/>
                </a:ext>
              </a:extLst>
            </p:cNvPr>
            <p:cNvSpPr/>
            <p:nvPr/>
          </p:nvSpPr>
          <p:spPr>
            <a:xfrm>
              <a:off x="3303375" y="4114180"/>
              <a:ext cx="646164" cy="102042"/>
            </a:xfrm>
            <a:custGeom>
              <a:avLst/>
              <a:gdLst/>
              <a:ahLst/>
              <a:cxnLst/>
              <a:rect l="l" t="t" r="r" b="b"/>
              <a:pathLst>
                <a:path w="14634" h="2311" extrusionOk="0">
                  <a:moveTo>
                    <a:pt x="691" y="0"/>
                  </a:moveTo>
                  <a:lnTo>
                    <a:pt x="548" y="12"/>
                  </a:lnTo>
                  <a:lnTo>
                    <a:pt x="298" y="108"/>
                  </a:lnTo>
                  <a:lnTo>
                    <a:pt x="120" y="286"/>
                  </a:lnTo>
                  <a:lnTo>
                    <a:pt x="12" y="524"/>
                  </a:lnTo>
                  <a:lnTo>
                    <a:pt x="0" y="667"/>
                  </a:lnTo>
                  <a:lnTo>
                    <a:pt x="0" y="1632"/>
                  </a:lnTo>
                  <a:lnTo>
                    <a:pt x="12" y="1775"/>
                  </a:lnTo>
                  <a:lnTo>
                    <a:pt x="120" y="2013"/>
                  </a:lnTo>
                  <a:lnTo>
                    <a:pt x="310" y="2191"/>
                  </a:lnTo>
                  <a:lnTo>
                    <a:pt x="548" y="2298"/>
                  </a:lnTo>
                  <a:lnTo>
                    <a:pt x="691" y="2310"/>
                  </a:lnTo>
                  <a:lnTo>
                    <a:pt x="798" y="2287"/>
                  </a:lnTo>
                  <a:lnTo>
                    <a:pt x="13848" y="2287"/>
                  </a:lnTo>
                  <a:lnTo>
                    <a:pt x="13967" y="2310"/>
                  </a:lnTo>
                  <a:lnTo>
                    <a:pt x="14098" y="2298"/>
                  </a:lnTo>
                  <a:lnTo>
                    <a:pt x="14336" y="2191"/>
                  </a:lnTo>
                  <a:lnTo>
                    <a:pt x="14527" y="2013"/>
                  </a:lnTo>
                  <a:lnTo>
                    <a:pt x="14622" y="1775"/>
                  </a:lnTo>
                  <a:lnTo>
                    <a:pt x="14634" y="1632"/>
                  </a:lnTo>
                  <a:lnTo>
                    <a:pt x="14634" y="667"/>
                  </a:lnTo>
                  <a:lnTo>
                    <a:pt x="14622" y="524"/>
                  </a:lnTo>
                  <a:lnTo>
                    <a:pt x="14527" y="286"/>
                  </a:lnTo>
                  <a:lnTo>
                    <a:pt x="14336" y="108"/>
                  </a:lnTo>
                  <a:lnTo>
                    <a:pt x="14086" y="12"/>
                  </a:lnTo>
                  <a:lnTo>
                    <a:pt x="13955" y="0"/>
                  </a:lnTo>
                  <a:lnTo>
                    <a:pt x="13848" y="12"/>
                  </a:lnTo>
                  <a:lnTo>
                    <a:pt x="751" y="12"/>
                  </a:lnTo>
                  <a:lnTo>
                    <a:pt x="715" y="0"/>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456;p23">
              <a:extLst>
                <a:ext uri="{FF2B5EF4-FFF2-40B4-BE49-F238E27FC236}">
                  <a16:creationId xmlns:a16="http://schemas.microsoft.com/office/drawing/2014/main" id="{980AA4AC-B6BC-4505-BCBA-76351AFA5778}"/>
                </a:ext>
              </a:extLst>
            </p:cNvPr>
            <p:cNvSpPr/>
            <p:nvPr/>
          </p:nvSpPr>
          <p:spPr>
            <a:xfrm>
              <a:off x="3313884" y="4110515"/>
              <a:ext cx="14748" cy="104117"/>
            </a:xfrm>
            <a:custGeom>
              <a:avLst/>
              <a:gdLst/>
              <a:ahLst/>
              <a:cxnLst/>
              <a:rect l="l" t="t" r="r" b="b"/>
              <a:pathLst>
                <a:path w="334" h="2358" extrusionOk="0">
                  <a:moveTo>
                    <a:pt x="1" y="0"/>
                  </a:moveTo>
                  <a:lnTo>
                    <a:pt x="1"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457;p23">
              <a:extLst>
                <a:ext uri="{FF2B5EF4-FFF2-40B4-BE49-F238E27FC236}">
                  <a16:creationId xmlns:a16="http://schemas.microsoft.com/office/drawing/2014/main" id="{B0304F8F-CBE9-4383-875E-982FDB371AE5}"/>
                </a:ext>
              </a:extLst>
            </p:cNvPr>
            <p:cNvSpPr/>
            <p:nvPr/>
          </p:nvSpPr>
          <p:spPr>
            <a:xfrm>
              <a:off x="3358038" y="4110515"/>
              <a:ext cx="14262" cy="104117"/>
            </a:xfrm>
            <a:custGeom>
              <a:avLst/>
              <a:gdLst/>
              <a:ahLst/>
              <a:cxnLst/>
              <a:rect l="l" t="t" r="r" b="b"/>
              <a:pathLst>
                <a:path w="323" h="2358" extrusionOk="0">
                  <a:moveTo>
                    <a:pt x="1" y="0"/>
                  </a:moveTo>
                  <a:lnTo>
                    <a:pt x="1"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458;p23">
              <a:extLst>
                <a:ext uri="{FF2B5EF4-FFF2-40B4-BE49-F238E27FC236}">
                  <a16:creationId xmlns:a16="http://schemas.microsoft.com/office/drawing/2014/main" id="{293D61F6-DE4F-49AB-934A-0C72370B0F5E}"/>
                </a:ext>
              </a:extLst>
            </p:cNvPr>
            <p:cNvSpPr/>
            <p:nvPr/>
          </p:nvSpPr>
          <p:spPr>
            <a:xfrm>
              <a:off x="3401177" y="4110515"/>
              <a:ext cx="14748" cy="104117"/>
            </a:xfrm>
            <a:custGeom>
              <a:avLst/>
              <a:gdLst/>
              <a:ahLst/>
              <a:cxnLst/>
              <a:rect l="l" t="t" r="r" b="b"/>
              <a:pathLst>
                <a:path w="334" h="2358" extrusionOk="0">
                  <a:moveTo>
                    <a:pt x="0" y="0"/>
                  </a:moveTo>
                  <a:lnTo>
                    <a:pt x="0" y="2358"/>
                  </a:lnTo>
                  <a:lnTo>
                    <a:pt x="333" y="2358"/>
                  </a:lnTo>
                  <a:lnTo>
                    <a:pt x="333"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459;p23">
              <a:extLst>
                <a:ext uri="{FF2B5EF4-FFF2-40B4-BE49-F238E27FC236}">
                  <a16:creationId xmlns:a16="http://schemas.microsoft.com/office/drawing/2014/main" id="{FCDB59B7-9582-455E-835C-F3C57D92A735}"/>
                </a:ext>
              </a:extLst>
            </p:cNvPr>
            <p:cNvSpPr/>
            <p:nvPr/>
          </p:nvSpPr>
          <p:spPr>
            <a:xfrm>
              <a:off x="3445332" y="4110515"/>
              <a:ext cx="14748" cy="104117"/>
            </a:xfrm>
            <a:custGeom>
              <a:avLst/>
              <a:gdLst/>
              <a:ahLst/>
              <a:cxnLst/>
              <a:rect l="l" t="t" r="r" b="b"/>
              <a:pathLst>
                <a:path w="334" h="2358" extrusionOk="0">
                  <a:moveTo>
                    <a:pt x="0" y="0"/>
                  </a:moveTo>
                  <a:lnTo>
                    <a:pt x="0"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460;p23">
              <a:extLst>
                <a:ext uri="{FF2B5EF4-FFF2-40B4-BE49-F238E27FC236}">
                  <a16:creationId xmlns:a16="http://schemas.microsoft.com/office/drawing/2014/main" id="{DF23AF70-9B01-4F18-8CE7-DB2E5201D724}"/>
                </a:ext>
              </a:extLst>
            </p:cNvPr>
            <p:cNvSpPr/>
            <p:nvPr/>
          </p:nvSpPr>
          <p:spPr>
            <a:xfrm>
              <a:off x="3488956" y="4110515"/>
              <a:ext cx="14218" cy="104117"/>
            </a:xfrm>
            <a:custGeom>
              <a:avLst/>
              <a:gdLst/>
              <a:ahLst/>
              <a:cxnLst/>
              <a:rect l="l" t="t" r="r" b="b"/>
              <a:pathLst>
                <a:path w="322" h="2358" extrusionOk="0">
                  <a:moveTo>
                    <a:pt x="1" y="0"/>
                  </a:moveTo>
                  <a:lnTo>
                    <a:pt x="1"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461;p23">
              <a:extLst>
                <a:ext uri="{FF2B5EF4-FFF2-40B4-BE49-F238E27FC236}">
                  <a16:creationId xmlns:a16="http://schemas.microsoft.com/office/drawing/2014/main" id="{A88E19EF-0B8E-481A-AE87-230FA4B5623A}"/>
                </a:ext>
              </a:extLst>
            </p:cNvPr>
            <p:cNvSpPr/>
            <p:nvPr/>
          </p:nvSpPr>
          <p:spPr>
            <a:xfrm>
              <a:off x="3532051" y="4110515"/>
              <a:ext cx="14792" cy="104117"/>
            </a:xfrm>
            <a:custGeom>
              <a:avLst/>
              <a:gdLst/>
              <a:ahLst/>
              <a:cxnLst/>
              <a:rect l="l" t="t" r="r" b="b"/>
              <a:pathLst>
                <a:path w="335" h="2358" extrusionOk="0">
                  <a:moveTo>
                    <a:pt x="1" y="0"/>
                  </a:moveTo>
                  <a:lnTo>
                    <a:pt x="1"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462;p23">
              <a:extLst>
                <a:ext uri="{FF2B5EF4-FFF2-40B4-BE49-F238E27FC236}">
                  <a16:creationId xmlns:a16="http://schemas.microsoft.com/office/drawing/2014/main" id="{AFEFF97C-FA60-4BDD-BFCB-AF36BFC6E4F6}"/>
                </a:ext>
              </a:extLst>
            </p:cNvPr>
            <p:cNvSpPr/>
            <p:nvPr/>
          </p:nvSpPr>
          <p:spPr>
            <a:xfrm>
              <a:off x="3576250" y="4110515"/>
              <a:ext cx="14748" cy="104117"/>
            </a:xfrm>
            <a:custGeom>
              <a:avLst/>
              <a:gdLst/>
              <a:ahLst/>
              <a:cxnLst/>
              <a:rect l="l" t="t" r="r" b="b"/>
              <a:pathLst>
                <a:path w="334" h="2358" extrusionOk="0">
                  <a:moveTo>
                    <a:pt x="0" y="0"/>
                  </a:moveTo>
                  <a:lnTo>
                    <a:pt x="0" y="2358"/>
                  </a:lnTo>
                  <a:lnTo>
                    <a:pt x="333" y="2358"/>
                  </a:lnTo>
                  <a:lnTo>
                    <a:pt x="333"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463;p23">
              <a:extLst>
                <a:ext uri="{FF2B5EF4-FFF2-40B4-BE49-F238E27FC236}">
                  <a16:creationId xmlns:a16="http://schemas.microsoft.com/office/drawing/2014/main" id="{C3F2904D-FD7F-4187-8445-95555E96FE95}"/>
                </a:ext>
              </a:extLst>
            </p:cNvPr>
            <p:cNvSpPr/>
            <p:nvPr/>
          </p:nvSpPr>
          <p:spPr>
            <a:xfrm>
              <a:off x="3619874" y="4110515"/>
              <a:ext cx="14218" cy="104117"/>
            </a:xfrm>
            <a:custGeom>
              <a:avLst/>
              <a:gdLst/>
              <a:ahLst/>
              <a:cxnLst/>
              <a:rect l="l" t="t" r="r" b="b"/>
              <a:pathLst>
                <a:path w="322" h="2358" extrusionOk="0">
                  <a:moveTo>
                    <a:pt x="0" y="0"/>
                  </a:moveTo>
                  <a:lnTo>
                    <a:pt x="0"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464;p23">
              <a:extLst>
                <a:ext uri="{FF2B5EF4-FFF2-40B4-BE49-F238E27FC236}">
                  <a16:creationId xmlns:a16="http://schemas.microsoft.com/office/drawing/2014/main" id="{B30C2605-FFBF-4FFC-8FCB-BB802CF4A3AF}"/>
                </a:ext>
              </a:extLst>
            </p:cNvPr>
            <p:cNvSpPr/>
            <p:nvPr/>
          </p:nvSpPr>
          <p:spPr>
            <a:xfrm>
              <a:off x="3663499" y="4110515"/>
              <a:ext cx="14748" cy="104117"/>
            </a:xfrm>
            <a:custGeom>
              <a:avLst/>
              <a:gdLst/>
              <a:ahLst/>
              <a:cxnLst/>
              <a:rect l="l" t="t" r="r" b="b"/>
              <a:pathLst>
                <a:path w="334" h="2358" extrusionOk="0">
                  <a:moveTo>
                    <a:pt x="1" y="0"/>
                  </a:moveTo>
                  <a:lnTo>
                    <a:pt x="1"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465;p23">
              <a:extLst>
                <a:ext uri="{FF2B5EF4-FFF2-40B4-BE49-F238E27FC236}">
                  <a16:creationId xmlns:a16="http://schemas.microsoft.com/office/drawing/2014/main" id="{E61B1B72-3A22-492D-9D6C-B7DD5ABFCF5F}"/>
                </a:ext>
              </a:extLst>
            </p:cNvPr>
            <p:cNvSpPr/>
            <p:nvPr/>
          </p:nvSpPr>
          <p:spPr>
            <a:xfrm>
              <a:off x="3707123" y="4110515"/>
              <a:ext cx="14262" cy="104117"/>
            </a:xfrm>
            <a:custGeom>
              <a:avLst/>
              <a:gdLst/>
              <a:ahLst/>
              <a:cxnLst/>
              <a:rect l="l" t="t" r="r" b="b"/>
              <a:pathLst>
                <a:path w="323" h="2358" extrusionOk="0">
                  <a:moveTo>
                    <a:pt x="1" y="0"/>
                  </a:moveTo>
                  <a:lnTo>
                    <a:pt x="1"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466;p23">
              <a:extLst>
                <a:ext uri="{FF2B5EF4-FFF2-40B4-BE49-F238E27FC236}">
                  <a16:creationId xmlns:a16="http://schemas.microsoft.com/office/drawing/2014/main" id="{D37F6A2F-B980-47EF-BAC5-76F7B430B5E8}"/>
                </a:ext>
              </a:extLst>
            </p:cNvPr>
            <p:cNvSpPr/>
            <p:nvPr/>
          </p:nvSpPr>
          <p:spPr>
            <a:xfrm>
              <a:off x="3751278" y="4110515"/>
              <a:ext cx="14262" cy="104117"/>
            </a:xfrm>
            <a:custGeom>
              <a:avLst/>
              <a:gdLst/>
              <a:ahLst/>
              <a:cxnLst/>
              <a:rect l="l" t="t" r="r" b="b"/>
              <a:pathLst>
                <a:path w="323" h="2358" extrusionOk="0">
                  <a:moveTo>
                    <a:pt x="1" y="0"/>
                  </a:moveTo>
                  <a:lnTo>
                    <a:pt x="1"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467;p23">
              <a:extLst>
                <a:ext uri="{FF2B5EF4-FFF2-40B4-BE49-F238E27FC236}">
                  <a16:creationId xmlns:a16="http://schemas.microsoft.com/office/drawing/2014/main" id="{84AD8CFE-2F0A-4D02-9E12-8BC5A71FDD55}"/>
                </a:ext>
              </a:extLst>
            </p:cNvPr>
            <p:cNvSpPr/>
            <p:nvPr/>
          </p:nvSpPr>
          <p:spPr>
            <a:xfrm>
              <a:off x="3794417" y="4110515"/>
              <a:ext cx="14748" cy="104117"/>
            </a:xfrm>
            <a:custGeom>
              <a:avLst/>
              <a:gdLst/>
              <a:ahLst/>
              <a:cxnLst/>
              <a:rect l="l" t="t" r="r" b="b"/>
              <a:pathLst>
                <a:path w="334" h="2358" extrusionOk="0">
                  <a:moveTo>
                    <a:pt x="0" y="0"/>
                  </a:moveTo>
                  <a:lnTo>
                    <a:pt x="0"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468;p23">
              <a:extLst>
                <a:ext uri="{FF2B5EF4-FFF2-40B4-BE49-F238E27FC236}">
                  <a16:creationId xmlns:a16="http://schemas.microsoft.com/office/drawing/2014/main" id="{240056C9-6443-4732-8CD0-15F53F611E40}"/>
                </a:ext>
              </a:extLst>
            </p:cNvPr>
            <p:cNvSpPr/>
            <p:nvPr/>
          </p:nvSpPr>
          <p:spPr>
            <a:xfrm>
              <a:off x="3838571" y="4110515"/>
              <a:ext cx="14218" cy="104117"/>
            </a:xfrm>
            <a:custGeom>
              <a:avLst/>
              <a:gdLst/>
              <a:ahLst/>
              <a:cxnLst/>
              <a:rect l="l" t="t" r="r" b="b"/>
              <a:pathLst>
                <a:path w="322" h="2358" extrusionOk="0">
                  <a:moveTo>
                    <a:pt x="1" y="0"/>
                  </a:moveTo>
                  <a:lnTo>
                    <a:pt x="1" y="2358"/>
                  </a:lnTo>
                  <a:lnTo>
                    <a:pt x="322" y="235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469;p23">
              <a:extLst>
                <a:ext uri="{FF2B5EF4-FFF2-40B4-BE49-F238E27FC236}">
                  <a16:creationId xmlns:a16="http://schemas.microsoft.com/office/drawing/2014/main" id="{18A075AE-8A70-4F01-92A5-C8F397F7C3A0}"/>
                </a:ext>
              </a:extLst>
            </p:cNvPr>
            <p:cNvSpPr/>
            <p:nvPr/>
          </p:nvSpPr>
          <p:spPr>
            <a:xfrm>
              <a:off x="3881666" y="4110515"/>
              <a:ext cx="14792" cy="104117"/>
            </a:xfrm>
            <a:custGeom>
              <a:avLst/>
              <a:gdLst/>
              <a:ahLst/>
              <a:cxnLst/>
              <a:rect l="l" t="t" r="r" b="b"/>
              <a:pathLst>
                <a:path w="335" h="2358" extrusionOk="0">
                  <a:moveTo>
                    <a:pt x="1" y="0"/>
                  </a:moveTo>
                  <a:lnTo>
                    <a:pt x="1" y="2358"/>
                  </a:lnTo>
                  <a:lnTo>
                    <a:pt x="334" y="2358"/>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470;p23">
              <a:extLst>
                <a:ext uri="{FF2B5EF4-FFF2-40B4-BE49-F238E27FC236}">
                  <a16:creationId xmlns:a16="http://schemas.microsoft.com/office/drawing/2014/main" id="{132F0D3C-75EA-4185-B49F-A0C265D67D5D}"/>
                </a:ext>
              </a:extLst>
            </p:cNvPr>
            <p:cNvSpPr/>
            <p:nvPr/>
          </p:nvSpPr>
          <p:spPr>
            <a:xfrm>
              <a:off x="3925864" y="4110515"/>
              <a:ext cx="14748" cy="104117"/>
            </a:xfrm>
            <a:custGeom>
              <a:avLst/>
              <a:gdLst/>
              <a:ahLst/>
              <a:cxnLst/>
              <a:rect l="l" t="t" r="r" b="b"/>
              <a:pathLst>
                <a:path w="334" h="2358" extrusionOk="0">
                  <a:moveTo>
                    <a:pt x="0" y="0"/>
                  </a:moveTo>
                  <a:lnTo>
                    <a:pt x="0" y="2358"/>
                  </a:lnTo>
                  <a:lnTo>
                    <a:pt x="333" y="2358"/>
                  </a:lnTo>
                  <a:lnTo>
                    <a:pt x="333"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471;p23">
              <a:extLst>
                <a:ext uri="{FF2B5EF4-FFF2-40B4-BE49-F238E27FC236}">
                  <a16:creationId xmlns:a16="http://schemas.microsoft.com/office/drawing/2014/main" id="{F8096703-991F-4BF8-BDEE-F3FE63BF8252}"/>
                </a:ext>
              </a:extLst>
            </p:cNvPr>
            <p:cNvSpPr/>
            <p:nvPr/>
          </p:nvSpPr>
          <p:spPr>
            <a:xfrm>
              <a:off x="3411156" y="3969089"/>
              <a:ext cx="680870" cy="137234"/>
            </a:xfrm>
            <a:custGeom>
              <a:avLst/>
              <a:gdLst/>
              <a:ahLst/>
              <a:cxnLst/>
              <a:rect l="l" t="t" r="r" b="b"/>
              <a:pathLst>
                <a:path w="15420" h="3108" extrusionOk="0">
                  <a:moveTo>
                    <a:pt x="1072" y="0"/>
                  </a:moveTo>
                  <a:lnTo>
                    <a:pt x="858" y="12"/>
                  </a:lnTo>
                  <a:lnTo>
                    <a:pt x="465" y="167"/>
                  </a:lnTo>
                  <a:lnTo>
                    <a:pt x="179" y="465"/>
                  </a:lnTo>
                  <a:lnTo>
                    <a:pt x="12" y="846"/>
                  </a:lnTo>
                  <a:lnTo>
                    <a:pt x="0" y="1072"/>
                  </a:lnTo>
                  <a:lnTo>
                    <a:pt x="0" y="2036"/>
                  </a:lnTo>
                  <a:lnTo>
                    <a:pt x="12" y="2251"/>
                  </a:lnTo>
                  <a:lnTo>
                    <a:pt x="179" y="2644"/>
                  </a:lnTo>
                  <a:lnTo>
                    <a:pt x="465" y="2929"/>
                  </a:lnTo>
                  <a:lnTo>
                    <a:pt x="858" y="3096"/>
                  </a:lnTo>
                  <a:lnTo>
                    <a:pt x="1072" y="3108"/>
                  </a:lnTo>
                  <a:lnTo>
                    <a:pt x="1120" y="3108"/>
                  </a:lnTo>
                  <a:lnTo>
                    <a:pt x="1167" y="3096"/>
                  </a:lnTo>
                  <a:lnTo>
                    <a:pt x="1227" y="3096"/>
                  </a:lnTo>
                  <a:lnTo>
                    <a:pt x="1298" y="3108"/>
                  </a:lnTo>
                  <a:lnTo>
                    <a:pt x="14181" y="3108"/>
                  </a:lnTo>
                  <a:lnTo>
                    <a:pt x="14253" y="3096"/>
                  </a:lnTo>
                  <a:lnTo>
                    <a:pt x="14300" y="3096"/>
                  </a:lnTo>
                  <a:lnTo>
                    <a:pt x="14348" y="3108"/>
                  </a:lnTo>
                  <a:lnTo>
                    <a:pt x="14574" y="3096"/>
                  </a:lnTo>
                  <a:lnTo>
                    <a:pt x="14955" y="2929"/>
                  </a:lnTo>
                  <a:lnTo>
                    <a:pt x="15241" y="2644"/>
                  </a:lnTo>
                  <a:lnTo>
                    <a:pt x="15408" y="2251"/>
                  </a:lnTo>
                  <a:lnTo>
                    <a:pt x="15420" y="2036"/>
                  </a:lnTo>
                  <a:lnTo>
                    <a:pt x="15420" y="1072"/>
                  </a:lnTo>
                  <a:lnTo>
                    <a:pt x="15408" y="846"/>
                  </a:lnTo>
                  <a:lnTo>
                    <a:pt x="15241" y="465"/>
                  </a:lnTo>
                  <a:lnTo>
                    <a:pt x="14955" y="167"/>
                  </a:lnTo>
                  <a:lnTo>
                    <a:pt x="14574" y="12"/>
                  </a:lnTo>
                  <a:lnTo>
                    <a:pt x="14348" y="0"/>
                  </a:lnTo>
                  <a:lnTo>
                    <a:pt x="14300" y="0"/>
                  </a:lnTo>
                  <a:lnTo>
                    <a:pt x="14253" y="12"/>
                  </a:lnTo>
                  <a:lnTo>
                    <a:pt x="14181" y="0"/>
                  </a:lnTo>
                  <a:lnTo>
                    <a:pt x="1227" y="0"/>
                  </a:lnTo>
                  <a:lnTo>
                    <a:pt x="1167" y="12"/>
                  </a:lnTo>
                  <a:lnTo>
                    <a:pt x="112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472;p23">
              <a:extLst>
                <a:ext uri="{FF2B5EF4-FFF2-40B4-BE49-F238E27FC236}">
                  <a16:creationId xmlns:a16="http://schemas.microsoft.com/office/drawing/2014/main" id="{C8998302-403A-4BBA-AC37-F66AB4C92077}"/>
                </a:ext>
              </a:extLst>
            </p:cNvPr>
            <p:cNvSpPr/>
            <p:nvPr/>
          </p:nvSpPr>
          <p:spPr>
            <a:xfrm>
              <a:off x="3428509" y="3987457"/>
              <a:ext cx="646164" cy="101512"/>
            </a:xfrm>
            <a:custGeom>
              <a:avLst/>
              <a:gdLst/>
              <a:ahLst/>
              <a:cxnLst/>
              <a:rect l="l" t="t" r="r" b="b"/>
              <a:pathLst>
                <a:path w="14634" h="2299" extrusionOk="0">
                  <a:moveTo>
                    <a:pt x="536" y="1"/>
                  </a:moveTo>
                  <a:lnTo>
                    <a:pt x="298" y="108"/>
                  </a:lnTo>
                  <a:lnTo>
                    <a:pt x="107" y="287"/>
                  </a:lnTo>
                  <a:lnTo>
                    <a:pt x="12" y="525"/>
                  </a:lnTo>
                  <a:lnTo>
                    <a:pt x="0" y="668"/>
                  </a:lnTo>
                  <a:lnTo>
                    <a:pt x="0" y="1632"/>
                  </a:lnTo>
                  <a:lnTo>
                    <a:pt x="12" y="1775"/>
                  </a:lnTo>
                  <a:lnTo>
                    <a:pt x="107" y="2013"/>
                  </a:lnTo>
                  <a:lnTo>
                    <a:pt x="298" y="2192"/>
                  </a:lnTo>
                  <a:lnTo>
                    <a:pt x="548" y="2287"/>
                  </a:lnTo>
                  <a:lnTo>
                    <a:pt x="679" y="2299"/>
                  </a:lnTo>
                  <a:lnTo>
                    <a:pt x="786" y="2287"/>
                  </a:lnTo>
                  <a:lnTo>
                    <a:pt x="13836" y="2287"/>
                  </a:lnTo>
                  <a:lnTo>
                    <a:pt x="13955" y="2299"/>
                  </a:lnTo>
                  <a:lnTo>
                    <a:pt x="14098" y="2287"/>
                  </a:lnTo>
                  <a:lnTo>
                    <a:pt x="14336" y="2192"/>
                  </a:lnTo>
                  <a:lnTo>
                    <a:pt x="14515" y="2013"/>
                  </a:lnTo>
                  <a:lnTo>
                    <a:pt x="14622" y="1775"/>
                  </a:lnTo>
                  <a:lnTo>
                    <a:pt x="14634" y="1632"/>
                  </a:lnTo>
                  <a:lnTo>
                    <a:pt x="14634" y="668"/>
                  </a:lnTo>
                  <a:lnTo>
                    <a:pt x="14622" y="525"/>
                  </a:lnTo>
                  <a:lnTo>
                    <a:pt x="14515" y="287"/>
                  </a:lnTo>
                  <a:lnTo>
                    <a:pt x="14336" y="108"/>
                  </a:lnTo>
                  <a:lnTo>
                    <a:pt x="14086" y="1"/>
                  </a:lnTo>
                  <a:lnTo>
                    <a:pt x="13943" y="1"/>
                  </a:lnTo>
                  <a:lnTo>
                    <a:pt x="13836" y="13"/>
                  </a:lnTo>
                  <a:lnTo>
                    <a:pt x="738" y="13"/>
                  </a:lnTo>
                  <a:lnTo>
                    <a:pt x="715" y="1"/>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473;p23">
              <a:extLst>
                <a:ext uri="{FF2B5EF4-FFF2-40B4-BE49-F238E27FC236}">
                  <a16:creationId xmlns:a16="http://schemas.microsoft.com/office/drawing/2014/main" id="{442947FB-9D89-4E05-A702-170297957372}"/>
                </a:ext>
              </a:extLst>
            </p:cNvPr>
            <p:cNvSpPr/>
            <p:nvPr/>
          </p:nvSpPr>
          <p:spPr>
            <a:xfrm>
              <a:off x="3439018" y="3983262"/>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474;p23">
              <a:extLst>
                <a:ext uri="{FF2B5EF4-FFF2-40B4-BE49-F238E27FC236}">
                  <a16:creationId xmlns:a16="http://schemas.microsoft.com/office/drawing/2014/main" id="{C1F6B50B-AF4A-4067-8A8D-9C15AE646076}"/>
                </a:ext>
              </a:extLst>
            </p:cNvPr>
            <p:cNvSpPr/>
            <p:nvPr/>
          </p:nvSpPr>
          <p:spPr>
            <a:xfrm>
              <a:off x="3482642" y="3983262"/>
              <a:ext cx="14792" cy="103102"/>
            </a:xfrm>
            <a:custGeom>
              <a:avLst/>
              <a:gdLst/>
              <a:ahLst/>
              <a:cxnLst/>
              <a:rect l="l" t="t" r="r" b="b"/>
              <a:pathLst>
                <a:path w="335"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475;p23">
              <a:extLst>
                <a:ext uri="{FF2B5EF4-FFF2-40B4-BE49-F238E27FC236}">
                  <a16:creationId xmlns:a16="http://schemas.microsoft.com/office/drawing/2014/main" id="{FAAFC3C6-3AE4-41B8-9036-7E64FD84767B}"/>
                </a:ext>
              </a:extLst>
            </p:cNvPr>
            <p:cNvSpPr/>
            <p:nvPr/>
          </p:nvSpPr>
          <p:spPr>
            <a:xfrm>
              <a:off x="3526267" y="3983262"/>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476;p23">
              <a:extLst>
                <a:ext uri="{FF2B5EF4-FFF2-40B4-BE49-F238E27FC236}">
                  <a16:creationId xmlns:a16="http://schemas.microsoft.com/office/drawing/2014/main" id="{0703C750-FA40-479F-82A7-56C82E3705F8}"/>
                </a:ext>
              </a:extLst>
            </p:cNvPr>
            <p:cNvSpPr/>
            <p:nvPr/>
          </p:nvSpPr>
          <p:spPr>
            <a:xfrm>
              <a:off x="3570465" y="3983262"/>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477;p23">
              <a:extLst>
                <a:ext uri="{FF2B5EF4-FFF2-40B4-BE49-F238E27FC236}">
                  <a16:creationId xmlns:a16="http://schemas.microsoft.com/office/drawing/2014/main" id="{23BB014F-35B9-4EAC-8D9E-1EC857CD8A75}"/>
                </a:ext>
              </a:extLst>
            </p:cNvPr>
            <p:cNvSpPr/>
            <p:nvPr/>
          </p:nvSpPr>
          <p:spPr>
            <a:xfrm>
              <a:off x="3613560" y="3983262"/>
              <a:ext cx="14748" cy="103102"/>
            </a:xfrm>
            <a:custGeom>
              <a:avLst/>
              <a:gdLst/>
              <a:ahLst/>
              <a:cxnLst/>
              <a:rect l="l" t="t" r="r" b="b"/>
              <a:pathLst>
                <a:path w="334" h="2335" extrusionOk="0">
                  <a:moveTo>
                    <a:pt x="0" y="1"/>
                  </a:moveTo>
                  <a:lnTo>
                    <a:pt x="0"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478;p23">
              <a:extLst>
                <a:ext uri="{FF2B5EF4-FFF2-40B4-BE49-F238E27FC236}">
                  <a16:creationId xmlns:a16="http://schemas.microsoft.com/office/drawing/2014/main" id="{E9FABC92-6900-4CEA-8654-2BC3829C27A2}"/>
                </a:ext>
              </a:extLst>
            </p:cNvPr>
            <p:cNvSpPr/>
            <p:nvPr/>
          </p:nvSpPr>
          <p:spPr>
            <a:xfrm>
              <a:off x="3657715" y="3983262"/>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479;p23">
              <a:extLst>
                <a:ext uri="{FF2B5EF4-FFF2-40B4-BE49-F238E27FC236}">
                  <a16:creationId xmlns:a16="http://schemas.microsoft.com/office/drawing/2014/main" id="{35911828-41B9-4EFE-A484-C9857DBA006B}"/>
                </a:ext>
              </a:extLst>
            </p:cNvPr>
            <p:cNvSpPr/>
            <p:nvPr/>
          </p:nvSpPr>
          <p:spPr>
            <a:xfrm>
              <a:off x="3701339" y="3983262"/>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480;p23">
              <a:extLst>
                <a:ext uri="{FF2B5EF4-FFF2-40B4-BE49-F238E27FC236}">
                  <a16:creationId xmlns:a16="http://schemas.microsoft.com/office/drawing/2014/main" id="{21A935E9-B665-485C-8542-573A5199917E}"/>
                </a:ext>
              </a:extLst>
            </p:cNvPr>
            <p:cNvSpPr/>
            <p:nvPr/>
          </p:nvSpPr>
          <p:spPr>
            <a:xfrm>
              <a:off x="3745008" y="3983262"/>
              <a:ext cx="14748" cy="103102"/>
            </a:xfrm>
            <a:custGeom>
              <a:avLst/>
              <a:gdLst/>
              <a:ahLst/>
              <a:cxnLst/>
              <a:rect l="l" t="t" r="r" b="b"/>
              <a:pathLst>
                <a:path w="334" h="2335" extrusionOk="0">
                  <a:moveTo>
                    <a:pt x="0" y="1"/>
                  </a:moveTo>
                  <a:lnTo>
                    <a:pt x="0" y="2334"/>
                  </a:lnTo>
                  <a:lnTo>
                    <a:pt x="333" y="2334"/>
                  </a:lnTo>
                  <a:lnTo>
                    <a:pt x="333"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481;p23">
              <a:extLst>
                <a:ext uri="{FF2B5EF4-FFF2-40B4-BE49-F238E27FC236}">
                  <a16:creationId xmlns:a16="http://schemas.microsoft.com/office/drawing/2014/main" id="{5B90568B-DFAC-488F-9EFA-736AE5B9B71F}"/>
                </a:ext>
              </a:extLst>
            </p:cNvPr>
            <p:cNvSpPr/>
            <p:nvPr/>
          </p:nvSpPr>
          <p:spPr>
            <a:xfrm>
              <a:off x="3788632" y="3983262"/>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482;p23">
              <a:extLst>
                <a:ext uri="{FF2B5EF4-FFF2-40B4-BE49-F238E27FC236}">
                  <a16:creationId xmlns:a16="http://schemas.microsoft.com/office/drawing/2014/main" id="{E478F91F-629D-4258-B7A8-DA80262EA2B8}"/>
                </a:ext>
              </a:extLst>
            </p:cNvPr>
            <p:cNvSpPr/>
            <p:nvPr/>
          </p:nvSpPr>
          <p:spPr>
            <a:xfrm>
              <a:off x="3831727" y="3983262"/>
              <a:ext cx="14792" cy="103102"/>
            </a:xfrm>
            <a:custGeom>
              <a:avLst/>
              <a:gdLst/>
              <a:ahLst/>
              <a:cxnLst/>
              <a:rect l="l" t="t" r="r" b="b"/>
              <a:pathLst>
                <a:path w="335"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483;p23">
              <a:extLst>
                <a:ext uri="{FF2B5EF4-FFF2-40B4-BE49-F238E27FC236}">
                  <a16:creationId xmlns:a16="http://schemas.microsoft.com/office/drawing/2014/main" id="{ECBA86D7-7F85-46DF-A2C1-D503D8750F95}"/>
                </a:ext>
              </a:extLst>
            </p:cNvPr>
            <p:cNvSpPr/>
            <p:nvPr/>
          </p:nvSpPr>
          <p:spPr>
            <a:xfrm>
              <a:off x="3875882" y="3983262"/>
              <a:ext cx="14792" cy="103102"/>
            </a:xfrm>
            <a:custGeom>
              <a:avLst/>
              <a:gdLst/>
              <a:ahLst/>
              <a:cxnLst/>
              <a:rect l="l" t="t" r="r" b="b"/>
              <a:pathLst>
                <a:path w="335"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484;p23">
              <a:extLst>
                <a:ext uri="{FF2B5EF4-FFF2-40B4-BE49-F238E27FC236}">
                  <a16:creationId xmlns:a16="http://schemas.microsoft.com/office/drawing/2014/main" id="{C570A821-55E4-43A6-ADCE-3CC72F8AC2C2}"/>
                </a:ext>
              </a:extLst>
            </p:cNvPr>
            <p:cNvSpPr/>
            <p:nvPr/>
          </p:nvSpPr>
          <p:spPr>
            <a:xfrm>
              <a:off x="3919550" y="3983262"/>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485;p23">
              <a:extLst>
                <a:ext uri="{FF2B5EF4-FFF2-40B4-BE49-F238E27FC236}">
                  <a16:creationId xmlns:a16="http://schemas.microsoft.com/office/drawing/2014/main" id="{965FFB27-74E5-488B-A05C-8504F7F72752}"/>
                </a:ext>
              </a:extLst>
            </p:cNvPr>
            <p:cNvSpPr/>
            <p:nvPr/>
          </p:nvSpPr>
          <p:spPr>
            <a:xfrm>
              <a:off x="3963175" y="3983262"/>
              <a:ext cx="14748" cy="103102"/>
            </a:xfrm>
            <a:custGeom>
              <a:avLst/>
              <a:gdLst/>
              <a:ahLst/>
              <a:cxnLst/>
              <a:rect l="l" t="t" r="r" b="b"/>
              <a:pathLst>
                <a:path w="334" h="2335" extrusionOk="0">
                  <a:moveTo>
                    <a:pt x="0" y="1"/>
                  </a:moveTo>
                  <a:lnTo>
                    <a:pt x="0"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486;p23">
              <a:extLst>
                <a:ext uri="{FF2B5EF4-FFF2-40B4-BE49-F238E27FC236}">
                  <a16:creationId xmlns:a16="http://schemas.microsoft.com/office/drawing/2014/main" id="{E0EF7FBF-5598-4075-AE48-6DF1C4FCD1C6}"/>
                </a:ext>
              </a:extLst>
            </p:cNvPr>
            <p:cNvSpPr/>
            <p:nvPr/>
          </p:nvSpPr>
          <p:spPr>
            <a:xfrm>
              <a:off x="4006800" y="3983262"/>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487;p23">
              <a:extLst>
                <a:ext uri="{FF2B5EF4-FFF2-40B4-BE49-F238E27FC236}">
                  <a16:creationId xmlns:a16="http://schemas.microsoft.com/office/drawing/2014/main" id="{4C321C70-B6B5-4B16-8093-8661720F6706}"/>
                </a:ext>
              </a:extLst>
            </p:cNvPr>
            <p:cNvSpPr/>
            <p:nvPr/>
          </p:nvSpPr>
          <p:spPr>
            <a:xfrm>
              <a:off x="4050954" y="3983262"/>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488;p23">
              <a:extLst>
                <a:ext uri="{FF2B5EF4-FFF2-40B4-BE49-F238E27FC236}">
                  <a16:creationId xmlns:a16="http://schemas.microsoft.com/office/drawing/2014/main" id="{031E5DBE-BE7D-470E-8E1E-0EACD96DD32C}"/>
                </a:ext>
              </a:extLst>
            </p:cNvPr>
            <p:cNvSpPr/>
            <p:nvPr/>
          </p:nvSpPr>
          <p:spPr>
            <a:xfrm>
              <a:off x="3424270" y="4222490"/>
              <a:ext cx="680914" cy="137234"/>
            </a:xfrm>
            <a:custGeom>
              <a:avLst/>
              <a:gdLst/>
              <a:ahLst/>
              <a:cxnLst/>
              <a:rect l="l" t="t" r="r" b="b"/>
              <a:pathLst>
                <a:path w="15421" h="3108" extrusionOk="0">
                  <a:moveTo>
                    <a:pt x="1073" y="0"/>
                  </a:moveTo>
                  <a:lnTo>
                    <a:pt x="858" y="12"/>
                  </a:lnTo>
                  <a:lnTo>
                    <a:pt x="465" y="179"/>
                  </a:lnTo>
                  <a:lnTo>
                    <a:pt x="180" y="465"/>
                  </a:lnTo>
                  <a:lnTo>
                    <a:pt x="13" y="858"/>
                  </a:lnTo>
                  <a:lnTo>
                    <a:pt x="1" y="1072"/>
                  </a:lnTo>
                  <a:lnTo>
                    <a:pt x="1" y="2036"/>
                  </a:lnTo>
                  <a:lnTo>
                    <a:pt x="13" y="2263"/>
                  </a:lnTo>
                  <a:lnTo>
                    <a:pt x="180" y="2644"/>
                  </a:lnTo>
                  <a:lnTo>
                    <a:pt x="465" y="2929"/>
                  </a:lnTo>
                  <a:lnTo>
                    <a:pt x="858" y="3096"/>
                  </a:lnTo>
                  <a:lnTo>
                    <a:pt x="1073" y="3108"/>
                  </a:lnTo>
                  <a:lnTo>
                    <a:pt x="1120" y="3108"/>
                  </a:lnTo>
                  <a:lnTo>
                    <a:pt x="1168" y="3096"/>
                  </a:lnTo>
                  <a:lnTo>
                    <a:pt x="1227" y="3108"/>
                  </a:lnTo>
                  <a:lnTo>
                    <a:pt x="14182" y="3108"/>
                  </a:lnTo>
                  <a:lnTo>
                    <a:pt x="14253" y="3096"/>
                  </a:lnTo>
                  <a:lnTo>
                    <a:pt x="14301" y="3108"/>
                  </a:lnTo>
                  <a:lnTo>
                    <a:pt x="14349" y="3108"/>
                  </a:lnTo>
                  <a:lnTo>
                    <a:pt x="14575" y="3096"/>
                  </a:lnTo>
                  <a:lnTo>
                    <a:pt x="14956" y="2929"/>
                  </a:lnTo>
                  <a:lnTo>
                    <a:pt x="15242" y="2644"/>
                  </a:lnTo>
                  <a:lnTo>
                    <a:pt x="15408" y="2263"/>
                  </a:lnTo>
                  <a:lnTo>
                    <a:pt x="15420" y="2036"/>
                  </a:lnTo>
                  <a:lnTo>
                    <a:pt x="15420" y="1072"/>
                  </a:lnTo>
                  <a:lnTo>
                    <a:pt x="15408" y="858"/>
                  </a:lnTo>
                  <a:lnTo>
                    <a:pt x="15242" y="465"/>
                  </a:lnTo>
                  <a:lnTo>
                    <a:pt x="14956" y="179"/>
                  </a:lnTo>
                  <a:lnTo>
                    <a:pt x="14575" y="12"/>
                  </a:lnTo>
                  <a:lnTo>
                    <a:pt x="14349" y="0"/>
                  </a:lnTo>
                  <a:lnTo>
                    <a:pt x="14301" y="0"/>
                  </a:lnTo>
                  <a:lnTo>
                    <a:pt x="14253" y="12"/>
                  </a:lnTo>
                  <a:lnTo>
                    <a:pt x="14182" y="12"/>
                  </a:lnTo>
                  <a:lnTo>
                    <a:pt x="14110" y="0"/>
                  </a:lnTo>
                  <a:lnTo>
                    <a:pt x="1227" y="0"/>
                  </a:lnTo>
                  <a:lnTo>
                    <a:pt x="1168" y="12"/>
                  </a:lnTo>
                  <a:lnTo>
                    <a:pt x="1120" y="12"/>
                  </a:lnTo>
                  <a:lnTo>
                    <a:pt x="1073"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489;p23">
              <a:extLst>
                <a:ext uri="{FF2B5EF4-FFF2-40B4-BE49-F238E27FC236}">
                  <a16:creationId xmlns:a16="http://schemas.microsoft.com/office/drawing/2014/main" id="{A22D8779-65D2-4D24-821E-2F1D99353E48}"/>
                </a:ext>
              </a:extLst>
            </p:cNvPr>
            <p:cNvSpPr/>
            <p:nvPr/>
          </p:nvSpPr>
          <p:spPr>
            <a:xfrm>
              <a:off x="3441623" y="4240903"/>
              <a:ext cx="646208" cy="101998"/>
            </a:xfrm>
            <a:custGeom>
              <a:avLst/>
              <a:gdLst/>
              <a:ahLst/>
              <a:cxnLst/>
              <a:rect l="l" t="t" r="r" b="b"/>
              <a:pathLst>
                <a:path w="14635" h="2310" extrusionOk="0">
                  <a:moveTo>
                    <a:pt x="680" y="0"/>
                  </a:moveTo>
                  <a:lnTo>
                    <a:pt x="537" y="12"/>
                  </a:lnTo>
                  <a:lnTo>
                    <a:pt x="299" y="107"/>
                  </a:lnTo>
                  <a:lnTo>
                    <a:pt x="108" y="298"/>
                  </a:lnTo>
                  <a:lnTo>
                    <a:pt x="13" y="536"/>
                  </a:lnTo>
                  <a:lnTo>
                    <a:pt x="1" y="667"/>
                  </a:lnTo>
                  <a:lnTo>
                    <a:pt x="1" y="1643"/>
                  </a:lnTo>
                  <a:lnTo>
                    <a:pt x="13" y="1774"/>
                  </a:lnTo>
                  <a:lnTo>
                    <a:pt x="108" y="2012"/>
                  </a:lnTo>
                  <a:lnTo>
                    <a:pt x="299" y="2191"/>
                  </a:lnTo>
                  <a:lnTo>
                    <a:pt x="549" y="2298"/>
                  </a:lnTo>
                  <a:lnTo>
                    <a:pt x="680" y="2310"/>
                  </a:lnTo>
                  <a:lnTo>
                    <a:pt x="787" y="2298"/>
                  </a:lnTo>
                  <a:lnTo>
                    <a:pt x="13837" y="2298"/>
                  </a:lnTo>
                  <a:lnTo>
                    <a:pt x="13956" y="2310"/>
                  </a:lnTo>
                  <a:lnTo>
                    <a:pt x="14099" y="2298"/>
                  </a:lnTo>
                  <a:lnTo>
                    <a:pt x="14337" y="2191"/>
                  </a:lnTo>
                  <a:lnTo>
                    <a:pt x="14515" y="2012"/>
                  </a:lnTo>
                  <a:lnTo>
                    <a:pt x="14622" y="1774"/>
                  </a:lnTo>
                  <a:lnTo>
                    <a:pt x="14634" y="1643"/>
                  </a:lnTo>
                  <a:lnTo>
                    <a:pt x="14634" y="667"/>
                  </a:lnTo>
                  <a:lnTo>
                    <a:pt x="14622" y="536"/>
                  </a:lnTo>
                  <a:lnTo>
                    <a:pt x="14515" y="298"/>
                  </a:lnTo>
                  <a:lnTo>
                    <a:pt x="14337" y="107"/>
                  </a:lnTo>
                  <a:lnTo>
                    <a:pt x="14087" y="12"/>
                  </a:lnTo>
                  <a:lnTo>
                    <a:pt x="13944" y="0"/>
                  </a:lnTo>
                  <a:lnTo>
                    <a:pt x="13837" y="12"/>
                  </a:lnTo>
                  <a:lnTo>
                    <a:pt x="739" y="12"/>
                  </a:lnTo>
                  <a:lnTo>
                    <a:pt x="715" y="0"/>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490;p23">
              <a:extLst>
                <a:ext uri="{FF2B5EF4-FFF2-40B4-BE49-F238E27FC236}">
                  <a16:creationId xmlns:a16="http://schemas.microsoft.com/office/drawing/2014/main" id="{BD2478CD-A67F-4444-9311-AEBD1502D79D}"/>
                </a:ext>
              </a:extLst>
            </p:cNvPr>
            <p:cNvSpPr/>
            <p:nvPr/>
          </p:nvSpPr>
          <p:spPr>
            <a:xfrm>
              <a:off x="3452176" y="4237724"/>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491;p23">
              <a:extLst>
                <a:ext uri="{FF2B5EF4-FFF2-40B4-BE49-F238E27FC236}">
                  <a16:creationId xmlns:a16="http://schemas.microsoft.com/office/drawing/2014/main" id="{D59A6B46-DB7B-4593-9264-324BD6CE2115}"/>
                </a:ext>
              </a:extLst>
            </p:cNvPr>
            <p:cNvSpPr/>
            <p:nvPr/>
          </p:nvSpPr>
          <p:spPr>
            <a:xfrm>
              <a:off x="3495270" y="4237724"/>
              <a:ext cx="14748" cy="103102"/>
            </a:xfrm>
            <a:custGeom>
              <a:avLst/>
              <a:gdLst/>
              <a:ahLst/>
              <a:cxnLst/>
              <a:rect l="l" t="t" r="r" b="b"/>
              <a:pathLst>
                <a:path w="334" h="2335" extrusionOk="0">
                  <a:moveTo>
                    <a:pt x="0" y="1"/>
                  </a:moveTo>
                  <a:lnTo>
                    <a:pt x="0"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492;p23">
              <a:extLst>
                <a:ext uri="{FF2B5EF4-FFF2-40B4-BE49-F238E27FC236}">
                  <a16:creationId xmlns:a16="http://schemas.microsoft.com/office/drawing/2014/main" id="{8BE1801E-1AF5-4ED1-8A30-7669398AC356}"/>
                </a:ext>
              </a:extLst>
            </p:cNvPr>
            <p:cNvSpPr/>
            <p:nvPr/>
          </p:nvSpPr>
          <p:spPr>
            <a:xfrm>
              <a:off x="3539425" y="4237724"/>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493;p23">
              <a:extLst>
                <a:ext uri="{FF2B5EF4-FFF2-40B4-BE49-F238E27FC236}">
                  <a16:creationId xmlns:a16="http://schemas.microsoft.com/office/drawing/2014/main" id="{151D7BA7-A98F-4E7B-A4D1-84BFC2289F8A}"/>
                </a:ext>
              </a:extLst>
            </p:cNvPr>
            <p:cNvSpPr/>
            <p:nvPr/>
          </p:nvSpPr>
          <p:spPr>
            <a:xfrm>
              <a:off x="3583049" y="4237724"/>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494;p23">
              <a:extLst>
                <a:ext uri="{FF2B5EF4-FFF2-40B4-BE49-F238E27FC236}">
                  <a16:creationId xmlns:a16="http://schemas.microsoft.com/office/drawing/2014/main" id="{ED466932-0306-4701-8B42-8D8D53BE4C79}"/>
                </a:ext>
              </a:extLst>
            </p:cNvPr>
            <p:cNvSpPr/>
            <p:nvPr/>
          </p:nvSpPr>
          <p:spPr>
            <a:xfrm>
              <a:off x="3626718" y="4237724"/>
              <a:ext cx="14748" cy="103102"/>
            </a:xfrm>
            <a:custGeom>
              <a:avLst/>
              <a:gdLst/>
              <a:ahLst/>
              <a:cxnLst/>
              <a:rect l="l" t="t" r="r" b="b"/>
              <a:pathLst>
                <a:path w="334" h="2335" extrusionOk="0">
                  <a:moveTo>
                    <a:pt x="0" y="1"/>
                  </a:moveTo>
                  <a:lnTo>
                    <a:pt x="0" y="2334"/>
                  </a:lnTo>
                  <a:lnTo>
                    <a:pt x="333" y="2334"/>
                  </a:lnTo>
                  <a:lnTo>
                    <a:pt x="333"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495;p23">
              <a:extLst>
                <a:ext uri="{FF2B5EF4-FFF2-40B4-BE49-F238E27FC236}">
                  <a16:creationId xmlns:a16="http://schemas.microsoft.com/office/drawing/2014/main" id="{667D1D7A-23C5-4FE1-89AA-A0C9792AE06A}"/>
                </a:ext>
              </a:extLst>
            </p:cNvPr>
            <p:cNvSpPr/>
            <p:nvPr/>
          </p:nvSpPr>
          <p:spPr>
            <a:xfrm>
              <a:off x="3670343" y="4237724"/>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496;p23">
              <a:extLst>
                <a:ext uri="{FF2B5EF4-FFF2-40B4-BE49-F238E27FC236}">
                  <a16:creationId xmlns:a16="http://schemas.microsoft.com/office/drawing/2014/main" id="{3BCB71A5-2B4B-494F-96A5-541514FC915D}"/>
                </a:ext>
              </a:extLst>
            </p:cNvPr>
            <p:cNvSpPr/>
            <p:nvPr/>
          </p:nvSpPr>
          <p:spPr>
            <a:xfrm>
              <a:off x="3714497" y="4237724"/>
              <a:ext cx="14218" cy="103102"/>
            </a:xfrm>
            <a:custGeom>
              <a:avLst/>
              <a:gdLst/>
              <a:ahLst/>
              <a:cxnLst/>
              <a:rect l="l" t="t" r="r" b="b"/>
              <a:pathLst>
                <a:path w="322"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497;p23">
              <a:extLst>
                <a:ext uri="{FF2B5EF4-FFF2-40B4-BE49-F238E27FC236}">
                  <a16:creationId xmlns:a16="http://schemas.microsoft.com/office/drawing/2014/main" id="{F6CE49B3-5B0E-4143-A52C-D0D5C6F8C676}"/>
                </a:ext>
              </a:extLst>
            </p:cNvPr>
            <p:cNvSpPr/>
            <p:nvPr/>
          </p:nvSpPr>
          <p:spPr>
            <a:xfrm>
              <a:off x="3757592" y="4237724"/>
              <a:ext cx="14792" cy="103102"/>
            </a:xfrm>
            <a:custGeom>
              <a:avLst/>
              <a:gdLst/>
              <a:ahLst/>
              <a:cxnLst/>
              <a:rect l="l" t="t" r="r" b="b"/>
              <a:pathLst>
                <a:path w="335"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498;p23">
              <a:extLst>
                <a:ext uri="{FF2B5EF4-FFF2-40B4-BE49-F238E27FC236}">
                  <a16:creationId xmlns:a16="http://schemas.microsoft.com/office/drawing/2014/main" id="{0D5D35EC-86E6-4467-AB6B-1F52403CC8E8}"/>
                </a:ext>
              </a:extLst>
            </p:cNvPr>
            <p:cNvSpPr/>
            <p:nvPr/>
          </p:nvSpPr>
          <p:spPr>
            <a:xfrm>
              <a:off x="3801790" y="4237724"/>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499;p23">
              <a:extLst>
                <a:ext uri="{FF2B5EF4-FFF2-40B4-BE49-F238E27FC236}">
                  <a16:creationId xmlns:a16="http://schemas.microsoft.com/office/drawing/2014/main" id="{CC03B66D-4876-4626-92E6-F13EFCC69698}"/>
                </a:ext>
              </a:extLst>
            </p:cNvPr>
            <p:cNvSpPr/>
            <p:nvPr/>
          </p:nvSpPr>
          <p:spPr>
            <a:xfrm>
              <a:off x="3844885" y="4237724"/>
              <a:ext cx="14748" cy="103102"/>
            </a:xfrm>
            <a:custGeom>
              <a:avLst/>
              <a:gdLst/>
              <a:ahLst/>
              <a:cxnLst/>
              <a:rect l="l" t="t" r="r" b="b"/>
              <a:pathLst>
                <a:path w="334" h="2335" extrusionOk="0">
                  <a:moveTo>
                    <a:pt x="0" y="1"/>
                  </a:moveTo>
                  <a:lnTo>
                    <a:pt x="0"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500;p23">
              <a:extLst>
                <a:ext uri="{FF2B5EF4-FFF2-40B4-BE49-F238E27FC236}">
                  <a16:creationId xmlns:a16="http://schemas.microsoft.com/office/drawing/2014/main" id="{D0842A5D-6ABC-45C4-92A0-DC5C9C0F578D}"/>
                </a:ext>
              </a:extLst>
            </p:cNvPr>
            <p:cNvSpPr/>
            <p:nvPr/>
          </p:nvSpPr>
          <p:spPr>
            <a:xfrm>
              <a:off x="3889040" y="4237724"/>
              <a:ext cx="14748" cy="103102"/>
            </a:xfrm>
            <a:custGeom>
              <a:avLst/>
              <a:gdLst/>
              <a:ahLst/>
              <a:cxnLst/>
              <a:rect l="l" t="t" r="r" b="b"/>
              <a:pathLst>
                <a:path w="334"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501;p23">
              <a:extLst>
                <a:ext uri="{FF2B5EF4-FFF2-40B4-BE49-F238E27FC236}">
                  <a16:creationId xmlns:a16="http://schemas.microsoft.com/office/drawing/2014/main" id="{FCEDB0E5-020B-4C31-A692-B01417876360}"/>
                </a:ext>
              </a:extLst>
            </p:cNvPr>
            <p:cNvSpPr/>
            <p:nvPr/>
          </p:nvSpPr>
          <p:spPr>
            <a:xfrm>
              <a:off x="3932664" y="4237724"/>
              <a:ext cx="14262" cy="103102"/>
            </a:xfrm>
            <a:custGeom>
              <a:avLst/>
              <a:gdLst/>
              <a:ahLst/>
              <a:cxnLst/>
              <a:rect l="l" t="t" r="r" b="b"/>
              <a:pathLst>
                <a:path w="323" h="2335" extrusionOk="0">
                  <a:moveTo>
                    <a:pt x="1" y="1"/>
                  </a:moveTo>
                  <a:lnTo>
                    <a:pt x="1"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502;p23">
              <a:extLst>
                <a:ext uri="{FF2B5EF4-FFF2-40B4-BE49-F238E27FC236}">
                  <a16:creationId xmlns:a16="http://schemas.microsoft.com/office/drawing/2014/main" id="{86DD3D6C-2203-48EA-84A3-225A3CD023EF}"/>
                </a:ext>
              </a:extLst>
            </p:cNvPr>
            <p:cNvSpPr/>
            <p:nvPr/>
          </p:nvSpPr>
          <p:spPr>
            <a:xfrm>
              <a:off x="3975803" y="4237724"/>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503;p23">
              <a:extLst>
                <a:ext uri="{FF2B5EF4-FFF2-40B4-BE49-F238E27FC236}">
                  <a16:creationId xmlns:a16="http://schemas.microsoft.com/office/drawing/2014/main" id="{59522BA4-0363-4643-ACC6-F4090B4A3218}"/>
                </a:ext>
              </a:extLst>
            </p:cNvPr>
            <p:cNvSpPr/>
            <p:nvPr/>
          </p:nvSpPr>
          <p:spPr>
            <a:xfrm>
              <a:off x="4019958" y="4237724"/>
              <a:ext cx="14218" cy="103102"/>
            </a:xfrm>
            <a:custGeom>
              <a:avLst/>
              <a:gdLst/>
              <a:ahLst/>
              <a:cxnLst/>
              <a:rect l="l" t="t" r="r" b="b"/>
              <a:pathLst>
                <a:path w="322" h="2335" extrusionOk="0">
                  <a:moveTo>
                    <a:pt x="0" y="1"/>
                  </a:moveTo>
                  <a:lnTo>
                    <a:pt x="0" y="2334"/>
                  </a:lnTo>
                  <a:lnTo>
                    <a:pt x="322" y="2334"/>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504;p23">
              <a:extLst>
                <a:ext uri="{FF2B5EF4-FFF2-40B4-BE49-F238E27FC236}">
                  <a16:creationId xmlns:a16="http://schemas.microsoft.com/office/drawing/2014/main" id="{067ED6EF-116B-47B7-8516-28F4B915E869}"/>
                </a:ext>
              </a:extLst>
            </p:cNvPr>
            <p:cNvSpPr/>
            <p:nvPr/>
          </p:nvSpPr>
          <p:spPr>
            <a:xfrm>
              <a:off x="4063052" y="4237724"/>
              <a:ext cx="14792" cy="103102"/>
            </a:xfrm>
            <a:custGeom>
              <a:avLst/>
              <a:gdLst/>
              <a:ahLst/>
              <a:cxnLst/>
              <a:rect l="l" t="t" r="r" b="b"/>
              <a:pathLst>
                <a:path w="335" h="2335" extrusionOk="0">
                  <a:moveTo>
                    <a:pt x="1" y="1"/>
                  </a:moveTo>
                  <a:lnTo>
                    <a:pt x="1" y="2334"/>
                  </a:lnTo>
                  <a:lnTo>
                    <a:pt x="334" y="2334"/>
                  </a:lnTo>
                  <a:lnTo>
                    <a:pt x="334"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505;p23">
              <a:extLst>
                <a:ext uri="{FF2B5EF4-FFF2-40B4-BE49-F238E27FC236}">
                  <a16:creationId xmlns:a16="http://schemas.microsoft.com/office/drawing/2014/main" id="{73268F7E-2BA4-4A82-93F0-4910E8CB3F36}"/>
                </a:ext>
              </a:extLst>
            </p:cNvPr>
            <p:cNvSpPr/>
            <p:nvPr/>
          </p:nvSpPr>
          <p:spPr>
            <a:xfrm>
              <a:off x="3271319" y="4359678"/>
              <a:ext cx="680870" cy="137808"/>
            </a:xfrm>
            <a:custGeom>
              <a:avLst/>
              <a:gdLst/>
              <a:ahLst/>
              <a:cxnLst/>
              <a:rect l="l" t="t" r="r" b="b"/>
              <a:pathLst>
                <a:path w="15420" h="3121" extrusionOk="0">
                  <a:moveTo>
                    <a:pt x="1072" y="1"/>
                  </a:moveTo>
                  <a:lnTo>
                    <a:pt x="857" y="25"/>
                  </a:lnTo>
                  <a:lnTo>
                    <a:pt x="464" y="180"/>
                  </a:lnTo>
                  <a:lnTo>
                    <a:pt x="179" y="465"/>
                  </a:lnTo>
                  <a:lnTo>
                    <a:pt x="12" y="858"/>
                  </a:lnTo>
                  <a:lnTo>
                    <a:pt x="0" y="1073"/>
                  </a:lnTo>
                  <a:lnTo>
                    <a:pt x="0" y="2049"/>
                  </a:lnTo>
                  <a:lnTo>
                    <a:pt x="12" y="2263"/>
                  </a:lnTo>
                  <a:lnTo>
                    <a:pt x="179" y="2644"/>
                  </a:lnTo>
                  <a:lnTo>
                    <a:pt x="464" y="2942"/>
                  </a:lnTo>
                  <a:lnTo>
                    <a:pt x="857" y="3097"/>
                  </a:lnTo>
                  <a:lnTo>
                    <a:pt x="1072" y="3120"/>
                  </a:lnTo>
                  <a:lnTo>
                    <a:pt x="1119" y="3120"/>
                  </a:lnTo>
                  <a:lnTo>
                    <a:pt x="1155" y="3097"/>
                  </a:lnTo>
                  <a:lnTo>
                    <a:pt x="1227" y="3109"/>
                  </a:lnTo>
                  <a:lnTo>
                    <a:pt x="1298" y="3120"/>
                  </a:lnTo>
                  <a:lnTo>
                    <a:pt x="14181" y="3120"/>
                  </a:lnTo>
                  <a:lnTo>
                    <a:pt x="14241" y="3097"/>
                  </a:lnTo>
                  <a:lnTo>
                    <a:pt x="14300" y="3109"/>
                  </a:lnTo>
                  <a:lnTo>
                    <a:pt x="14348" y="3120"/>
                  </a:lnTo>
                  <a:lnTo>
                    <a:pt x="14562" y="3097"/>
                  </a:lnTo>
                  <a:lnTo>
                    <a:pt x="14955" y="2942"/>
                  </a:lnTo>
                  <a:lnTo>
                    <a:pt x="15241" y="2644"/>
                  </a:lnTo>
                  <a:lnTo>
                    <a:pt x="15407" y="2263"/>
                  </a:lnTo>
                  <a:lnTo>
                    <a:pt x="15419" y="2049"/>
                  </a:lnTo>
                  <a:lnTo>
                    <a:pt x="15419" y="1073"/>
                  </a:lnTo>
                  <a:lnTo>
                    <a:pt x="15407" y="858"/>
                  </a:lnTo>
                  <a:lnTo>
                    <a:pt x="15241" y="465"/>
                  </a:lnTo>
                  <a:lnTo>
                    <a:pt x="14955" y="180"/>
                  </a:lnTo>
                  <a:lnTo>
                    <a:pt x="14562" y="25"/>
                  </a:lnTo>
                  <a:lnTo>
                    <a:pt x="14348" y="1"/>
                  </a:lnTo>
                  <a:lnTo>
                    <a:pt x="14300" y="1"/>
                  </a:lnTo>
                  <a:lnTo>
                    <a:pt x="14241" y="25"/>
                  </a:lnTo>
                  <a:lnTo>
                    <a:pt x="14181" y="13"/>
                  </a:lnTo>
                  <a:lnTo>
                    <a:pt x="14110" y="1"/>
                  </a:lnTo>
                  <a:lnTo>
                    <a:pt x="1227" y="1"/>
                  </a:lnTo>
                  <a:lnTo>
                    <a:pt x="1155" y="25"/>
                  </a:lnTo>
                  <a:lnTo>
                    <a:pt x="1119" y="13"/>
                  </a:lnTo>
                  <a:lnTo>
                    <a:pt x="10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506;p23">
              <a:extLst>
                <a:ext uri="{FF2B5EF4-FFF2-40B4-BE49-F238E27FC236}">
                  <a16:creationId xmlns:a16="http://schemas.microsoft.com/office/drawing/2014/main" id="{E6FA9CF8-2998-40F0-83C8-4A6EC8A5A093}"/>
                </a:ext>
              </a:extLst>
            </p:cNvPr>
            <p:cNvSpPr/>
            <p:nvPr/>
          </p:nvSpPr>
          <p:spPr>
            <a:xfrm>
              <a:off x="3288672" y="4378090"/>
              <a:ext cx="645634" cy="102042"/>
            </a:xfrm>
            <a:custGeom>
              <a:avLst/>
              <a:gdLst/>
              <a:ahLst/>
              <a:cxnLst/>
              <a:rect l="l" t="t" r="r" b="b"/>
              <a:pathLst>
                <a:path w="14622" h="2311" extrusionOk="0">
                  <a:moveTo>
                    <a:pt x="679" y="1"/>
                  </a:moveTo>
                  <a:lnTo>
                    <a:pt x="536" y="13"/>
                  </a:lnTo>
                  <a:lnTo>
                    <a:pt x="286" y="120"/>
                  </a:lnTo>
                  <a:lnTo>
                    <a:pt x="107" y="298"/>
                  </a:lnTo>
                  <a:lnTo>
                    <a:pt x="0" y="536"/>
                  </a:lnTo>
                  <a:lnTo>
                    <a:pt x="0" y="679"/>
                  </a:lnTo>
                  <a:lnTo>
                    <a:pt x="0" y="1644"/>
                  </a:lnTo>
                  <a:lnTo>
                    <a:pt x="0" y="1775"/>
                  </a:lnTo>
                  <a:lnTo>
                    <a:pt x="107" y="2013"/>
                  </a:lnTo>
                  <a:lnTo>
                    <a:pt x="298" y="2203"/>
                  </a:lnTo>
                  <a:lnTo>
                    <a:pt x="536" y="2299"/>
                  </a:lnTo>
                  <a:lnTo>
                    <a:pt x="679" y="2311"/>
                  </a:lnTo>
                  <a:lnTo>
                    <a:pt x="786" y="2299"/>
                  </a:lnTo>
                  <a:lnTo>
                    <a:pt x="13836" y="2299"/>
                  </a:lnTo>
                  <a:lnTo>
                    <a:pt x="13955" y="2311"/>
                  </a:lnTo>
                  <a:lnTo>
                    <a:pt x="14098" y="2299"/>
                  </a:lnTo>
                  <a:lnTo>
                    <a:pt x="14336" y="2203"/>
                  </a:lnTo>
                  <a:lnTo>
                    <a:pt x="14514" y="2013"/>
                  </a:lnTo>
                  <a:lnTo>
                    <a:pt x="14610" y="1775"/>
                  </a:lnTo>
                  <a:lnTo>
                    <a:pt x="14622" y="1644"/>
                  </a:lnTo>
                  <a:lnTo>
                    <a:pt x="14622" y="679"/>
                  </a:lnTo>
                  <a:lnTo>
                    <a:pt x="14610" y="536"/>
                  </a:lnTo>
                  <a:lnTo>
                    <a:pt x="14514" y="298"/>
                  </a:lnTo>
                  <a:lnTo>
                    <a:pt x="14324" y="120"/>
                  </a:lnTo>
                  <a:lnTo>
                    <a:pt x="14086" y="13"/>
                  </a:lnTo>
                  <a:lnTo>
                    <a:pt x="13943" y="1"/>
                  </a:lnTo>
                  <a:lnTo>
                    <a:pt x="13836" y="24"/>
                  </a:lnTo>
                  <a:lnTo>
                    <a:pt x="738" y="24"/>
                  </a:lnTo>
                  <a:lnTo>
                    <a:pt x="703" y="1"/>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507;p23">
              <a:extLst>
                <a:ext uri="{FF2B5EF4-FFF2-40B4-BE49-F238E27FC236}">
                  <a16:creationId xmlns:a16="http://schemas.microsoft.com/office/drawing/2014/main" id="{D851EB30-08CC-4E90-935F-25839DD4D80A}"/>
                </a:ext>
              </a:extLst>
            </p:cNvPr>
            <p:cNvSpPr/>
            <p:nvPr/>
          </p:nvSpPr>
          <p:spPr>
            <a:xfrm>
              <a:off x="3298651" y="4374426"/>
              <a:ext cx="14748" cy="103102"/>
            </a:xfrm>
            <a:custGeom>
              <a:avLst/>
              <a:gdLst/>
              <a:ahLst/>
              <a:cxnLst/>
              <a:rect l="l" t="t" r="r" b="b"/>
              <a:pathLst>
                <a:path w="334" h="2335" extrusionOk="0">
                  <a:moveTo>
                    <a:pt x="0" y="0"/>
                  </a:moveTo>
                  <a:lnTo>
                    <a:pt x="0"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508;p23">
              <a:extLst>
                <a:ext uri="{FF2B5EF4-FFF2-40B4-BE49-F238E27FC236}">
                  <a16:creationId xmlns:a16="http://schemas.microsoft.com/office/drawing/2014/main" id="{59528A41-8070-4496-B492-10E59FFAC900}"/>
                </a:ext>
              </a:extLst>
            </p:cNvPr>
            <p:cNvSpPr/>
            <p:nvPr/>
          </p:nvSpPr>
          <p:spPr>
            <a:xfrm>
              <a:off x="3342805" y="4374426"/>
              <a:ext cx="14748" cy="103102"/>
            </a:xfrm>
            <a:custGeom>
              <a:avLst/>
              <a:gdLst/>
              <a:ahLst/>
              <a:cxnLst/>
              <a:rect l="l" t="t" r="r" b="b"/>
              <a:pathLst>
                <a:path w="334" h="2335" extrusionOk="0">
                  <a:moveTo>
                    <a:pt x="0" y="0"/>
                  </a:moveTo>
                  <a:lnTo>
                    <a:pt x="0"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509;p23">
              <a:extLst>
                <a:ext uri="{FF2B5EF4-FFF2-40B4-BE49-F238E27FC236}">
                  <a16:creationId xmlns:a16="http://schemas.microsoft.com/office/drawing/2014/main" id="{4F6D809F-9795-40CC-AC2A-CBCB961425A1}"/>
                </a:ext>
              </a:extLst>
            </p:cNvPr>
            <p:cNvSpPr/>
            <p:nvPr/>
          </p:nvSpPr>
          <p:spPr>
            <a:xfrm>
              <a:off x="3386430" y="4374426"/>
              <a:ext cx="14262" cy="103102"/>
            </a:xfrm>
            <a:custGeom>
              <a:avLst/>
              <a:gdLst/>
              <a:ahLst/>
              <a:cxnLst/>
              <a:rect l="l" t="t" r="r" b="b"/>
              <a:pathLst>
                <a:path w="323" h="2335" extrusionOk="0">
                  <a:moveTo>
                    <a:pt x="1" y="0"/>
                  </a:moveTo>
                  <a:lnTo>
                    <a:pt x="1"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510;p23">
              <a:extLst>
                <a:ext uri="{FF2B5EF4-FFF2-40B4-BE49-F238E27FC236}">
                  <a16:creationId xmlns:a16="http://schemas.microsoft.com/office/drawing/2014/main" id="{C1278919-F2E3-4771-B42C-54C3C61324DD}"/>
                </a:ext>
              </a:extLst>
            </p:cNvPr>
            <p:cNvSpPr/>
            <p:nvPr/>
          </p:nvSpPr>
          <p:spPr>
            <a:xfrm>
              <a:off x="3430054" y="4374426"/>
              <a:ext cx="14792" cy="103102"/>
            </a:xfrm>
            <a:custGeom>
              <a:avLst/>
              <a:gdLst/>
              <a:ahLst/>
              <a:cxnLst/>
              <a:rect l="l" t="t" r="r" b="b"/>
              <a:pathLst>
                <a:path w="335" h="2335" extrusionOk="0">
                  <a:moveTo>
                    <a:pt x="1" y="0"/>
                  </a:moveTo>
                  <a:lnTo>
                    <a:pt x="1"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511;p23">
              <a:extLst>
                <a:ext uri="{FF2B5EF4-FFF2-40B4-BE49-F238E27FC236}">
                  <a16:creationId xmlns:a16="http://schemas.microsoft.com/office/drawing/2014/main" id="{D4FCC15C-6642-40F4-9378-F8D3C5B6D693}"/>
                </a:ext>
              </a:extLst>
            </p:cNvPr>
            <p:cNvSpPr/>
            <p:nvPr/>
          </p:nvSpPr>
          <p:spPr>
            <a:xfrm>
              <a:off x="3473723" y="4374426"/>
              <a:ext cx="14218" cy="103102"/>
            </a:xfrm>
            <a:custGeom>
              <a:avLst/>
              <a:gdLst/>
              <a:ahLst/>
              <a:cxnLst/>
              <a:rect l="l" t="t" r="r" b="b"/>
              <a:pathLst>
                <a:path w="322" h="2335" extrusionOk="0">
                  <a:moveTo>
                    <a:pt x="0" y="0"/>
                  </a:moveTo>
                  <a:lnTo>
                    <a:pt x="0"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512;p23">
              <a:extLst>
                <a:ext uri="{FF2B5EF4-FFF2-40B4-BE49-F238E27FC236}">
                  <a16:creationId xmlns:a16="http://schemas.microsoft.com/office/drawing/2014/main" id="{196114FA-5597-44EE-8BD0-A220B1B95E7A}"/>
                </a:ext>
              </a:extLst>
            </p:cNvPr>
            <p:cNvSpPr/>
            <p:nvPr/>
          </p:nvSpPr>
          <p:spPr>
            <a:xfrm>
              <a:off x="3517877" y="4374426"/>
              <a:ext cx="14218" cy="103102"/>
            </a:xfrm>
            <a:custGeom>
              <a:avLst/>
              <a:gdLst/>
              <a:ahLst/>
              <a:cxnLst/>
              <a:rect l="l" t="t" r="r" b="b"/>
              <a:pathLst>
                <a:path w="322" h="2335" extrusionOk="0">
                  <a:moveTo>
                    <a:pt x="0" y="0"/>
                  </a:moveTo>
                  <a:lnTo>
                    <a:pt x="0"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513;p23">
              <a:extLst>
                <a:ext uri="{FF2B5EF4-FFF2-40B4-BE49-F238E27FC236}">
                  <a16:creationId xmlns:a16="http://schemas.microsoft.com/office/drawing/2014/main" id="{E927A123-CE5D-4419-9AF9-A7BCC8CA80C5}"/>
                </a:ext>
              </a:extLst>
            </p:cNvPr>
            <p:cNvSpPr/>
            <p:nvPr/>
          </p:nvSpPr>
          <p:spPr>
            <a:xfrm>
              <a:off x="3560972" y="4374426"/>
              <a:ext cx="14792" cy="103102"/>
            </a:xfrm>
            <a:custGeom>
              <a:avLst/>
              <a:gdLst/>
              <a:ahLst/>
              <a:cxnLst/>
              <a:rect l="l" t="t" r="r" b="b"/>
              <a:pathLst>
                <a:path w="335" h="2335" extrusionOk="0">
                  <a:moveTo>
                    <a:pt x="1" y="0"/>
                  </a:moveTo>
                  <a:lnTo>
                    <a:pt x="1"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514;p23">
              <a:extLst>
                <a:ext uri="{FF2B5EF4-FFF2-40B4-BE49-F238E27FC236}">
                  <a16:creationId xmlns:a16="http://schemas.microsoft.com/office/drawing/2014/main" id="{573A61E8-A7D6-4F74-AB77-1354EFF05720}"/>
                </a:ext>
              </a:extLst>
            </p:cNvPr>
            <p:cNvSpPr/>
            <p:nvPr/>
          </p:nvSpPr>
          <p:spPr>
            <a:xfrm>
              <a:off x="3605127" y="4374426"/>
              <a:ext cx="14262" cy="103102"/>
            </a:xfrm>
            <a:custGeom>
              <a:avLst/>
              <a:gdLst/>
              <a:ahLst/>
              <a:cxnLst/>
              <a:rect l="l" t="t" r="r" b="b"/>
              <a:pathLst>
                <a:path w="323" h="2335" extrusionOk="0">
                  <a:moveTo>
                    <a:pt x="1" y="0"/>
                  </a:moveTo>
                  <a:lnTo>
                    <a:pt x="1"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515;p23">
              <a:extLst>
                <a:ext uri="{FF2B5EF4-FFF2-40B4-BE49-F238E27FC236}">
                  <a16:creationId xmlns:a16="http://schemas.microsoft.com/office/drawing/2014/main" id="{D70479AE-EFFD-4549-B784-17871A53EA84}"/>
                </a:ext>
              </a:extLst>
            </p:cNvPr>
            <p:cNvSpPr/>
            <p:nvPr/>
          </p:nvSpPr>
          <p:spPr>
            <a:xfrm>
              <a:off x="3648795" y="4374426"/>
              <a:ext cx="14218" cy="103102"/>
            </a:xfrm>
            <a:custGeom>
              <a:avLst/>
              <a:gdLst/>
              <a:ahLst/>
              <a:cxnLst/>
              <a:rect l="l" t="t" r="r" b="b"/>
              <a:pathLst>
                <a:path w="322" h="2335" extrusionOk="0">
                  <a:moveTo>
                    <a:pt x="0" y="0"/>
                  </a:moveTo>
                  <a:lnTo>
                    <a:pt x="0"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516;p23">
              <a:extLst>
                <a:ext uri="{FF2B5EF4-FFF2-40B4-BE49-F238E27FC236}">
                  <a16:creationId xmlns:a16="http://schemas.microsoft.com/office/drawing/2014/main" id="{5B03FA39-6D5E-4694-80DB-A4FBD839FB00}"/>
                </a:ext>
              </a:extLst>
            </p:cNvPr>
            <p:cNvSpPr/>
            <p:nvPr/>
          </p:nvSpPr>
          <p:spPr>
            <a:xfrm>
              <a:off x="3691890" y="4374426"/>
              <a:ext cx="14748" cy="103102"/>
            </a:xfrm>
            <a:custGeom>
              <a:avLst/>
              <a:gdLst/>
              <a:ahLst/>
              <a:cxnLst/>
              <a:rect l="l" t="t" r="r" b="b"/>
              <a:pathLst>
                <a:path w="334" h="2335" extrusionOk="0">
                  <a:moveTo>
                    <a:pt x="1" y="0"/>
                  </a:moveTo>
                  <a:lnTo>
                    <a:pt x="1"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517;p23">
              <a:extLst>
                <a:ext uri="{FF2B5EF4-FFF2-40B4-BE49-F238E27FC236}">
                  <a16:creationId xmlns:a16="http://schemas.microsoft.com/office/drawing/2014/main" id="{776EEAE7-52B7-41F5-89EE-30BE53306370}"/>
                </a:ext>
              </a:extLst>
            </p:cNvPr>
            <p:cNvSpPr/>
            <p:nvPr/>
          </p:nvSpPr>
          <p:spPr>
            <a:xfrm>
              <a:off x="3736045" y="4374426"/>
              <a:ext cx="14262" cy="103102"/>
            </a:xfrm>
            <a:custGeom>
              <a:avLst/>
              <a:gdLst/>
              <a:ahLst/>
              <a:cxnLst/>
              <a:rect l="l" t="t" r="r" b="b"/>
              <a:pathLst>
                <a:path w="323" h="2335" extrusionOk="0">
                  <a:moveTo>
                    <a:pt x="1" y="0"/>
                  </a:moveTo>
                  <a:lnTo>
                    <a:pt x="1"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518;p23">
              <a:extLst>
                <a:ext uri="{FF2B5EF4-FFF2-40B4-BE49-F238E27FC236}">
                  <a16:creationId xmlns:a16="http://schemas.microsoft.com/office/drawing/2014/main" id="{F585BB64-B10B-4C1B-A7EB-DA16B3F875E7}"/>
                </a:ext>
              </a:extLst>
            </p:cNvPr>
            <p:cNvSpPr/>
            <p:nvPr/>
          </p:nvSpPr>
          <p:spPr>
            <a:xfrm>
              <a:off x="3779183" y="4374426"/>
              <a:ext cx="14748" cy="103102"/>
            </a:xfrm>
            <a:custGeom>
              <a:avLst/>
              <a:gdLst/>
              <a:ahLst/>
              <a:cxnLst/>
              <a:rect l="l" t="t" r="r" b="b"/>
              <a:pathLst>
                <a:path w="334" h="2335" extrusionOk="0">
                  <a:moveTo>
                    <a:pt x="0" y="0"/>
                  </a:moveTo>
                  <a:lnTo>
                    <a:pt x="0" y="2334"/>
                  </a:lnTo>
                  <a:lnTo>
                    <a:pt x="333" y="2334"/>
                  </a:lnTo>
                  <a:lnTo>
                    <a:pt x="333"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519;p23">
              <a:extLst>
                <a:ext uri="{FF2B5EF4-FFF2-40B4-BE49-F238E27FC236}">
                  <a16:creationId xmlns:a16="http://schemas.microsoft.com/office/drawing/2014/main" id="{52F14AD6-9BD8-4512-AF63-FE529BDC0226}"/>
                </a:ext>
              </a:extLst>
            </p:cNvPr>
            <p:cNvSpPr/>
            <p:nvPr/>
          </p:nvSpPr>
          <p:spPr>
            <a:xfrm>
              <a:off x="3823338" y="4374426"/>
              <a:ext cx="14748" cy="103102"/>
            </a:xfrm>
            <a:custGeom>
              <a:avLst/>
              <a:gdLst/>
              <a:ahLst/>
              <a:cxnLst/>
              <a:rect l="l" t="t" r="r" b="b"/>
              <a:pathLst>
                <a:path w="334" h="2335" extrusionOk="0">
                  <a:moveTo>
                    <a:pt x="0" y="0"/>
                  </a:moveTo>
                  <a:lnTo>
                    <a:pt x="0"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520;p23">
              <a:extLst>
                <a:ext uri="{FF2B5EF4-FFF2-40B4-BE49-F238E27FC236}">
                  <a16:creationId xmlns:a16="http://schemas.microsoft.com/office/drawing/2014/main" id="{2F1D4827-499A-4215-BFF0-F370EBF0234A}"/>
                </a:ext>
              </a:extLst>
            </p:cNvPr>
            <p:cNvSpPr/>
            <p:nvPr/>
          </p:nvSpPr>
          <p:spPr>
            <a:xfrm>
              <a:off x="3866962" y="4374426"/>
              <a:ext cx="14218" cy="103102"/>
            </a:xfrm>
            <a:custGeom>
              <a:avLst/>
              <a:gdLst/>
              <a:ahLst/>
              <a:cxnLst/>
              <a:rect l="l" t="t" r="r" b="b"/>
              <a:pathLst>
                <a:path w="322" h="2335" extrusionOk="0">
                  <a:moveTo>
                    <a:pt x="0" y="0"/>
                  </a:moveTo>
                  <a:lnTo>
                    <a:pt x="0" y="2334"/>
                  </a:lnTo>
                  <a:lnTo>
                    <a:pt x="322" y="2334"/>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521;p23">
              <a:extLst>
                <a:ext uri="{FF2B5EF4-FFF2-40B4-BE49-F238E27FC236}">
                  <a16:creationId xmlns:a16="http://schemas.microsoft.com/office/drawing/2014/main" id="{0A3E79F3-A499-4274-99CF-4F7AA0252BD1}"/>
                </a:ext>
              </a:extLst>
            </p:cNvPr>
            <p:cNvSpPr/>
            <p:nvPr/>
          </p:nvSpPr>
          <p:spPr>
            <a:xfrm>
              <a:off x="3910587" y="4374426"/>
              <a:ext cx="14792" cy="103102"/>
            </a:xfrm>
            <a:custGeom>
              <a:avLst/>
              <a:gdLst/>
              <a:ahLst/>
              <a:cxnLst/>
              <a:rect l="l" t="t" r="r" b="b"/>
              <a:pathLst>
                <a:path w="335" h="2335" extrusionOk="0">
                  <a:moveTo>
                    <a:pt x="1" y="0"/>
                  </a:moveTo>
                  <a:lnTo>
                    <a:pt x="1" y="2334"/>
                  </a:lnTo>
                  <a:lnTo>
                    <a:pt x="334" y="2334"/>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522;p23">
              <a:extLst>
                <a:ext uri="{FF2B5EF4-FFF2-40B4-BE49-F238E27FC236}">
                  <a16:creationId xmlns:a16="http://schemas.microsoft.com/office/drawing/2014/main" id="{F44E1B86-3E8B-4905-9BA3-2360F017EABA}"/>
                </a:ext>
              </a:extLst>
            </p:cNvPr>
            <p:cNvSpPr/>
            <p:nvPr/>
          </p:nvSpPr>
          <p:spPr>
            <a:xfrm>
              <a:off x="1367600" y="3563752"/>
              <a:ext cx="107827" cy="134629"/>
            </a:xfrm>
            <a:custGeom>
              <a:avLst/>
              <a:gdLst/>
              <a:ahLst/>
              <a:cxnLst/>
              <a:rect l="l" t="t" r="r" b="b"/>
              <a:pathLst>
                <a:path w="2442" h="3049" extrusionOk="0">
                  <a:moveTo>
                    <a:pt x="1501" y="0"/>
                  </a:moveTo>
                  <a:lnTo>
                    <a:pt x="1072" y="36"/>
                  </a:lnTo>
                  <a:lnTo>
                    <a:pt x="703" y="214"/>
                  </a:lnTo>
                  <a:lnTo>
                    <a:pt x="441" y="536"/>
                  </a:lnTo>
                  <a:lnTo>
                    <a:pt x="358" y="738"/>
                  </a:lnTo>
                  <a:lnTo>
                    <a:pt x="60" y="1655"/>
                  </a:lnTo>
                  <a:lnTo>
                    <a:pt x="1" y="1869"/>
                  </a:lnTo>
                  <a:lnTo>
                    <a:pt x="37" y="2274"/>
                  </a:lnTo>
                  <a:lnTo>
                    <a:pt x="227" y="2643"/>
                  </a:lnTo>
                  <a:lnTo>
                    <a:pt x="537" y="2917"/>
                  </a:lnTo>
                  <a:lnTo>
                    <a:pt x="739" y="3001"/>
                  </a:lnTo>
                  <a:lnTo>
                    <a:pt x="953" y="3048"/>
                  </a:lnTo>
                  <a:lnTo>
                    <a:pt x="1370" y="3013"/>
                  </a:lnTo>
                  <a:lnTo>
                    <a:pt x="1739" y="2834"/>
                  </a:lnTo>
                  <a:lnTo>
                    <a:pt x="2013" y="2512"/>
                  </a:lnTo>
                  <a:lnTo>
                    <a:pt x="2096" y="2310"/>
                  </a:lnTo>
                  <a:lnTo>
                    <a:pt x="2394" y="1393"/>
                  </a:lnTo>
                  <a:lnTo>
                    <a:pt x="2442" y="1179"/>
                  </a:lnTo>
                  <a:lnTo>
                    <a:pt x="2406" y="774"/>
                  </a:lnTo>
                  <a:lnTo>
                    <a:pt x="2227" y="405"/>
                  </a:lnTo>
                  <a:lnTo>
                    <a:pt x="1918" y="131"/>
                  </a:lnTo>
                  <a:lnTo>
                    <a:pt x="1715" y="48"/>
                  </a:lnTo>
                  <a:lnTo>
                    <a:pt x="1501"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523;p23">
              <a:extLst>
                <a:ext uri="{FF2B5EF4-FFF2-40B4-BE49-F238E27FC236}">
                  <a16:creationId xmlns:a16="http://schemas.microsoft.com/office/drawing/2014/main" id="{543009ED-1E53-4E6A-B0AB-CE5FA7D8947F}"/>
                </a:ext>
              </a:extLst>
            </p:cNvPr>
            <p:cNvSpPr/>
            <p:nvPr/>
          </p:nvSpPr>
          <p:spPr>
            <a:xfrm>
              <a:off x="810327" y="3382366"/>
              <a:ext cx="107827" cy="134629"/>
            </a:xfrm>
            <a:custGeom>
              <a:avLst/>
              <a:gdLst/>
              <a:ahLst/>
              <a:cxnLst/>
              <a:rect l="l" t="t" r="r" b="b"/>
              <a:pathLst>
                <a:path w="2442" h="3049" extrusionOk="0">
                  <a:moveTo>
                    <a:pt x="1501" y="0"/>
                  </a:moveTo>
                  <a:lnTo>
                    <a:pt x="1072" y="36"/>
                  </a:lnTo>
                  <a:lnTo>
                    <a:pt x="703" y="215"/>
                  </a:lnTo>
                  <a:lnTo>
                    <a:pt x="441" y="536"/>
                  </a:lnTo>
                  <a:lnTo>
                    <a:pt x="358" y="739"/>
                  </a:lnTo>
                  <a:lnTo>
                    <a:pt x="60" y="1655"/>
                  </a:lnTo>
                  <a:lnTo>
                    <a:pt x="1" y="1870"/>
                  </a:lnTo>
                  <a:lnTo>
                    <a:pt x="36" y="2274"/>
                  </a:lnTo>
                  <a:lnTo>
                    <a:pt x="227" y="2644"/>
                  </a:lnTo>
                  <a:lnTo>
                    <a:pt x="536" y="2917"/>
                  </a:lnTo>
                  <a:lnTo>
                    <a:pt x="739" y="3001"/>
                  </a:lnTo>
                  <a:lnTo>
                    <a:pt x="953" y="3048"/>
                  </a:lnTo>
                  <a:lnTo>
                    <a:pt x="1370" y="3013"/>
                  </a:lnTo>
                  <a:lnTo>
                    <a:pt x="1739" y="2834"/>
                  </a:lnTo>
                  <a:lnTo>
                    <a:pt x="2013" y="2513"/>
                  </a:lnTo>
                  <a:lnTo>
                    <a:pt x="2096" y="2310"/>
                  </a:lnTo>
                  <a:lnTo>
                    <a:pt x="2394" y="1393"/>
                  </a:lnTo>
                  <a:lnTo>
                    <a:pt x="2442" y="1179"/>
                  </a:lnTo>
                  <a:lnTo>
                    <a:pt x="2406" y="774"/>
                  </a:lnTo>
                  <a:lnTo>
                    <a:pt x="2227" y="405"/>
                  </a:lnTo>
                  <a:lnTo>
                    <a:pt x="1918" y="131"/>
                  </a:lnTo>
                  <a:lnTo>
                    <a:pt x="1715" y="48"/>
                  </a:lnTo>
                  <a:lnTo>
                    <a:pt x="1501"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524;p23">
              <a:extLst>
                <a:ext uri="{FF2B5EF4-FFF2-40B4-BE49-F238E27FC236}">
                  <a16:creationId xmlns:a16="http://schemas.microsoft.com/office/drawing/2014/main" id="{E2593353-EBDE-4794-9735-BA1991F7E7AE}"/>
                </a:ext>
              </a:extLst>
            </p:cNvPr>
            <p:cNvSpPr/>
            <p:nvPr/>
          </p:nvSpPr>
          <p:spPr>
            <a:xfrm>
              <a:off x="820306" y="3384971"/>
              <a:ext cx="645679" cy="310233"/>
            </a:xfrm>
            <a:custGeom>
              <a:avLst/>
              <a:gdLst/>
              <a:ahLst/>
              <a:cxnLst/>
              <a:rect l="l" t="t" r="r" b="b"/>
              <a:pathLst>
                <a:path w="14623" h="7026" extrusionOk="0">
                  <a:moveTo>
                    <a:pt x="1346" y="1"/>
                  </a:moveTo>
                  <a:lnTo>
                    <a:pt x="989" y="84"/>
                  </a:lnTo>
                  <a:lnTo>
                    <a:pt x="549" y="382"/>
                  </a:lnTo>
                  <a:lnTo>
                    <a:pt x="203" y="858"/>
                  </a:lnTo>
                  <a:lnTo>
                    <a:pt x="84" y="1156"/>
                  </a:lnTo>
                  <a:lnTo>
                    <a:pt x="1" y="1465"/>
                  </a:lnTo>
                  <a:lnTo>
                    <a:pt x="1" y="2049"/>
                  </a:lnTo>
                  <a:lnTo>
                    <a:pt x="179" y="2549"/>
                  </a:lnTo>
                  <a:lnTo>
                    <a:pt x="418" y="2823"/>
                  </a:lnTo>
                  <a:lnTo>
                    <a:pt x="620" y="2954"/>
                  </a:lnTo>
                  <a:lnTo>
                    <a:pt x="739" y="3001"/>
                  </a:lnTo>
                  <a:lnTo>
                    <a:pt x="12920" y="6966"/>
                  </a:lnTo>
                  <a:lnTo>
                    <a:pt x="13027" y="7002"/>
                  </a:lnTo>
                  <a:lnTo>
                    <a:pt x="13277" y="7026"/>
                  </a:lnTo>
                  <a:lnTo>
                    <a:pt x="13634" y="6942"/>
                  </a:lnTo>
                  <a:lnTo>
                    <a:pt x="14075" y="6645"/>
                  </a:lnTo>
                  <a:lnTo>
                    <a:pt x="14420" y="6169"/>
                  </a:lnTo>
                  <a:lnTo>
                    <a:pt x="14539" y="5871"/>
                  </a:lnTo>
                  <a:lnTo>
                    <a:pt x="14622" y="5561"/>
                  </a:lnTo>
                  <a:lnTo>
                    <a:pt x="14622" y="4978"/>
                  </a:lnTo>
                  <a:lnTo>
                    <a:pt x="14444" y="4478"/>
                  </a:lnTo>
                  <a:lnTo>
                    <a:pt x="14194" y="4204"/>
                  </a:lnTo>
                  <a:lnTo>
                    <a:pt x="13991" y="4073"/>
                  </a:lnTo>
                  <a:lnTo>
                    <a:pt x="13884" y="4025"/>
                  </a:lnTo>
                  <a:lnTo>
                    <a:pt x="1704" y="48"/>
                  </a:lnTo>
                  <a:lnTo>
                    <a:pt x="1584" y="13"/>
                  </a:lnTo>
                  <a:lnTo>
                    <a:pt x="1346"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525;p23">
              <a:extLst>
                <a:ext uri="{FF2B5EF4-FFF2-40B4-BE49-F238E27FC236}">
                  <a16:creationId xmlns:a16="http://schemas.microsoft.com/office/drawing/2014/main" id="{04DE27D4-5D07-4010-8433-C4274A1E4B25}"/>
                </a:ext>
              </a:extLst>
            </p:cNvPr>
            <p:cNvSpPr/>
            <p:nvPr/>
          </p:nvSpPr>
          <p:spPr>
            <a:xfrm>
              <a:off x="835583" y="3398129"/>
              <a:ext cx="617773" cy="284491"/>
            </a:xfrm>
            <a:custGeom>
              <a:avLst/>
              <a:gdLst/>
              <a:ahLst/>
              <a:cxnLst/>
              <a:rect l="l" t="t" r="r" b="b"/>
              <a:pathLst>
                <a:path w="13991" h="6443" extrusionOk="0">
                  <a:moveTo>
                    <a:pt x="1346" y="1"/>
                  </a:moveTo>
                  <a:lnTo>
                    <a:pt x="893" y="60"/>
                  </a:lnTo>
                  <a:lnTo>
                    <a:pt x="476" y="310"/>
                  </a:lnTo>
                  <a:lnTo>
                    <a:pt x="167" y="703"/>
                  </a:lnTo>
                  <a:lnTo>
                    <a:pt x="72" y="965"/>
                  </a:lnTo>
                  <a:lnTo>
                    <a:pt x="0" y="1227"/>
                  </a:lnTo>
                  <a:lnTo>
                    <a:pt x="12" y="1727"/>
                  </a:lnTo>
                  <a:lnTo>
                    <a:pt x="203" y="2168"/>
                  </a:lnTo>
                  <a:lnTo>
                    <a:pt x="536" y="2489"/>
                  </a:lnTo>
                  <a:lnTo>
                    <a:pt x="750" y="2584"/>
                  </a:lnTo>
                  <a:lnTo>
                    <a:pt x="12419" y="6394"/>
                  </a:lnTo>
                  <a:lnTo>
                    <a:pt x="12645" y="6442"/>
                  </a:lnTo>
                  <a:lnTo>
                    <a:pt x="13098" y="6383"/>
                  </a:lnTo>
                  <a:lnTo>
                    <a:pt x="13514" y="6132"/>
                  </a:lnTo>
                  <a:lnTo>
                    <a:pt x="13824" y="5740"/>
                  </a:lnTo>
                  <a:lnTo>
                    <a:pt x="13919" y="5490"/>
                  </a:lnTo>
                  <a:lnTo>
                    <a:pt x="13991" y="5216"/>
                  </a:lnTo>
                  <a:lnTo>
                    <a:pt x="13979" y="4716"/>
                  </a:lnTo>
                  <a:lnTo>
                    <a:pt x="13788" y="4275"/>
                  </a:lnTo>
                  <a:lnTo>
                    <a:pt x="13455" y="3954"/>
                  </a:lnTo>
                  <a:lnTo>
                    <a:pt x="13240" y="3858"/>
                  </a:lnTo>
                  <a:lnTo>
                    <a:pt x="1572" y="48"/>
                  </a:lnTo>
                  <a:lnTo>
                    <a:pt x="1346" y="1"/>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26;p23">
              <a:extLst>
                <a:ext uri="{FF2B5EF4-FFF2-40B4-BE49-F238E27FC236}">
                  <a16:creationId xmlns:a16="http://schemas.microsoft.com/office/drawing/2014/main" id="{3C7475B2-F16E-4860-A2C9-3C2BE6B50F23}"/>
                </a:ext>
              </a:extLst>
            </p:cNvPr>
            <p:cNvSpPr/>
            <p:nvPr/>
          </p:nvSpPr>
          <p:spPr>
            <a:xfrm>
              <a:off x="831874" y="3394464"/>
              <a:ext cx="46319" cy="102528"/>
            </a:xfrm>
            <a:custGeom>
              <a:avLst/>
              <a:gdLst/>
              <a:ahLst/>
              <a:cxnLst/>
              <a:rect l="l" t="t" r="r" b="b"/>
              <a:pathLst>
                <a:path w="1049" h="2322" extrusionOk="0">
                  <a:moveTo>
                    <a:pt x="751" y="0"/>
                  </a:moveTo>
                  <a:lnTo>
                    <a:pt x="1" y="2215"/>
                  </a:lnTo>
                  <a:lnTo>
                    <a:pt x="310" y="2322"/>
                  </a:lnTo>
                  <a:lnTo>
                    <a:pt x="1049" y="95"/>
                  </a:lnTo>
                  <a:lnTo>
                    <a:pt x="751"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27;p23">
              <a:extLst>
                <a:ext uri="{FF2B5EF4-FFF2-40B4-BE49-F238E27FC236}">
                  <a16:creationId xmlns:a16="http://schemas.microsoft.com/office/drawing/2014/main" id="{53AC4ABD-4251-4E06-9DC3-84E3089BAAE2}"/>
                </a:ext>
              </a:extLst>
            </p:cNvPr>
            <p:cNvSpPr/>
            <p:nvPr/>
          </p:nvSpPr>
          <p:spPr>
            <a:xfrm>
              <a:off x="873424" y="3407578"/>
              <a:ext cx="45789" cy="103102"/>
            </a:xfrm>
            <a:custGeom>
              <a:avLst/>
              <a:gdLst/>
              <a:ahLst/>
              <a:cxnLst/>
              <a:rect l="l" t="t" r="r" b="b"/>
              <a:pathLst>
                <a:path w="1037" h="2335" extrusionOk="0">
                  <a:moveTo>
                    <a:pt x="739" y="1"/>
                  </a:moveTo>
                  <a:lnTo>
                    <a:pt x="0" y="2239"/>
                  </a:lnTo>
                  <a:lnTo>
                    <a:pt x="310" y="2335"/>
                  </a:lnTo>
                  <a:lnTo>
                    <a:pt x="1036" y="108"/>
                  </a:lnTo>
                  <a:lnTo>
                    <a:pt x="739"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8;p23">
              <a:extLst>
                <a:ext uri="{FF2B5EF4-FFF2-40B4-BE49-F238E27FC236}">
                  <a16:creationId xmlns:a16="http://schemas.microsoft.com/office/drawing/2014/main" id="{D68CECA7-6FC4-40CC-8D34-35EA3913BC5E}"/>
                </a:ext>
              </a:extLst>
            </p:cNvPr>
            <p:cNvSpPr/>
            <p:nvPr/>
          </p:nvSpPr>
          <p:spPr>
            <a:xfrm>
              <a:off x="915503" y="3421266"/>
              <a:ext cx="45215" cy="102572"/>
            </a:xfrm>
            <a:custGeom>
              <a:avLst/>
              <a:gdLst/>
              <a:ahLst/>
              <a:cxnLst/>
              <a:rect l="l" t="t" r="r" b="b"/>
              <a:pathLst>
                <a:path w="1024" h="2323" extrusionOk="0">
                  <a:moveTo>
                    <a:pt x="726" y="0"/>
                  </a:moveTo>
                  <a:lnTo>
                    <a:pt x="0" y="2239"/>
                  </a:lnTo>
                  <a:lnTo>
                    <a:pt x="298" y="2322"/>
                  </a:lnTo>
                  <a:lnTo>
                    <a:pt x="1024" y="108"/>
                  </a:lnTo>
                  <a:lnTo>
                    <a:pt x="726"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29;p23">
              <a:extLst>
                <a:ext uri="{FF2B5EF4-FFF2-40B4-BE49-F238E27FC236}">
                  <a16:creationId xmlns:a16="http://schemas.microsoft.com/office/drawing/2014/main" id="{6A46C1E3-12DD-477B-B077-91C93BAF5123}"/>
                </a:ext>
              </a:extLst>
            </p:cNvPr>
            <p:cNvSpPr/>
            <p:nvPr/>
          </p:nvSpPr>
          <p:spPr>
            <a:xfrm>
              <a:off x="957008" y="3434424"/>
              <a:ext cx="45789" cy="103588"/>
            </a:xfrm>
            <a:custGeom>
              <a:avLst/>
              <a:gdLst/>
              <a:ahLst/>
              <a:cxnLst/>
              <a:rect l="l" t="t" r="r" b="b"/>
              <a:pathLst>
                <a:path w="1037" h="2346" extrusionOk="0">
                  <a:moveTo>
                    <a:pt x="727" y="0"/>
                  </a:moveTo>
                  <a:lnTo>
                    <a:pt x="1" y="2239"/>
                  </a:lnTo>
                  <a:lnTo>
                    <a:pt x="298" y="2346"/>
                  </a:lnTo>
                  <a:lnTo>
                    <a:pt x="1037" y="107"/>
                  </a:lnTo>
                  <a:lnTo>
                    <a:pt x="727"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30;p23">
              <a:extLst>
                <a:ext uri="{FF2B5EF4-FFF2-40B4-BE49-F238E27FC236}">
                  <a16:creationId xmlns:a16="http://schemas.microsoft.com/office/drawing/2014/main" id="{574010F1-04D0-4CD6-BB07-819B673C16AF}"/>
                </a:ext>
              </a:extLst>
            </p:cNvPr>
            <p:cNvSpPr/>
            <p:nvPr/>
          </p:nvSpPr>
          <p:spPr>
            <a:xfrm>
              <a:off x="998027" y="3448597"/>
              <a:ext cx="46319" cy="102572"/>
            </a:xfrm>
            <a:custGeom>
              <a:avLst/>
              <a:gdLst/>
              <a:ahLst/>
              <a:cxnLst/>
              <a:rect l="l" t="t" r="r" b="b"/>
              <a:pathLst>
                <a:path w="1049" h="2323" extrusionOk="0">
                  <a:moveTo>
                    <a:pt x="739" y="1"/>
                  </a:moveTo>
                  <a:lnTo>
                    <a:pt x="0" y="2227"/>
                  </a:lnTo>
                  <a:lnTo>
                    <a:pt x="298" y="2322"/>
                  </a:lnTo>
                  <a:lnTo>
                    <a:pt x="1048" y="96"/>
                  </a:lnTo>
                  <a:lnTo>
                    <a:pt x="739"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31;p23">
              <a:extLst>
                <a:ext uri="{FF2B5EF4-FFF2-40B4-BE49-F238E27FC236}">
                  <a16:creationId xmlns:a16="http://schemas.microsoft.com/office/drawing/2014/main" id="{B5F28352-27E2-4F73-8192-D1B60678DFF4}"/>
                </a:ext>
              </a:extLst>
            </p:cNvPr>
            <p:cNvSpPr/>
            <p:nvPr/>
          </p:nvSpPr>
          <p:spPr>
            <a:xfrm>
              <a:off x="1039533" y="3462285"/>
              <a:ext cx="46319" cy="102528"/>
            </a:xfrm>
            <a:custGeom>
              <a:avLst/>
              <a:gdLst/>
              <a:ahLst/>
              <a:cxnLst/>
              <a:rect l="l" t="t" r="r" b="b"/>
              <a:pathLst>
                <a:path w="1049" h="2322" extrusionOk="0">
                  <a:moveTo>
                    <a:pt x="727" y="0"/>
                  </a:moveTo>
                  <a:lnTo>
                    <a:pt x="1" y="2215"/>
                  </a:lnTo>
                  <a:lnTo>
                    <a:pt x="311" y="2322"/>
                  </a:lnTo>
                  <a:lnTo>
                    <a:pt x="1049" y="83"/>
                  </a:lnTo>
                  <a:lnTo>
                    <a:pt x="727"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32;p23">
              <a:extLst>
                <a:ext uri="{FF2B5EF4-FFF2-40B4-BE49-F238E27FC236}">
                  <a16:creationId xmlns:a16="http://schemas.microsoft.com/office/drawing/2014/main" id="{5263564F-F0D8-42B0-8B8C-8DD7E19F91EE}"/>
                </a:ext>
              </a:extLst>
            </p:cNvPr>
            <p:cNvSpPr/>
            <p:nvPr/>
          </p:nvSpPr>
          <p:spPr>
            <a:xfrm>
              <a:off x="1081082" y="3475399"/>
              <a:ext cx="45789" cy="103102"/>
            </a:xfrm>
            <a:custGeom>
              <a:avLst/>
              <a:gdLst/>
              <a:ahLst/>
              <a:cxnLst/>
              <a:rect l="l" t="t" r="r" b="b"/>
              <a:pathLst>
                <a:path w="1037" h="2335" extrusionOk="0">
                  <a:moveTo>
                    <a:pt x="739" y="1"/>
                  </a:moveTo>
                  <a:lnTo>
                    <a:pt x="1" y="2227"/>
                  </a:lnTo>
                  <a:lnTo>
                    <a:pt x="310" y="2335"/>
                  </a:lnTo>
                  <a:lnTo>
                    <a:pt x="1037" y="108"/>
                  </a:lnTo>
                  <a:lnTo>
                    <a:pt x="739"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33;p23">
              <a:extLst>
                <a:ext uri="{FF2B5EF4-FFF2-40B4-BE49-F238E27FC236}">
                  <a16:creationId xmlns:a16="http://schemas.microsoft.com/office/drawing/2014/main" id="{8DDD7241-9C83-4A4A-BDBB-9F9B34388817}"/>
                </a:ext>
              </a:extLst>
            </p:cNvPr>
            <p:cNvSpPr/>
            <p:nvPr/>
          </p:nvSpPr>
          <p:spPr>
            <a:xfrm>
              <a:off x="1122631" y="3489087"/>
              <a:ext cx="45789" cy="102572"/>
            </a:xfrm>
            <a:custGeom>
              <a:avLst/>
              <a:gdLst/>
              <a:ahLst/>
              <a:cxnLst/>
              <a:rect l="l" t="t" r="r" b="b"/>
              <a:pathLst>
                <a:path w="1037" h="2323" extrusionOk="0">
                  <a:moveTo>
                    <a:pt x="738" y="0"/>
                  </a:moveTo>
                  <a:lnTo>
                    <a:pt x="0" y="2215"/>
                  </a:lnTo>
                  <a:lnTo>
                    <a:pt x="310" y="2322"/>
                  </a:lnTo>
                  <a:lnTo>
                    <a:pt x="1036" y="96"/>
                  </a:lnTo>
                  <a:lnTo>
                    <a:pt x="738"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34;p23">
              <a:extLst>
                <a:ext uri="{FF2B5EF4-FFF2-40B4-BE49-F238E27FC236}">
                  <a16:creationId xmlns:a16="http://schemas.microsoft.com/office/drawing/2014/main" id="{A3727105-4202-4729-A7B2-90A05646D282}"/>
                </a:ext>
              </a:extLst>
            </p:cNvPr>
            <p:cNvSpPr/>
            <p:nvPr/>
          </p:nvSpPr>
          <p:spPr>
            <a:xfrm>
              <a:off x="1164666" y="3502245"/>
              <a:ext cx="45259" cy="103058"/>
            </a:xfrm>
            <a:custGeom>
              <a:avLst/>
              <a:gdLst/>
              <a:ahLst/>
              <a:cxnLst/>
              <a:rect l="l" t="t" r="r" b="b"/>
              <a:pathLst>
                <a:path w="1025" h="2334" extrusionOk="0">
                  <a:moveTo>
                    <a:pt x="727" y="0"/>
                  </a:moveTo>
                  <a:lnTo>
                    <a:pt x="1" y="2239"/>
                  </a:lnTo>
                  <a:lnTo>
                    <a:pt x="298" y="2334"/>
                  </a:lnTo>
                  <a:lnTo>
                    <a:pt x="1025" y="107"/>
                  </a:lnTo>
                  <a:lnTo>
                    <a:pt x="727"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35;p23">
              <a:extLst>
                <a:ext uri="{FF2B5EF4-FFF2-40B4-BE49-F238E27FC236}">
                  <a16:creationId xmlns:a16="http://schemas.microsoft.com/office/drawing/2014/main" id="{9212341A-5E11-4260-964C-BFAB26F76D74}"/>
                </a:ext>
              </a:extLst>
            </p:cNvPr>
            <p:cNvSpPr/>
            <p:nvPr/>
          </p:nvSpPr>
          <p:spPr>
            <a:xfrm>
              <a:off x="1205686" y="3515888"/>
              <a:ext cx="46319" cy="102572"/>
            </a:xfrm>
            <a:custGeom>
              <a:avLst/>
              <a:gdLst/>
              <a:ahLst/>
              <a:cxnLst/>
              <a:rect l="l" t="t" r="r" b="b"/>
              <a:pathLst>
                <a:path w="1049" h="2323" extrusionOk="0">
                  <a:moveTo>
                    <a:pt x="739" y="1"/>
                  </a:moveTo>
                  <a:lnTo>
                    <a:pt x="1" y="2239"/>
                  </a:lnTo>
                  <a:lnTo>
                    <a:pt x="298" y="2322"/>
                  </a:lnTo>
                  <a:lnTo>
                    <a:pt x="1048" y="108"/>
                  </a:lnTo>
                  <a:lnTo>
                    <a:pt x="739"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536;p23">
              <a:extLst>
                <a:ext uri="{FF2B5EF4-FFF2-40B4-BE49-F238E27FC236}">
                  <a16:creationId xmlns:a16="http://schemas.microsoft.com/office/drawing/2014/main" id="{03F56B3F-8DCC-4464-B6C3-A8915A42C42E}"/>
                </a:ext>
              </a:extLst>
            </p:cNvPr>
            <p:cNvSpPr/>
            <p:nvPr/>
          </p:nvSpPr>
          <p:spPr>
            <a:xfrm>
              <a:off x="1247235" y="3529046"/>
              <a:ext cx="46274" cy="103588"/>
            </a:xfrm>
            <a:custGeom>
              <a:avLst/>
              <a:gdLst/>
              <a:ahLst/>
              <a:cxnLst/>
              <a:rect l="l" t="t" r="r" b="b"/>
              <a:pathLst>
                <a:path w="1048" h="2346" extrusionOk="0">
                  <a:moveTo>
                    <a:pt x="726" y="0"/>
                  </a:moveTo>
                  <a:lnTo>
                    <a:pt x="0" y="2239"/>
                  </a:lnTo>
                  <a:lnTo>
                    <a:pt x="298" y="2346"/>
                  </a:lnTo>
                  <a:lnTo>
                    <a:pt x="1048" y="107"/>
                  </a:lnTo>
                  <a:lnTo>
                    <a:pt x="726"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537;p23">
              <a:extLst>
                <a:ext uri="{FF2B5EF4-FFF2-40B4-BE49-F238E27FC236}">
                  <a16:creationId xmlns:a16="http://schemas.microsoft.com/office/drawing/2014/main" id="{2293C6BF-F054-4066-811B-515DF22278CE}"/>
                </a:ext>
              </a:extLst>
            </p:cNvPr>
            <p:cNvSpPr/>
            <p:nvPr/>
          </p:nvSpPr>
          <p:spPr>
            <a:xfrm>
              <a:off x="1288740" y="3543220"/>
              <a:ext cx="45789" cy="102572"/>
            </a:xfrm>
            <a:custGeom>
              <a:avLst/>
              <a:gdLst/>
              <a:ahLst/>
              <a:cxnLst/>
              <a:rect l="l" t="t" r="r" b="b"/>
              <a:pathLst>
                <a:path w="1037" h="2323" extrusionOk="0">
                  <a:moveTo>
                    <a:pt x="727" y="1"/>
                  </a:moveTo>
                  <a:lnTo>
                    <a:pt x="1" y="2227"/>
                  </a:lnTo>
                  <a:lnTo>
                    <a:pt x="310" y="2323"/>
                  </a:lnTo>
                  <a:lnTo>
                    <a:pt x="1037" y="96"/>
                  </a:lnTo>
                  <a:lnTo>
                    <a:pt x="727"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538;p23">
              <a:extLst>
                <a:ext uri="{FF2B5EF4-FFF2-40B4-BE49-F238E27FC236}">
                  <a16:creationId xmlns:a16="http://schemas.microsoft.com/office/drawing/2014/main" id="{70C7FAC2-1483-4D6C-B6BA-A351F1D9EFAE}"/>
                </a:ext>
              </a:extLst>
            </p:cNvPr>
            <p:cNvSpPr/>
            <p:nvPr/>
          </p:nvSpPr>
          <p:spPr>
            <a:xfrm>
              <a:off x="1330290" y="3556908"/>
              <a:ext cx="45789" cy="102572"/>
            </a:xfrm>
            <a:custGeom>
              <a:avLst/>
              <a:gdLst/>
              <a:ahLst/>
              <a:cxnLst/>
              <a:rect l="l" t="t" r="r" b="b"/>
              <a:pathLst>
                <a:path w="1037" h="2323" extrusionOk="0">
                  <a:moveTo>
                    <a:pt x="739" y="0"/>
                  </a:moveTo>
                  <a:lnTo>
                    <a:pt x="0" y="2215"/>
                  </a:lnTo>
                  <a:lnTo>
                    <a:pt x="310" y="2322"/>
                  </a:lnTo>
                  <a:lnTo>
                    <a:pt x="1036" y="84"/>
                  </a:lnTo>
                  <a:lnTo>
                    <a:pt x="739"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539;p23">
              <a:extLst>
                <a:ext uri="{FF2B5EF4-FFF2-40B4-BE49-F238E27FC236}">
                  <a16:creationId xmlns:a16="http://schemas.microsoft.com/office/drawing/2014/main" id="{BDF7E3FC-8485-4A37-834F-F4FDB62615BD}"/>
                </a:ext>
              </a:extLst>
            </p:cNvPr>
            <p:cNvSpPr/>
            <p:nvPr/>
          </p:nvSpPr>
          <p:spPr>
            <a:xfrm>
              <a:off x="1371309" y="3570066"/>
              <a:ext cx="46274" cy="103058"/>
            </a:xfrm>
            <a:custGeom>
              <a:avLst/>
              <a:gdLst/>
              <a:ahLst/>
              <a:cxnLst/>
              <a:rect l="l" t="t" r="r" b="b"/>
              <a:pathLst>
                <a:path w="1048" h="2334" extrusionOk="0">
                  <a:moveTo>
                    <a:pt x="750" y="0"/>
                  </a:moveTo>
                  <a:lnTo>
                    <a:pt x="0" y="2227"/>
                  </a:lnTo>
                  <a:lnTo>
                    <a:pt x="322" y="2334"/>
                  </a:lnTo>
                  <a:lnTo>
                    <a:pt x="1048" y="107"/>
                  </a:lnTo>
                  <a:lnTo>
                    <a:pt x="75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540;p23">
              <a:extLst>
                <a:ext uri="{FF2B5EF4-FFF2-40B4-BE49-F238E27FC236}">
                  <a16:creationId xmlns:a16="http://schemas.microsoft.com/office/drawing/2014/main" id="{E7BDF056-E3E8-4236-B674-36D9F3BF2FB9}"/>
                </a:ext>
              </a:extLst>
            </p:cNvPr>
            <p:cNvSpPr/>
            <p:nvPr/>
          </p:nvSpPr>
          <p:spPr>
            <a:xfrm>
              <a:off x="1413344" y="3583710"/>
              <a:ext cx="45789" cy="102572"/>
            </a:xfrm>
            <a:custGeom>
              <a:avLst/>
              <a:gdLst/>
              <a:ahLst/>
              <a:cxnLst/>
              <a:rect l="l" t="t" r="r" b="b"/>
              <a:pathLst>
                <a:path w="1037" h="2323" extrusionOk="0">
                  <a:moveTo>
                    <a:pt x="739" y="1"/>
                  </a:moveTo>
                  <a:lnTo>
                    <a:pt x="1" y="2215"/>
                  </a:lnTo>
                  <a:lnTo>
                    <a:pt x="298" y="2322"/>
                  </a:lnTo>
                  <a:lnTo>
                    <a:pt x="1037" y="96"/>
                  </a:lnTo>
                  <a:lnTo>
                    <a:pt x="739"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541;p23">
              <a:extLst>
                <a:ext uri="{FF2B5EF4-FFF2-40B4-BE49-F238E27FC236}">
                  <a16:creationId xmlns:a16="http://schemas.microsoft.com/office/drawing/2014/main" id="{D7EEADE7-BD53-4926-AE85-737CC56A64FD}"/>
                </a:ext>
              </a:extLst>
            </p:cNvPr>
            <p:cNvSpPr/>
            <p:nvPr/>
          </p:nvSpPr>
          <p:spPr>
            <a:xfrm>
              <a:off x="1301898" y="2997516"/>
              <a:ext cx="103102" cy="137278"/>
            </a:xfrm>
            <a:custGeom>
              <a:avLst/>
              <a:gdLst/>
              <a:ahLst/>
              <a:cxnLst/>
              <a:rect l="l" t="t" r="r" b="b"/>
              <a:pathLst>
                <a:path w="2335" h="3109" extrusionOk="0">
                  <a:moveTo>
                    <a:pt x="1096" y="1"/>
                  </a:moveTo>
                  <a:lnTo>
                    <a:pt x="882" y="36"/>
                  </a:lnTo>
                  <a:lnTo>
                    <a:pt x="667" y="84"/>
                  </a:lnTo>
                  <a:lnTo>
                    <a:pt x="322" y="322"/>
                  </a:lnTo>
                  <a:lnTo>
                    <a:pt x="96" y="655"/>
                  </a:lnTo>
                  <a:lnTo>
                    <a:pt x="0" y="1060"/>
                  </a:lnTo>
                  <a:lnTo>
                    <a:pt x="24" y="1287"/>
                  </a:lnTo>
                  <a:lnTo>
                    <a:pt x="203" y="2239"/>
                  </a:lnTo>
                  <a:lnTo>
                    <a:pt x="262" y="2441"/>
                  </a:lnTo>
                  <a:lnTo>
                    <a:pt x="489" y="2787"/>
                  </a:lnTo>
                  <a:lnTo>
                    <a:pt x="834" y="3013"/>
                  </a:lnTo>
                  <a:lnTo>
                    <a:pt x="1239" y="3108"/>
                  </a:lnTo>
                  <a:lnTo>
                    <a:pt x="1453" y="3084"/>
                  </a:lnTo>
                  <a:lnTo>
                    <a:pt x="1667" y="3025"/>
                  </a:lnTo>
                  <a:lnTo>
                    <a:pt x="2013" y="2787"/>
                  </a:lnTo>
                  <a:lnTo>
                    <a:pt x="2239" y="2453"/>
                  </a:lnTo>
                  <a:lnTo>
                    <a:pt x="2334" y="2049"/>
                  </a:lnTo>
                  <a:lnTo>
                    <a:pt x="2310" y="1834"/>
                  </a:lnTo>
                  <a:lnTo>
                    <a:pt x="2132" y="882"/>
                  </a:lnTo>
                  <a:lnTo>
                    <a:pt x="2072" y="667"/>
                  </a:lnTo>
                  <a:lnTo>
                    <a:pt x="1846" y="322"/>
                  </a:lnTo>
                  <a:lnTo>
                    <a:pt x="1501" y="96"/>
                  </a:lnTo>
                  <a:lnTo>
                    <a:pt x="1096"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542;p23">
              <a:extLst>
                <a:ext uri="{FF2B5EF4-FFF2-40B4-BE49-F238E27FC236}">
                  <a16:creationId xmlns:a16="http://schemas.microsoft.com/office/drawing/2014/main" id="{E5DA1576-6AD4-497D-8145-1D20CEA71D5F}"/>
                </a:ext>
              </a:extLst>
            </p:cNvPr>
            <p:cNvSpPr/>
            <p:nvPr/>
          </p:nvSpPr>
          <p:spPr>
            <a:xfrm>
              <a:off x="725153" y="3105297"/>
              <a:ext cx="103102" cy="137278"/>
            </a:xfrm>
            <a:custGeom>
              <a:avLst/>
              <a:gdLst/>
              <a:ahLst/>
              <a:cxnLst/>
              <a:rect l="l" t="t" r="r" b="b"/>
              <a:pathLst>
                <a:path w="2335" h="3109" extrusionOk="0">
                  <a:moveTo>
                    <a:pt x="1084" y="0"/>
                  </a:moveTo>
                  <a:lnTo>
                    <a:pt x="870" y="36"/>
                  </a:lnTo>
                  <a:lnTo>
                    <a:pt x="656" y="84"/>
                  </a:lnTo>
                  <a:lnTo>
                    <a:pt x="310" y="322"/>
                  </a:lnTo>
                  <a:lnTo>
                    <a:pt x="84" y="655"/>
                  </a:lnTo>
                  <a:lnTo>
                    <a:pt x="1" y="1060"/>
                  </a:lnTo>
                  <a:lnTo>
                    <a:pt x="25" y="1286"/>
                  </a:lnTo>
                  <a:lnTo>
                    <a:pt x="203" y="2227"/>
                  </a:lnTo>
                  <a:lnTo>
                    <a:pt x="251" y="2441"/>
                  </a:lnTo>
                  <a:lnTo>
                    <a:pt x="489" y="2787"/>
                  </a:lnTo>
                  <a:lnTo>
                    <a:pt x="822" y="3013"/>
                  </a:lnTo>
                  <a:lnTo>
                    <a:pt x="1239" y="3108"/>
                  </a:lnTo>
                  <a:lnTo>
                    <a:pt x="1453" y="3084"/>
                  </a:lnTo>
                  <a:lnTo>
                    <a:pt x="1668" y="3025"/>
                  </a:lnTo>
                  <a:lnTo>
                    <a:pt x="2013" y="2787"/>
                  </a:lnTo>
                  <a:lnTo>
                    <a:pt x="2251" y="2453"/>
                  </a:lnTo>
                  <a:lnTo>
                    <a:pt x="2334" y="2048"/>
                  </a:lnTo>
                  <a:lnTo>
                    <a:pt x="2311" y="1834"/>
                  </a:lnTo>
                  <a:lnTo>
                    <a:pt x="2120" y="882"/>
                  </a:lnTo>
                  <a:lnTo>
                    <a:pt x="2073" y="667"/>
                  </a:lnTo>
                  <a:lnTo>
                    <a:pt x="1834" y="322"/>
                  </a:lnTo>
                  <a:lnTo>
                    <a:pt x="1501" y="96"/>
                  </a:lnTo>
                  <a:lnTo>
                    <a:pt x="108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543;p23">
              <a:extLst>
                <a:ext uri="{FF2B5EF4-FFF2-40B4-BE49-F238E27FC236}">
                  <a16:creationId xmlns:a16="http://schemas.microsoft.com/office/drawing/2014/main" id="{C482A306-D726-480C-84F4-E6EC04028866}"/>
                </a:ext>
              </a:extLst>
            </p:cNvPr>
            <p:cNvSpPr/>
            <p:nvPr/>
          </p:nvSpPr>
          <p:spPr>
            <a:xfrm>
              <a:off x="732527" y="3000166"/>
              <a:ext cx="664577" cy="239762"/>
            </a:xfrm>
            <a:custGeom>
              <a:avLst/>
              <a:gdLst/>
              <a:ahLst/>
              <a:cxnLst/>
              <a:rect l="l" t="t" r="r" b="b"/>
              <a:pathLst>
                <a:path w="15051" h="5430" extrusionOk="0">
                  <a:moveTo>
                    <a:pt x="13657" y="0"/>
                  </a:moveTo>
                  <a:lnTo>
                    <a:pt x="13538" y="12"/>
                  </a:lnTo>
                  <a:lnTo>
                    <a:pt x="941" y="2370"/>
                  </a:lnTo>
                  <a:lnTo>
                    <a:pt x="822" y="2393"/>
                  </a:lnTo>
                  <a:lnTo>
                    <a:pt x="596" y="2501"/>
                  </a:lnTo>
                  <a:lnTo>
                    <a:pt x="322" y="2739"/>
                  </a:lnTo>
                  <a:lnTo>
                    <a:pt x="84" y="3215"/>
                  </a:lnTo>
                  <a:lnTo>
                    <a:pt x="0" y="3798"/>
                  </a:lnTo>
                  <a:lnTo>
                    <a:pt x="48" y="4108"/>
                  </a:lnTo>
                  <a:lnTo>
                    <a:pt x="120" y="4418"/>
                  </a:lnTo>
                  <a:lnTo>
                    <a:pt x="405" y="4930"/>
                  </a:lnTo>
                  <a:lnTo>
                    <a:pt x="810" y="5287"/>
                  </a:lnTo>
                  <a:lnTo>
                    <a:pt x="1155" y="5418"/>
                  </a:lnTo>
                  <a:lnTo>
                    <a:pt x="1394" y="5430"/>
                  </a:lnTo>
                  <a:lnTo>
                    <a:pt x="1525" y="5418"/>
                  </a:lnTo>
                  <a:lnTo>
                    <a:pt x="14110" y="3072"/>
                  </a:lnTo>
                  <a:lnTo>
                    <a:pt x="14229" y="3036"/>
                  </a:lnTo>
                  <a:lnTo>
                    <a:pt x="14455" y="2941"/>
                  </a:lnTo>
                  <a:lnTo>
                    <a:pt x="14729" y="2691"/>
                  </a:lnTo>
                  <a:lnTo>
                    <a:pt x="14979" y="2227"/>
                  </a:lnTo>
                  <a:lnTo>
                    <a:pt x="15051" y="1643"/>
                  </a:lnTo>
                  <a:lnTo>
                    <a:pt x="15003" y="1322"/>
                  </a:lnTo>
                  <a:lnTo>
                    <a:pt x="14932" y="1012"/>
                  </a:lnTo>
                  <a:lnTo>
                    <a:pt x="14646" y="500"/>
                  </a:lnTo>
                  <a:lnTo>
                    <a:pt x="14241" y="143"/>
                  </a:lnTo>
                  <a:lnTo>
                    <a:pt x="13896" y="12"/>
                  </a:lnTo>
                  <a:lnTo>
                    <a:pt x="13657"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544;p23">
              <a:extLst>
                <a:ext uri="{FF2B5EF4-FFF2-40B4-BE49-F238E27FC236}">
                  <a16:creationId xmlns:a16="http://schemas.microsoft.com/office/drawing/2014/main" id="{78C76C9C-986E-4520-8F08-E8DA9E5A4DFB}"/>
                </a:ext>
              </a:extLst>
            </p:cNvPr>
            <p:cNvSpPr/>
            <p:nvPr/>
          </p:nvSpPr>
          <p:spPr>
            <a:xfrm>
              <a:off x="748290" y="3011734"/>
              <a:ext cx="636715" cy="216095"/>
            </a:xfrm>
            <a:custGeom>
              <a:avLst/>
              <a:gdLst/>
              <a:ahLst/>
              <a:cxnLst/>
              <a:rect l="l" t="t" r="r" b="b"/>
              <a:pathLst>
                <a:path w="14420" h="4894" extrusionOk="0">
                  <a:moveTo>
                    <a:pt x="13229" y="0"/>
                  </a:moveTo>
                  <a:lnTo>
                    <a:pt x="13003" y="24"/>
                  </a:lnTo>
                  <a:lnTo>
                    <a:pt x="929" y="2262"/>
                  </a:lnTo>
                  <a:lnTo>
                    <a:pt x="703" y="2334"/>
                  </a:lnTo>
                  <a:lnTo>
                    <a:pt x="334" y="2608"/>
                  </a:lnTo>
                  <a:lnTo>
                    <a:pt x="84" y="3024"/>
                  </a:lnTo>
                  <a:lnTo>
                    <a:pt x="1" y="3524"/>
                  </a:lnTo>
                  <a:lnTo>
                    <a:pt x="36" y="3786"/>
                  </a:lnTo>
                  <a:lnTo>
                    <a:pt x="108" y="4048"/>
                  </a:lnTo>
                  <a:lnTo>
                    <a:pt x="370" y="4477"/>
                  </a:lnTo>
                  <a:lnTo>
                    <a:pt x="739" y="4775"/>
                  </a:lnTo>
                  <a:lnTo>
                    <a:pt x="1179" y="4894"/>
                  </a:lnTo>
                  <a:lnTo>
                    <a:pt x="1418" y="4870"/>
                  </a:lnTo>
                  <a:lnTo>
                    <a:pt x="13491" y="2631"/>
                  </a:lnTo>
                  <a:lnTo>
                    <a:pt x="13717" y="2560"/>
                  </a:lnTo>
                  <a:lnTo>
                    <a:pt x="14086" y="2286"/>
                  </a:lnTo>
                  <a:lnTo>
                    <a:pt x="14324" y="1869"/>
                  </a:lnTo>
                  <a:lnTo>
                    <a:pt x="14420" y="1369"/>
                  </a:lnTo>
                  <a:lnTo>
                    <a:pt x="14384" y="1107"/>
                  </a:lnTo>
                  <a:lnTo>
                    <a:pt x="14313" y="845"/>
                  </a:lnTo>
                  <a:lnTo>
                    <a:pt x="14051" y="417"/>
                  </a:lnTo>
                  <a:lnTo>
                    <a:pt x="13670" y="119"/>
                  </a:lnTo>
                  <a:lnTo>
                    <a:pt x="13229" y="0"/>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545;p23">
              <a:extLst>
                <a:ext uri="{FF2B5EF4-FFF2-40B4-BE49-F238E27FC236}">
                  <a16:creationId xmlns:a16="http://schemas.microsoft.com/office/drawing/2014/main" id="{E210A308-5D65-45ED-B47F-94CD7066A746}"/>
                </a:ext>
              </a:extLst>
            </p:cNvPr>
            <p:cNvSpPr/>
            <p:nvPr/>
          </p:nvSpPr>
          <p:spPr>
            <a:xfrm>
              <a:off x="750409" y="3123180"/>
              <a:ext cx="33160" cy="104647"/>
            </a:xfrm>
            <a:custGeom>
              <a:avLst/>
              <a:gdLst/>
              <a:ahLst/>
              <a:cxnLst/>
              <a:rect l="l" t="t" r="r" b="b"/>
              <a:pathLst>
                <a:path w="751" h="2370" extrusionOk="0">
                  <a:moveTo>
                    <a:pt x="310" y="0"/>
                  </a:moveTo>
                  <a:lnTo>
                    <a:pt x="0" y="60"/>
                  </a:lnTo>
                  <a:lnTo>
                    <a:pt x="429" y="2370"/>
                  </a:lnTo>
                  <a:lnTo>
                    <a:pt x="750" y="2310"/>
                  </a:lnTo>
                  <a:lnTo>
                    <a:pt x="31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546;p23">
              <a:extLst>
                <a:ext uri="{FF2B5EF4-FFF2-40B4-BE49-F238E27FC236}">
                  <a16:creationId xmlns:a16="http://schemas.microsoft.com/office/drawing/2014/main" id="{C245767E-738F-404D-8723-8C39D35C4537}"/>
                </a:ext>
              </a:extLst>
            </p:cNvPr>
            <p:cNvSpPr/>
            <p:nvPr/>
          </p:nvSpPr>
          <p:spPr>
            <a:xfrm>
              <a:off x="792974" y="3115276"/>
              <a:ext cx="33160" cy="103632"/>
            </a:xfrm>
            <a:custGeom>
              <a:avLst/>
              <a:gdLst/>
              <a:ahLst/>
              <a:cxnLst/>
              <a:rect l="l" t="t" r="r" b="b"/>
              <a:pathLst>
                <a:path w="751" h="2347" extrusionOk="0">
                  <a:moveTo>
                    <a:pt x="322" y="1"/>
                  </a:moveTo>
                  <a:lnTo>
                    <a:pt x="1" y="60"/>
                  </a:lnTo>
                  <a:lnTo>
                    <a:pt x="441" y="2346"/>
                  </a:lnTo>
                  <a:lnTo>
                    <a:pt x="751" y="2287"/>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547;p23">
              <a:extLst>
                <a:ext uri="{FF2B5EF4-FFF2-40B4-BE49-F238E27FC236}">
                  <a16:creationId xmlns:a16="http://schemas.microsoft.com/office/drawing/2014/main" id="{3C241776-B236-4474-9ACF-194D0CF38795}"/>
                </a:ext>
              </a:extLst>
            </p:cNvPr>
            <p:cNvSpPr/>
            <p:nvPr/>
          </p:nvSpPr>
          <p:spPr>
            <a:xfrm>
              <a:off x="836113" y="3106887"/>
              <a:ext cx="33160" cy="104117"/>
            </a:xfrm>
            <a:custGeom>
              <a:avLst/>
              <a:gdLst/>
              <a:ahLst/>
              <a:cxnLst/>
              <a:rect l="l" t="t" r="r" b="b"/>
              <a:pathLst>
                <a:path w="751" h="2358" extrusionOk="0">
                  <a:moveTo>
                    <a:pt x="322" y="0"/>
                  </a:moveTo>
                  <a:lnTo>
                    <a:pt x="0" y="60"/>
                  </a:lnTo>
                  <a:lnTo>
                    <a:pt x="429" y="2358"/>
                  </a:lnTo>
                  <a:lnTo>
                    <a:pt x="750" y="2298"/>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548;p23">
              <a:extLst>
                <a:ext uri="{FF2B5EF4-FFF2-40B4-BE49-F238E27FC236}">
                  <a16:creationId xmlns:a16="http://schemas.microsoft.com/office/drawing/2014/main" id="{A5C8C150-CE43-483A-8AD8-82A249294981}"/>
                </a:ext>
              </a:extLst>
            </p:cNvPr>
            <p:cNvSpPr/>
            <p:nvPr/>
          </p:nvSpPr>
          <p:spPr>
            <a:xfrm>
              <a:off x="879208" y="3098453"/>
              <a:ext cx="33160" cy="104692"/>
            </a:xfrm>
            <a:custGeom>
              <a:avLst/>
              <a:gdLst/>
              <a:ahLst/>
              <a:cxnLst/>
              <a:rect l="l" t="t" r="r" b="b"/>
              <a:pathLst>
                <a:path w="751" h="2371" extrusionOk="0">
                  <a:moveTo>
                    <a:pt x="310" y="1"/>
                  </a:moveTo>
                  <a:lnTo>
                    <a:pt x="0" y="72"/>
                  </a:lnTo>
                  <a:lnTo>
                    <a:pt x="429" y="2370"/>
                  </a:lnTo>
                  <a:lnTo>
                    <a:pt x="751" y="2311"/>
                  </a:lnTo>
                  <a:lnTo>
                    <a:pt x="310"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549;p23">
              <a:extLst>
                <a:ext uri="{FF2B5EF4-FFF2-40B4-BE49-F238E27FC236}">
                  <a16:creationId xmlns:a16="http://schemas.microsoft.com/office/drawing/2014/main" id="{311AF530-B046-4A51-8C65-C9CC7896E087}"/>
                </a:ext>
              </a:extLst>
            </p:cNvPr>
            <p:cNvSpPr/>
            <p:nvPr/>
          </p:nvSpPr>
          <p:spPr>
            <a:xfrm>
              <a:off x="921773" y="3091079"/>
              <a:ext cx="33160" cy="104692"/>
            </a:xfrm>
            <a:custGeom>
              <a:avLst/>
              <a:gdLst/>
              <a:ahLst/>
              <a:cxnLst/>
              <a:rect l="l" t="t" r="r" b="b"/>
              <a:pathLst>
                <a:path w="751" h="2371" extrusionOk="0">
                  <a:moveTo>
                    <a:pt x="322" y="1"/>
                  </a:moveTo>
                  <a:lnTo>
                    <a:pt x="1" y="61"/>
                  </a:lnTo>
                  <a:lnTo>
                    <a:pt x="430" y="2370"/>
                  </a:lnTo>
                  <a:lnTo>
                    <a:pt x="751" y="2311"/>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550;p23">
              <a:extLst>
                <a:ext uri="{FF2B5EF4-FFF2-40B4-BE49-F238E27FC236}">
                  <a16:creationId xmlns:a16="http://schemas.microsoft.com/office/drawing/2014/main" id="{5B1F7939-0097-4A77-8766-E8E43B619477}"/>
                </a:ext>
              </a:extLst>
            </p:cNvPr>
            <p:cNvSpPr/>
            <p:nvPr/>
          </p:nvSpPr>
          <p:spPr>
            <a:xfrm>
              <a:off x="964912" y="3083220"/>
              <a:ext cx="33160" cy="104117"/>
            </a:xfrm>
            <a:custGeom>
              <a:avLst/>
              <a:gdLst/>
              <a:ahLst/>
              <a:cxnLst/>
              <a:rect l="l" t="t" r="r" b="b"/>
              <a:pathLst>
                <a:path w="751" h="2358" extrusionOk="0">
                  <a:moveTo>
                    <a:pt x="310" y="0"/>
                  </a:moveTo>
                  <a:lnTo>
                    <a:pt x="0" y="48"/>
                  </a:lnTo>
                  <a:lnTo>
                    <a:pt x="429" y="2358"/>
                  </a:lnTo>
                  <a:lnTo>
                    <a:pt x="750" y="2298"/>
                  </a:lnTo>
                  <a:lnTo>
                    <a:pt x="31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551;p23">
              <a:extLst>
                <a:ext uri="{FF2B5EF4-FFF2-40B4-BE49-F238E27FC236}">
                  <a16:creationId xmlns:a16="http://schemas.microsoft.com/office/drawing/2014/main" id="{70EC4C3D-C445-4D1D-8683-747133111885}"/>
                </a:ext>
              </a:extLst>
            </p:cNvPr>
            <p:cNvSpPr/>
            <p:nvPr/>
          </p:nvSpPr>
          <p:spPr>
            <a:xfrm>
              <a:off x="1007477" y="3074257"/>
              <a:ext cx="33160" cy="104692"/>
            </a:xfrm>
            <a:custGeom>
              <a:avLst/>
              <a:gdLst/>
              <a:ahLst/>
              <a:cxnLst/>
              <a:rect l="l" t="t" r="r" b="b"/>
              <a:pathLst>
                <a:path w="751" h="2371" extrusionOk="0">
                  <a:moveTo>
                    <a:pt x="322" y="1"/>
                  </a:moveTo>
                  <a:lnTo>
                    <a:pt x="1" y="60"/>
                  </a:lnTo>
                  <a:lnTo>
                    <a:pt x="429" y="2370"/>
                  </a:lnTo>
                  <a:lnTo>
                    <a:pt x="751" y="2311"/>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552;p23">
              <a:extLst>
                <a:ext uri="{FF2B5EF4-FFF2-40B4-BE49-F238E27FC236}">
                  <a16:creationId xmlns:a16="http://schemas.microsoft.com/office/drawing/2014/main" id="{EEB25350-5859-4061-8320-72CDDBFB9854}"/>
                </a:ext>
              </a:extLst>
            </p:cNvPr>
            <p:cNvSpPr/>
            <p:nvPr/>
          </p:nvSpPr>
          <p:spPr>
            <a:xfrm>
              <a:off x="1050086" y="3066927"/>
              <a:ext cx="33690" cy="104647"/>
            </a:xfrm>
            <a:custGeom>
              <a:avLst/>
              <a:gdLst/>
              <a:ahLst/>
              <a:cxnLst/>
              <a:rect l="l" t="t" r="r" b="b"/>
              <a:pathLst>
                <a:path w="763" h="2370" extrusionOk="0">
                  <a:moveTo>
                    <a:pt x="334" y="0"/>
                  </a:moveTo>
                  <a:lnTo>
                    <a:pt x="0" y="60"/>
                  </a:lnTo>
                  <a:lnTo>
                    <a:pt x="441" y="2370"/>
                  </a:lnTo>
                  <a:lnTo>
                    <a:pt x="762" y="2310"/>
                  </a:lnTo>
                  <a:lnTo>
                    <a:pt x="33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553;p23">
              <a:extLst>
                <a:ext uri="{FF2B5EF4-FFF2-40B4-BE49-F238E27FC236}">
                  <a16:creationId xmlns:a16="http://schemas.microsoft.com/office/drawing/2014/main" id="{F5DBDFA0-14AC-4112-B166-1EE9D6EAC8C8}"/>
                </a:ext>
              </a:extLst>
            </p:cNvPr>
            <p:cNvSpPr/>
            <p:nvPr/>
          </p:nvSpPr>
          <p:spPr>
            <a:xfrm>
              <a:off x="1093710" y="3058494"/>
              <a:ext cx="33160" cy="104692"/>
            </a:xfrm>
            <a:custGeom>
              <a:avLst/>
              <a:gdLst/>
              <a:ahLst/>
              <a:cxnLst/>
              <a:rect l="l" t="t" r="r" b="b"/>
              <a:pathLst>
                <a:path w="751" h="2371" extrusionOk="0">
                  <a:moveTo>
                    <a:pt x="322" y="1"/>
                  </a:moveTo>
                  <a:lnTo>
                    <a:pt x="0" y="60"/>
                  </a:lnTo>
                  <a:lnTo>
                    <a:pt x="429" y="2370"/>
                  </a:lnTo>
                  <a:lnTo>
                    <a:pt x="751" y="2311"/>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554;p23">
              <a:extLst>
                <a:ext uri="{FF2B5EF4-FFF2-40B4-BE49-F238E27FC236}">
                  <a16:creationId xmlns:a16="http://schemas.microsoft.com/office/drawing/2014/main" id="{1F199DB4-311E-4D00-80FB-7E805F96F2C5}"/>
                </a:ext>
              </a:extLst>
            </p:cNvPr>
            <p:cNvSpPr/>
            <p:nvPr/>
          </p:nvSpPr>
          <p:spPr>
            <a:xfrm>
              <a:off x="1136805" y="3050634"/>
              <a:ext cx="33160" cy="104647"/>
            </a:xfrm>
            <a:custGeom>
              <a:avLst/>
              <a:gdLst/>
              <a:ahLst/>
              <a:cxnLst/>
              <a:rect l="l" t="t" r="r" b="b"/>
              <a:pathLst>
                <a:path w="751" h="2370" extrusionOk="0">
                  <a:moveTo>
                    <a:pt x="310" y="0"/>
                  </a:moveTo>
                  <a:lnTo>
                    <a:pt x="1" y="60"/>
                  </a:lnTo>
                  <a:lnTo>
                    <a:pt x="429" y="2370"/>
                  </a:lnTo>
                  <a:lnTo>
                    <a:pt x="751" y="2310"/>
                  </a:lnTo>
                  <a:lnTo>
                    <a:pt x="31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555;p23">
              <a:extLst>
                <a:ext uri="{FF2B5EF4-FFF2-40B4-BE49-F238E27FC236}">
                  <a16:creationId xmlns:a16="http://schemas.microsoft.com/office/drawing/2014/main" id="{BAB0EA71-A789-4AE8-814E-7BD0BFE45302}"/>
                </a:ext>
              </a:extLst>
            </p:cNvPr>
            <p:cNvSpPr/>
            <p:nvPr/>
          </p:nvSpPr>
          <p:spPr>
            <a:xfrm>
              <a:off x="1179414" y="3042730"/>
              <a:ext cx="33160" cy="104647"/>
            </a:xfrm>
            <a:custGeom>
              <a:avLst/>
              <a:gdLst/>
              <a:ahLst/>
              <a:cxnLst/>
              <a:rect l="l" t="t" r="r" b="b"/>
              <a:pathLst>
                <a:path w="751" h="2370" extrusionOk="0">
                  <a:moveTo>
                    <a:pt x="322" y="1"/>
                  </a:moveTo>
                  <a:lnTo>
                    <a:pt x="0" y="60"/>
                  </a:lnTo>
                  <a:lnTo>
                    <a:pt x="441" y="2370"/>
                  </a:lnTo>
                  <a:lnTo>
                    <a:pt x="750" y="2310"/>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556;p23">
              <a:extLst>
                <a:ext uri="{FF2B5EF4-FFF2-40B4-BE49-F238E27FC236}">
                  <a16:creationId xmlns:a16="http://schemas.microsoft.com/office/drawing/2014/main" id="{C1BEBCF0-3C76-4A56-9E47-D88AD2393BBB}"/>
                </a:ext>
              </a:extLst>
            </p:cNvPr>
            <p:cNvSpPr/>
            <p:nvPr/>
          </p:nvSpPr>
          <p:spPr>
            <a:xfrm>
              <a:off x="1222509" y="3034827"/>
              <a:ext cx="33160" cy="104692"/>
            </a:xfrm>
            <a:custGeom>
              <a:avLst/>
              <a:gdLst/>
              <a:ahLst/>
              <a:cxnLst/>
              <a:rect l="l" t="t" r="r" b="b"/>
              <a:pathLst>
                <a:path w="751" h="2371" extrusionOk="0">
                  <a:moveTo>
                    <a:pt x="310" y="1"/>
                  </a:moveTo>
                  <a:lnTo>
                    <a:pt x="1" y="60"/>
                  </a:lnTo>
                  <a:lnTo>
                    <a:pt x="429" y="2370"/>
                  </a:lnTo>
                  <a:lnTo>
                    <a:pt x="751" y="2311"/>
                  </a:lnTo>
                  <a:lnTo>
                    <a:pt x="310"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557;p23">
              <a:extLst>
                <a:ext uri="{FF2B5EF4-FFF2-40B4-BE49-F238E27FC236}">
                  <a16:creationId xmlns:a16="http://schemas.microsoft.com/office/drawing/2014/main" id="{9D261DF6-15AD-4366-95E3-3C44BC62B561}"/>
                </a:ext>
              </a:extLst>
            </p:cNvPr>
            <p:cNvSpPr/>
            <p:nvPr/>
          </p:nvSpPr>
          <p:spPr>
            <a:xfrm>
              <a:off x="1265603" y="3026967"/>
              <a:ext cx="33205" cy="104647"/>
            </a:xfrm>
            <a:custGeom>
              <a:avLst/>
              <a:gdLst/>
              <a:ahLst/>
              <a:cxnLst/>
              <a:rect l="l" t="t" r="r" b="b"/>
              <a:pathLst>
                <a:path w="752" h="2370" extrusionOk="0">
                  <a:moveTo>
                    <a:pt x="310" y="0"/>
                  </a:moveTo>
                  <a:lnTo>
                    <a:pt x="1" y="60"/>
                  </a:lnTo>
                  <a:lnTo>
                    <a:pt x="430" y="2370"/>
                  </a:lnTo>
                  <a:lnTo>
                    <a:pt x="751" y="2310"/>
                  </a:lnTo>
                  <a:lnTo>
                    <a:pt x="31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558;p23">
              <a:extLst>
                <a:ext uri="{FF2B5EF4-FFF2-40B4-BE49-F238E27FC236}">
                  <a16:creationId xmlns:a16="http://schemas.microsoft.com/office/drawing/2014/main" id="{E5D2469E-C38B-4FD1-A086-DB589CE4E993}"/>
                </a:ext>
              </a:extLst>
            </p:cNvPr>
            <p:cNvSpPr/>
            <p:nvPr/>
          </p:nvSpPr>
          <p:spPr>
            <a:xfrm>
              <a:off x="1308212" y="3019064"/>
              <a:ext cx="33160" cy="104162"/>
            </a:xfrm>
            <a:custGeom>
              <a:avLst/>
              <a:gdLst/>
              <a:ahLst/>
              <a:cxnLst/>
              <a:rect l="l" t="t" r="r" b="b"/>
              <a:pathLst>
                <a:path w="751" h="2359" extrusionOk="0">
                  <a:moveTo>
                    <a:pt x="322" y="1"/>
                  </a:moveTo>
                  <a:lnTo>
                    <a:pt x="0" y="60"/>
                  </a:lnTo>
                  <a:lnTo>
                    <a:pt x="441" y="2358"/>
                  </a:lnTo>
                  <a:lnTo>
                    <a:pt x="750" y="2299"/>
                  </a:lnTo>
                  <a:lnTo>
                    <a:pt x="32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559;p23">
              <a:extLst>
                <a:ext uri="{FF2B5EF4-FFF2-40B4-BE49-F238E27FC236}">
                  <a16:creationId xmlns:a16="http://schemas.microsoft.com/office/drawing/2014/main" id="{7A156D1D-F7E0-42EE-9220-78A8044B4936}"/>
                </a:ext>
              </a:extLst>
            </p:cNvPr>
            <p:cNvSpPr/>
            <p:nvPr/>
          </p:nvSpPr>
          <p:spPr>
            <a:xfrm>
              <a:off x="1351307" y="3010674"/>
              <a:ext cx="33160" cy="105177"/>
            </a:xfrm>
            <a:custGeom>
              <a:avLst/>
              <a:gdLst/>
              <a:ahLst/>
              <a:cxnLst/>
              <a:rect l="l" t="t" r="r" b="b"/>
              <a:pathLst>
                <a:path w="751" h="2382" extrusionOk="0">
                  <a:moveTo>
                    <a:pt x="322" y="0"/>
                  </a:moveTo>
                  <a:lnTo>
                    <a:pt x="1" y="60"/>
                  </a:lnTo>
                  <a:lnTo>
                    <a:pt x="429" y="2382"/>
                  </a:lnTo>
                  <a:lnTo>
                    <a:pt x="751" y="2310"/>
                  </a:lnTo>
                  <a:lnTo>
                    <a:pt x="32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560;p23">
              <a:extLst>
                <a:ext uri="{FF2B5EF4-FFF2-40B4-BE49-F238E27FC236}">
                  <a16:creationId xmlns:a16="http://schemas.microsoft.com/office/drawing/2014/main" id="{8C941C26-6938-4255-A4E4-F9A25705D8B5}"/>
                </a:ext>
              </a:extLst>
            </p:cNvPr>
            <p:cNvSpPr/>
            <p:nvPr/>
          </p:nvSpPr>
          <p:spPr>
            <a:xfrm>
              <a:off x="1327111" y="2697841"/>
              <a:ext cx="105221" cy="136748"/>
            </a:xfrm>
            <a:custGeom>
              <a:avLst/>
              <a:gdLst/>
              <a:ahLst/>
              <a:cxnLst/>
              <a:rect l="l" t="t" r="r" b="b"/>
              <a:pathLst>
                <a:path w="2383" h="3097" extrusionOk="0">
                  <a:moveTo>
                    <a:pt x="1358" y="1"/>
                  </a:moveTo>
                  <a:lnTo>
                    <a:pt x="954" y="72"/>
                  </a:lnTo>
                  <a:lnTo>
                    <a:pt x="596" y="287"/>
                  </a:lnTo>
                  <a:lnTo>
                    <a:pt x="346" y="608"/>
                  </a:lnTo>
                  <a:lnTo>
                    <a:pt x="275" y="822"/>
                  </a:lnTo>
                  <a:lnTo>
                    <a:pt x="37" y="1763"/>
                  </a:lnTo>
                  <a:lnTo>
                    <a:pt x="1" y="1977"/>
                  </a:lnTo>
                  <a:lnTo>
                    <a:pt x="61" y="2382"/>
                  </a:lnTo>
                  <a:lnTo>
                    <a:pt x="263" y="2739"/>
                  </a:lnTo>
                  <a:lnTo>
                    <a:pt x="596" y="2977"/>
                  </a:lnTo>
                  <a:lnTo>
                    <a:pt x="811" y="3049"/>
                  </a:lnTo>
                  <a:lnTo>
                    <a:pt x="1025" y="3096"/>
                  </a:lnTo>
                  <a:lnTo>
                    <a:pt x="1430" y="3025"/>
                  </a:lnTo>
                  <a:lnTo>
                    <a:pt x="1787" y="2811"/>
                  </a:lnTo>
                  <a:lnTo>
                    <a:pt x="2037" y="2489"/>
                  </a:lnTo>
                  <a:lnTo>
                    <a:pt x="2108" y="2275"/>
                  </a:lnTo>
                  <a:lnTo>
                    <a:pt x="2347" y="1334"/>
                  </a:lnTo>
                  <a:lnTo>
                    <a:pt x="2382" y="1120"/>
                  </a:lnTo>
                  <a:lnTo>
                    <a:pt x="2323" y="715"/>
                  </a:lnTo>
                  <a:lnTo>
                    <a:pt x="2108" y="358"/>
                  </a:lnTo>
                  <a:lnTo>
                    <a:pt x="1775" y="120"/>
                  </a:lnTo>
                  <a:lnTo>
                    <a:pt x="1573" y="48"/>
                  </a:lnTo>
                  <a:lnTo>
                    <a:pt x="1358"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561;p23">
              <a:extLst>
                <a:ext uri="{FF2B5EF4-FFF2-40B4-BE49-F238E27FC236}">
                  <a16:creationId xmlns:a16="http://schemas.microsoft.com/office/drawing/2014/main" id="{CA0C8B2D-EE9D-4C7A-B4EB-27F6670A71F7}"/>
                </a:ext>
              </a:extLst>
            </p:cNvPr>
            <p:cNvSpPr/>
            <p:nvPr/>
          </p:nvSpPr>
          <p:spPr>
            <a:xfrm>
              <a:off x="757739" y="2557474"/>
              <a:ext cx="105751" cy="136218"/>
            </a:xfrm>
            <a:custGeom>
              <a:avLst/>
              <a:gdLst/>
              <a:ahLst/>
              <a:cxnLst/>
              <a:rect l="l" t="t" r="r" b="b"/>
              <a:pathLst>
                <a:path w="2395" h="3085" extrusionOk="0">
                  <a:moveTo>
                    <a:pt x="1358" y="1"/>
                  </a:moveTo>
                  <a:lnTo>
                    <a:pt x="954" y="60"/>
                  </a:lnTo>
                  <a:lnTo>
                    <a:pt x="608" y="275"/>
                  </a:lnTo>
                  <a:lnTo>
                    <a:pt x="346" y="608"/>
                  </a:lnTo>
                  <a:lnTo>
                    <a:pt x="287" y="810"/>
                  </a:lnTo>
                  <a:lnTo>
                    <a:pt x="49" y="1751"/>
                  </a:lnTo>
                  <a:lnTo>
                    <a:pt x="1" y="1965"/>
                  </a:lnTo>
                  <a:lnTo>
                    <a:pt x="61" y="2382"/>
                  </a:lnTo>
                  <a:lnTo>
                    <a:pt x="275" y="2727"/>
                  </a:lnTo>
                  <a:lnTo>
                    <a:pt x="608" y="2977"/>
                  </a:lnTo>
                  <a:lnTo>
                    <a:pt x="823" y="3049"/>
                  </a:lnTo>
                  <a:lnTo>
                    <a:pt x="1025" y="3084"/>
                  </a:lnTo>
                  <a:lnTo>
                    <a:pt x="1442" y="3025"/>
                  </a:lnTo>
                  <a:lnTo>
                    <a:pt x="1787" y="2811"/>
                  </a:lnTo>
                  <a:lnTo>
                    <a:pt x="2037" y="2477"/>
                  </a:lnTo>
                  <a:lnTo>
                    <a:pt x="2108" y="2275"/>
                  </a:lnTo>
                  <a:lnTo>
                    <a:pt x="2347" y="1334"/>
                  </a:lnTo>
                  <a:lnTo>
                    <a:pt x="2394" y="1120"/>
                  </a:lnTo>
                  <a:lnTo>
                    <a:pt x="2335" y="703"/>
                  </a:lnTo>
                  <a:lnTo>
                    <a:pt x="2120" y="358"/>
                  </a:lnTo>
                  <a:lnTo>
                    <a:pt x="1787" y="108"/>
                  </a:lnTo>
                  <a:lnTo>
                    <a:pt x="1573" y="36"/>
                  </a:lnTo>
                  <a:lnTo>
                    <a:pt x="1358"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562;p23">
              <a:extLst>
                <a:ext uri="{FF2B5EF4-FFF2-40B4-BE49-F238E27FC236}">
                  <a16:creationId xmlns:a16="http://schemas.microsoft.com/office/drawing/2014/main" id="{FA69DC99-0EB2-45FD-9A1B-856603D1851D}"/>
                </a:ext>
              </a:extLst>
            </p:cNvPr>
            <p:cNvSpPr/>
            <p:nvPr/>
          </p:nvSpPr>
          <p:spPr>
            <a:xfrm>
              <a:off x="765643" y="2560123"/>
              <a:ext cx="657733" cy="271332"/>
            </a:xfrm>
            <a:custGeom>
              <a:avLst/>
              <a:gdLst/>
              <a:ahLst/>
              <a:cxnLst/>
              <a:rect l="l" t="t" r="r" b="b"/>
              <a:pathLst>
                <a:path w="14896" h="6145" extrusionOk="0">
                  <a:moveTo>
                    <a:pt x="1477" y="0"/>
                  </a:moveTo>
                  <a:lnTo>
                    <a:pt x="1239" y="12"/>
                  </a:lnTo>
                  <a:lnTo>
                    <a:pt x="882" y="119"/>
                  </a:lnTo>
                  <a:lnTo>
                    <a:pt x="465" y="441"/>
                  </a:lnTo>
                  <a:lnTo>
                    <a:pt x="155" y="941"/>
                  </a:lnTo>
                  <a:lnTo>
                    <a:pt x="60" y="1250"/>
                  </a:lnTo>
                  <a:lnTo>
                    <a:pt x="1" y="1560"/>
                  </a:lnTo>
                  <a:lnTo>
                    <a:pt x="36" y="2143"/>
                  </a:lnTo>
                  <a:lnTo>
                    <a:pt x="251" y="2632"/>
                  </a:lnTo>
                  <a:lnTo>
                    <a:pt x="513" y="2894"/>
                  </a:lnTo>
                  <a:lnTo>
                    <a:pt x="727" y="3013"/>
                  </a:lnTo>
                  <a:lnTo>
                    <a:pt x="846" y="3048"/>
                  </a:lnTo>
                  <a:lnTo>
                    <a:pt x="13289" y="6120"/>
                  </a:lnTo>
                  <a:lnTo>
                    <a:pt x="13408" y="6144"/>
                  </a:lnTo>
                  <a:lnTo>
                    <a:pt x="13658" y="6144"/>
                  </a:lnTo>
                  <a:lnTo>
                    <a:pt x="14015" y="6037"/>
                  </a:lnTo>
                  <a:lnTo>
                    <a:pt x="14432" y="5704"/>
                  </a:lnTo>
                  <a:lnTo>
                    <a:pt x="14741" y="5203"/>
                  </a:lnTo>
                  <a:lnTo>
                    <a:pt x="14836" y="4906"/>
                  </a:lnTo>
                  <a:lnTo>
                    <a:pt x="14896" y="4596"/>
                  </a:lnTo>
                  <a:lnTo>
                    <a:pt x="14860" y="4013"/>
                  </a:lnTo>
                  <a:lnTo>
                    <a:pt x="14634" y="3525"/>
                  </a:lnTo>
                  <a:lnTo>
                    <a:pt x="14372" y="3263"/>
                  </a:lnTo>
                  <a:lnTo>
                    <a:pt x="14170" y="3155"/>
                  </a:lnTo>
                  <a:lnTo>
                    <a:pt x="14051" y="3120"/>
                  </a:lnTo>
                  <a:lnTo>
                    <a:pt x="1608" y="24"/>
                  </a:lnTo>
                  <a:lnTo>
                    <a:pt x="1477"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563;p23">
              <a:extLst>
                <a:ext uri="{FF2B5EF4-FFF2-40B4-BE49-F238E27FC236}">
                  <a16:creationId xmlns:a16="http://schemas.microsoft.com/office/drawing/2014/main" id="{1BEDFF0B-C61B-47F9-94DB-94577C7E7785}"/>
                </a:ext>
              </a:extLst>
            </p:cNvPr>
            <p:cNvSpPr/>
            <p:nvPr/>
          </p:nvSpPr>
          <p:spPr>
            <a:xfrm>
              <a:off x="781936" y="2572707"/>
              <a:ext cx="629385" cy="247710"/>
            </a:xfrm>
            <a:custGeom>
              <a:avLst/>
              <a:gdLst/>
              <a:ahLst/>
              <a:cxnLst/>
              <a:rect l="l" t="t" r="r" b="b"/>
              <a:pathLst>
                <a:path w="14254" h="5610" extrusionOk="0">
                  <a:moveTo>
                    <a:pt x="1251" y="1"/>
                  </a:moveTo>
                  <a:lnTo>
                    <a:pt x="798" y="96"/>
                  </a:lnTo>
                  <a:lnTo>
                    <a:pt x="406" y="370"/>
                  </a:lnTo>
                  <a:lnTo>
                    <a:pt x="132" y="787"/>
                  </a:lnTo>
                  <a:lnTo>
                    <a:pt x="48" y="1049"/>
                  </a:lnTo>
                  <a:lnTo>
                    <a:pt x="1" y="1311"/>
                  </a:lnTo>
                  <a:lnTo>
                    <a:pt x="48" y="1823"/>
                  </a:lnTo>
                  <a:lnTo>
                    <a:pt x="263" y="2251"/>
                  </a:lnTo>
                  <a:lnTo>
                    <a:pt x="608" y="2537"/>
                  </a:lnTo>
                  <a:lnTo>
                    <a:pt x="834" y="2609"/>
                  </a:lnTo>
                  <a:lnTo>
                    <a:pt x="12753" y="5573"/>
                  </a:lnTo>
                  <a:lnTo>
                    <a:pt x="12991" y="5609"/>
                  </a:lnTo>
                  <a:lnTo>
                    <a:pt x="13443" y="5514"/>
                  </a:lnTo>
                  <a:lnTo>
                    <a:pt x="13836" y="5240"/>
                  </a:lnTo>
                  <a:lnTo>
                    <a:pt x="14122" y="4823"/>
                  </a:lnTo>
                  <a:lnTo>
                    <a:pt x="14205" y="4561"/>
                  </a:lnTo>
                  <a:lnTo>
                    <a:pt x="14253" y="4299"/>
                  </a:lnTo>
                  <a:lnTo>
                    <a:pt x="14194" y="3787"/>
                  </a:lnTo>
                  <a:lnTo>
                    <a:pt x="13979" y="3359"/>
                  </a:lnTo>
                  <a:lnTo>
                    <a:pt x="13634" y="3073"/>
                  </a:lnTo>
                  <a:lnTo>
                    <a:pt x="13408" y="3001"/>
                  </a:lnTo>
                  <a:lnTo>
                    <a:pt x="1489" y="37"/>
                  </a:lnTo>
                  <a:lnTo>
                    <a:pt x="1251" y="1"/>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564;p23">
              <a:extLst>
                <a:ext uri="{FF2B5EF4-FFF2-40B4-BE49-F238E27FC236}">
                  <a16:creationId xmlns:a16="http://schemas.microsoft.com/office/drawing/2014/main" id="{D6FC9384-3937-4490-B648-87DD99AB3F9A}"/>
                </a:ext>
              </a:extLst>
            </p:cNvPr>
            <p:cNvSpPr/>
            <p:nvPr/>
          </p:nvSpPr>
          <p:spPr>
            <a:xfrm>
              <a:off x="781406" y="2570632"/>
              <a:ext cx="38945" cy="103588"/>
            </a:xfrm>
            <a:custGeom>
              <a:avLst/>
              <a:gdLst/>
              <a:ahLst/>
              <a:cxnLst/>
              <a:rect l="l" t="t" r="r" b="b"/>
              <a:pathLst>
                <a:path w="882" h="2346" extrusionOk="0">
                  <a:moveTo>
                    <a:pt x="560" y="0"/>
                  </a:moveTo>
                  <a:lnTo>
                    <a:pt x="1" y="2275"/>
                  </a:lnTo>
                  <a:lnTo>
                    <a:pt x="310" y="2346"/>
                  </a:lnTo>
                  <a:lnTo>
                    <a:pt x="882" y="72"/>
                  </a:lnTo>
                  <a:lnTo>
                    <a:pt x="56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565;p23">
              <a:extLst>
                <a:ext uri="{FF2B5EF4-FFF2-40B4-BE49-F238E27FC236}">
                  <a16:creationId xmlns:a16="http://schemas.microsoft.com/office/drawing/2014/main" id="{EFDBF1E9-A155-4354-9552-8295D0766031}"/>
                </a:ext>
              </a:extLst>
            </p:cNvPr>
            <p:cNvSpPr/>
            <p:nvPr/>
          </p:nvSpPr>
          <p:spPr>
            <a:xfrm>
              <a:off x="823485" y="2581141"/>
              <a:ext cx="38945" cy="103632"/>
            </a:xfrm>
            <a:custGeom>
              <a:avLst/>
              <a:gdLst/>
              <a:ahLst/>
              <a:cxnLst/>
              <a:rect l="l" t="t" r="r" b="b"/>
              <a:pathLst>
                <a:path w="882" h="2347" extrusionOk="0">
                  <a:moveTo>
                    <a:pt x="560" y="0"/>
                  </a:moveTo>
                  <a:lnTo>
                    <a:pt x="0" y="2275"/>
                  </a:lnTo>
                  <a:lnTo>
                    <a:pt x="310" y="2346"/>
                  </a:lnTo>
                  <a:lnTo>
                    <a:pt x="881" y="72"/>
                  </a:lnTo>
                  <a:lnTo>
                    <a:pt x="56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566;p23">
              <a:extLst>
                <a:ext uri="{FF2B5EF4-FFF2-40B4-BE49-F238E27FC236}">
                  <a16:creationId xmlns:a16="http://schemas.microsoft.com/office/drawing/2014/main" id="{CEECF7C2-4CFC-4267-80AE-E708739E09EF}"/>
                </a:ext>
              </a:extLst>
            </p:cNvPr>
            <p:cNvSpPr/>
            <p:nvPr/>
          </p:nvSpPr>
          <p:spPr>
            <a:xfrm>
              <a:off x="866050" y="2591650"/>
              <a:ext cx="38945" cy="103632"/>
            </a:xfrm>
            <a:custGeom>
              <a:avLst/>
              <a:gdLst/>
              <a:ahLst/>
              <a:cxnLst/>
              <a:rect l="l" t="t" r="r" b="b"/>
              <a:pathLst>
                <a:path w="882" h="2347" extrusionOk="0">
                  <a:moveTo>
                    <a:pt x="572" y="1"/>
                  </a:moveTo>
                  <a:lnTo>
                    <a:pt x="1" y="2275"/>
                  </a:lnTo>
                  <a:lnTo>
                    <a:pt x="310" y="2346"/>
                  </a:lnTo>
                  <a:lnTo>
                    <a:pt x="882"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567;p23">
              <a:extLst>
                <a:ext uri="{FF2B5EF4-FFF2-40B4-BE49-F238E27FC236}">
                  <a16:creationId xmlns:a16="http://schemas.microsoft.com/office/drawing/2014/main" id="{2AA8CDD2-1940-480C-852A-1AF044E50D5B}"/>
                </a:ext>
              </a:extLst>
            </p:cNvPr>
            <p:cNvSpPr/>
            <p:nvPr/>
          </p:nvSpPr>
          <p:spPr>
            <a:xfrm>
              <a:off x="908129" y="2601629"/>
              <a:ext cx="38945" cy="104162"/>
            </a:xfrm>
            <a:custGeom>
              <a:avLst/>
              <a:gdLst/>
              <a:ahLst/>
              <a:cxnLst/>
              <a:rect l="l" t="t" r="r" b="b"/>
              <a:pathLst>
                <a:path w="882" h="2359" extrusionOk="0">
                  <a:moveTo>
                    <a:pt x="560" y="1"/>
                  </a:moveTo>
                  <a:lnTo>
                    <a:pt x="0" y="2287"/>
                  </a:lnTo>
                  <a:lnTo>
                    <a:pt x="322" y="2358"/>
                  </a:lnTo>
                  <a:lnTo>
                    <a:pt x="881" y="84"/>
                  </a:lnTo>
                  <a:lnTo>
                    <a:pt x="560"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568;p23">
              <a:extLst>
                <a:ext uri="{FF2B5EF4-FFF2-40B4-BE49-F238E27FC236}">
                  <a16:creationId xmlns:a16="http://schemas.microsoft.com/office/drawing/2014/main" id="{9411478C-4442-4AAF-8C56-C67CA50E69E7}"/>
                </a:ext>
              </a:extLst>
            </p:cNvPr>
            <p:cNvSpPr/>
            <p:nvPr/>
          </p:nvSpPr>
          <p:spPr>
            <a:xfrm>
              <a:off x="950694" y="2612667"/>
              <a:ext cx="38945" cy="103632"/>
            </a:xfrm>
            <a:custGeom>
              <a:avLst/>
              <a:gdLst/>
              <a:ahLst/>
              <a:cxnLst/>
              <a:rect l="l" t="t" r="r" b="b"/>
              <a:pathLst>
                <a:path w="882" h="2347" extrusionOk="0">
                  <a:moveTo>
                    <a:pt x="572" y="1"/>
                  </a:moveTo>
                  <a:lnTo>
                    <a:pt x="1" y="2275"/>
                  </a:lnTo>
                  <a:lnTo>
                    <a:pt x="322" y="2346"/>
                  </a:lnTo>
                  <a:lnTo>
                    <a:pt x="882"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569;p23">
              <a:extLst>
                <a:ext uri="{FF2B5EF4-FFF2-40B4-BE49-F238E27FC236}">
                  <a16:creationId xmlns:a16="http://schemas.microsoft.com/office/drawing/2014/main" id="{1085B2BB-D297-4452-BEFF-1419521F0016}"/>
                </a:ext>
              </a:extLst>
            </p:cNvPr>
            <p:cNvSpPr/>
            <p:nvPr/>
          </p:nvSpPr>
          <p:spPr>
            <a:xfrm>
              <a:off x="992773" y="2623176"/>
              <a:ext cx="38945" cy="103632"/>
            </a:xfrm>
            <a:custGeom>
              <a:avLst/>
              <a:gdLst/>
              <a:ahLst/>
              <a:cxnLst/>
              <a:rect l="l" t="t" r="r" b="b"/>
              <a:pathLst>
                <a:path w="882" h="2347" extrusionOk="0">
                  <a:moveTo>
                    <a:pt x="572" y="1"/>
                  </a:moveTo>
                  <a:lnTo>
                    <a:pt x="0" y="2275"/>
                  </a:lnTo>
                  <a:lnTo>
                    <a:pt x="322" y="2347"/>
                  </a:lnTo>
                  <a:lnTo>
                    <a:pt x="881"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570;p23">
              <a:extLst>
                <a:ext uri="{FF2B5EF4-FFF2-40B4-BE49-F238E27FC236}">
                  <a16:creationId xmlns:a16="http://schemas.microsoft.com/office/drawing/2014/main" id="{D305399C-5CE4-4D2A-A03C-BD13FD449346}"/>
                </a:ext>
              </a:extLst>
            </p:cNvPr>
            <p:cNvSpPr/>
            <p:nvPr/>
          </p:nvSpPr>
          <p:spPr>
            <a:xfrm>
              <a:off x="1035868" y="2633729"/>
              <a:ext cx="38415" cy="103588"/>
            </a:xfrm>
            <a:custGeom>
              <a:avLst/>
              <a:gdLst/>
              <a:ahLst/>
              <a:cxnLst/>
              <a:rect l="l" t="t" r="r" b="b"/>
              <a:pathLst>
                <a:path w="870" h="2346" extrusionOk="0">
                  <a:moveTo>
                    <a:pt x="560" y="0"/>
                  </a:moveTo>
                  <a:lnTo>
                    <a:pt x="1" y="2274"/>
                  </a:lnTo>
                  <a:lnTo>
                    <a:pt x="310" y="2346"/>
                  </a:lnTo>
                  <a:lnTo>
                    <a:pt x="870" y="72"/>
                  </a:lnTo>
                  <a:lnTo>
                    <a:pt x="56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571;p23">
              <a:extLst>
                <a:ext uri="{FF2B5EF4-FFF2-40B4-BE49-F238E27FC236}">
                  <a16:creationId xmlns:a16="http://schemas.microsoft.com/office/drawing/2014/main" id="{EBFB2AFF-6B80-40E0-84E5-7229CEDC3354}"/>
                </a:ext>
              </a:extLst>
            </p:cNvPr>
            <p:cNvSpPr/>
            <p:nvPr/>
          </p:nvSpPr>
          <p:spPr>
            <a:xfrm>
              <a:off x="1077417" y="2643708"/>
              <a:ext cx="38945" cy="104647"/>
            </a:xfrm>
            <a:custGeom>
              <a:avLst/>
              <a:gdLst/>
              <a:ahLst/>
              <a:cxnLst/>
              <a:rect l="l" t="t" r="r" b="b"/>
              <a:pathLst>
                <a:path w="882" h="2370" extrusionOk="0">
                  <a:moveTo>
                    <a:pt x="572" y="0"/>
                  </a:moveTo>
                  <a:lnTo>
                    <a:pt x="0" y="2286"/>
                  </a:lnTo>
                  <a:lnTo>
                    <a:pt x="322" y="2370"/>
                  </a:lnTo>
                  <a:lnTo>
                    <a:pt x="881" y="84"/>
                  </a:lnTo>
                  <a:lnTo>
                    <a:pt x="57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572;p23">
              <a:extLst>
                <a:ext uri="{FF2B5EF4-FFF2-40B4-BE49-F238E27FC236}">
                  <a16:creationId xmlns:a16="http://schemas.microsoft.com/office/drawing/2014/main" id="{03983C30-4460-4F38-BCE0-56BDE6A73CF8}"/>
                </a:ext>
              </a:extLst>
            </p:cNvPr>
            <p:cNvSpPr/>
            <p:nvPr/>
          </p:nvSpPr>
          <p:spPr>
            <a:xfrm>
              <a:off x="1120512" y="2654746"/>
              <a:ext cx="38945" cy="103632"/>
            </a:xfrm>
            <a:custGeom>
              <a:avLst/>
              <a:gdLst/>
              <a:ahLst/>
              <a:cxnLst/>
              <a:rect l="l" t="t" r="r" b="b"/>
              <a:pathLst>
                <a:path w="882" h="2347" extrusionOk="0">
                  <a:moveTo>
                    <a:pt x="560" y="0"/>
                  </a:moveTo>
                  <a:lnTo>
                    <a:pt x="1" y="2275"/>
                  </a:lnTo>
                  <a:lnTo>
                    <a:pt x="310" y="2346"/>
                  </a:lnTo>
                  <a:lnTo>
                    <a:pt x="882" y="72"/>
                  </a:lnTo>
                  <a:lnTo>
                    <a:pt x="560"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573;p23">
              <a:extLst>
                <a:ext uri="{FF2B5EF4-FFF2-40B4-BE49-F238E27FC236}">
                  <a16:creationId xmlns:a16="http://schemas.microsoft.com/office/drawing/2014/main" id="{DD07B599-7745-4EEC-AE65-F9913FA0D092}"/>
                </a:ext>
              </a:extLst>
            </p:cNvPr>
            <p:cNvSpPr/>
            <p:nvPr/>
          </p:nvSpPr>
          <p:spPr>
            <a:xfrm>
              <a:off x="1162591" y="2665255"/>
              <a:ext cx="38945" cy="103632"/>
            </a:xfrm>
            <a:custGeom>
              <a:avLst/>
              <a:gdLst/>
              <a:ahLst/>
              <a:cxnLst/>
              <a:rect l="l" t="t" r="r" b="b"/>
              <a:pathLst>
                <a:path w="882" h="2347" extrusionOk="0">
                  <a:moveTo>
                    <a:pt x="560" y="1"/>
                  </a:moveTo>
                  <a:lnTo>
                    <a:pt x="0" y="2275"/>
                  </a:lnTo>
                  <a:lnTo>
                    <a:pt x="310" y="2346"/>
                  </a:lnTo>
                  <a:lnTo>
                    <a:pt x="881" y="72"/>
                  </a:lnTo>
                  <a:lnTo>
                    <a:pt x="560"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574;p23">
              <a:extLst>
                <a:ext uri="{FF2B5EF4-FFF2-40B4-BE49-F238E27FC236}">
                  <a16:creationId xmlns:a16="http://schemas.microsoft.com/office/drawing/2014/main" id="{C88139D7-5B96-4A1F-9FDF-96944D913CE2}"/>
                </a:ext>
              </a:extLst>
            </p:cNvPr>
            <p:cNvSpPr/>
            <p:nvPr/>
          </p:nvSpPr>
          <p:spPr>
            <a:xfrm>
              <a:off x="1205156" y="2675764"/>
              <a:ext cx="38945" cy="103632"/>
            </a:xfrm>
            <a:custGeom>
              <a:avLst/>
              <a:gdLst/>
              <a:ahLst/>
              <a:cxnLst/>
              <a:rect l="l" t="t" r="r" b="b"/>
              <a:pathLst>
                <a:path w="882" h="2347" extrusionOk="0">
                  <a:moveTo>
                    <a:pt x="572" y="1"/>
                  </a:moveTo>
                  <a:lnTo>
                    <a:pt x="1" y="2275"/>
                  </a:lnTo>
                  <a:lnTo>
                    <a:pt x="298" y="2346"/>
                  </a:lnTo>
                  <a:lnTo>
                    <a:pt x="882"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575;p23">
              <a:extLst>
                <a:ext uri="{FF2B5EF4-FFF2-40B4-BE49-F238E27FC236}">
                  <a16:creationId xmlns:a16="http://schemas.microsoft.com/office/drawing/2014/main" id="{D75C2440-7892-4399-9F81-424B04311C2A}"/>
                </a:ext>
              </a:extLst>
            </p:cNvPr>
            <p:cNvSpPr/>
            <p:nvPr/>
          </p:nvSpPr>
          <p:spPr>
            <a:xfrm>
              <a:off x="1247235" y="2686272"/>
              <a:ext cx="38945" cy="103632"/>
            </a:xfrm>
            <a:custGeom>
              <a:avLst/>
              <a:gdLst/>
              <a:ahLst/>
              <a:cxnLst/>
              <a:rect l="l" t="t" r="r" b="b"/>
              <a:pathLst>
                <a:path w="882" h="2347" extrusionOk="0">
                  <a:moveTo>
                    <a:pt x="572" y="1"/>
                  </a:moveTo>
                  <a:lnTo>
                    <a:pt x="0" y="2275"/>
                  </a:lnTo>
                  <a:lnTo>
                    <a:pt x="310" y="2346"/>
                  </a:lnTo>
                  <a:lnTo>
                    <a:pt x="881"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576;p23">
              <a:extLst>
                <a:ext uri="{FF2B5EF4-FFF2-40B4-BE49-F238E27FC236}">
                  <a16:creationId xmlns:a16="http://schemas.microsoft.com/office/drawing/2014/main" id="{AF49BB16-637A-4C82-BD52-4A4EFFA3C6B7}"/>
                </a:ext>
              </a:extLst>
            </p:cNvPr>
            <p:cNvSpPr/>
            <p:nvPr/>
          </p:nvSpPr>
          <p:spPr>
            <a:xfrm>
              <a:off x="1289800" y="2696781"/>
              <a:ext cx="38945" cy="103632"/>
            </a:xfrm>
            <a:custGeom>
              <a:avLst/>
              <a:gdLst/>
              <a:ahLst/>
              <a:cxnLst/>
              <a:rect l="l" t="t" r="r" b="b"/>
              <a:pathLst>
                <a:path w="882" h="2347" extrusionOk="0">
                  <a:moveTo>
                    <a:pt x="572" y="1"/>
                  </a:moveTo>
                  <a:lnTo>
                    <a:pt x="1" y="2275"/>
                  </a:lnTo>
                  <a:lnTo>
                    <a:pt x="298" y="2347"/>
                  </a:lnTo>
                  <a:lnTo>
                    <a:pt x="882" y="72"/>
                  </a:lnTo>
                  <a:lnTo>
                    <a:pt x="572" y="1"/>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577;p23">
              <a:extLst>
                <a:ext uri="{FF2B5EF4-FFF2-40B4-BE49-F238E27FC236}">
                  <a16:creationId xmlns:a16="http://schemas.microsoft.com/office/drawing/2014/main" id="{9C384969-1DCF-45F1-A965-5782A0156E70}"/>
                </a:ext>
              </a:extLst>
            </p:cNvPr>
            <p:cNvSpPr/>
            <p:nvPr/>
          </p:nvSpPr>
          <p:spPr>
            <a:xfrm>
              <a:off x="1331879" y="2707334"/>
              <a:ext cx="38945" cy="103588"/>
            </a:xfrm>
            <a:custGeom>
              <a:avLst/>
              <a:gdLst/>
              <a:ahLst/>
              <a:cxnLst/>
              <a:rect l="l" t="t" r="r" b="b"/>
              <a:pathLst>
                <a:path w="882" h="2346" extrusionOk="0">
                  <a:moveTo>
                    <a:pt x="572" y="0"/>
                  </a:moveTo>
                  <a:lnTo>
                    <a:pt x="0" y="2274"/>
                  </a:lnTo>
                  <a:lnTo>
                    <a:pt x="322" y="2346"/>
                  </a:lnTo>
                  <a:lnTo>
                    <a:pt x="881" y="83"/>
                  </a:lnTo>
                  <a:lnTo>
                    <a:pt x="572"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578;p23">
              <a:extLst>
                <a:ext uri="{FF2B5EF4-FFF2-40B4-BE49-F238E27FC236}">
                  <a16:creationId xmlns:a16="http://schemas.microsoft.com/office/drawing/2014/main" id="{D8756222-BC43-45CE-82FE-E2B6694A3BBC}"/>
                </a:ext>
              </a:extLst>
            </p:cNvPr>
            <p:cNvSpPr/>
            <p:nvPr/>
          </p:nvSpPr>
          <p:spPr>
            <a:xfrm>
              <a:off x="1373914" y="2717843"/>
              <a:ext cx="39475" cy="103588"/>
            </a:xfrm>
            <a:custGeom>
              <a:avLst/>
              <a:gdLst/>
              <a:ahLst/>
              <a:cxnLst/>
              <a:rect l="l" t="t" r="r" b="b"/>
              <a:pathLst>
                <a:path w="894" h="2346" extrusionOk="0">
                  <a:moveTo>
                    <a:pt x="584" y="0"/>
                  </a:moveTo>
                  <a:lnTo>
                    <a:pt x="1" y="2274"/>
                  </a:lnTo>
                  <a:lnTo>
                    <a:pt x="322" y="2346"/>
                  </a:lnTo>
                  <a:lnTo>
                    <a:pt x="894" y="84"/>
                  </a:lnTo>
                  <a:lnTo>
                    <a:pt x="584" y="0"/>
                  </a:lnTo>
                  <a:close/>
                </a:path>
              </a:pathLst>
            </a:custGeom>
            <a:solidFill>
              <a:srgbClr val="E9B5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579;p23">
              <a:extLst>
                <a:ext uri="{FF2B5EF4-FFF2-40B4-BE49-F238E27FC236}">
                  <a16:creationId xmlns:a16="http://schemas.microsoft.com/office/drawing/2014/main" id="{2D7D43A2-814C-4682-88B4-70C6014D27E6}"/>
                </a:ext>
              </a:extLst>
            </p:cNvPr>
            <p:cNvSpPr/>
            <p:nvPr/>
          </p:nvSpPr>
          <p:spPr>
            <a:xfrm>
              <a:off x="819776" y="3889699"/>
              <a:ext cx="701402" cy="701358"/>
            </a:xfrm>
            <a:custGeom>
              <a:avLst/>
              <a:gdLst/>
              <a:ahLst/>
              <a:cxnLst/>
              <a:rect l="l" t="t" r="r" b="b"/>
              <a:pathLst>
                <a:path w="15885" h="15884" extrusionOk="0">
                  <a:moveTo>
                    <a:pt x="7800" y="0"/>
                  </a:moveTo>
                  <a:lnTo>
                    <a:pt x="7002" y="48"/>
                  </a:lnTo>
                  <a:lnTo>
                    <a:pt x="6216" y="191"/>
                  </a:lnTo>
                  <a:lnTo>
                    <a:pt x="5466" y="393"/>
                  </a:lnTo>
                  <a:lnTo>
                    <a:pt x="4740" y="667"/>
                  </a:lnTo>
                  <a:lnTo>
                    <a:pt x="4061" y="1012"/>
                  </a:lnTo>
                  <a:lnTo>
                    <a:pt x="3406" y="1417"/>
                  </a:lnTo>
                  <a:lnTo>
                    <a:pt x="2799" y="1882"/>
                  </a:lnTo>
                  <a:lnTo>
                    <a:pt x="2251" y="2405"/>
                  </a:lnTo>
                  <a:lnTo>
                    <a:pt x="1739" y="2977"/>
                  </a:lnTo>
                  <a:lnTo>
                    <a:pt x="1299" y="3596"/>
                  </a:lnTo>
                  <a:lnTo>
                    <a:pt x="906" y="4251"/>
                  </a:lnTo>
                  <a:lnTo>
                    <a:pt x="584" y="4954"/>
                  </a:lnTo>
                  <a:lnTo>
                    <a:pt x="322" y="5692"/>
                  </a:lnTo>
                  <a:lnTo>
                    <a:pt x="132" y="6466"/>
                  </a:lnTo>
                  <a:lnTo>
                    <a:pt x="25" y="7263"/>
                  </a:lnTo>
                  <a:lnTo>
                    <a:pt x="13" y="7668"/>
                  </a:lnTo>
                  <a:lnTo>
                    <a:pt x="1" y="8085"/>
                  </a:lnTo>
                  <a:lnTo>
                    <a:pt x="49" y="8883"/>
                  </a:lnTo>
                  <a:lnTo>
                    <a:pt x="191" y="9657"/>
                  </a:lnTo>
                  <a:lnTo>
                    <a:pt x="394" y="10419"/>
                  </a:lnTo>
                  <a:lnTo>
                    <a:pt x="668" y="11133"/>
                  </a:lnTo>
                  <a:lnTo>
                    <a:pt x="1013" y="11824"/>
                  </a:lnTo>
                  <a:lnTo>
                    <a:pt x="1418" y="12467"/>
                  </a:lnTo>
                  <a:lnTo>
                    <a:pt x="1882" y="13074"/>
                  </a:lnTo>
                  <a:lnTo>
                    <a:pt x="2406" y="13634"/>
                  </a:lnTo>
                  <a:lnTo>
                    <a:pt x="2978" y="14134"/>
                  </a:lnTo>
                  <a:lnTo>
                    <a:pt x="3597" y="14586"/>
                  </a:lnTo>
                  <a:lnTo>
                    <a:pt x="4252" y="14979"/>
                  </a:lnTo>
                  <a:lnTo>
                    <a:pt x="4954" y="15300"/>
                  </a:lnTo>
                  <a:lnTo>
                    <a:pt x="5692" y="15562"/>
                  </a:lnTo>
                  <a:lnTo>
                    <a:pt x="6466" y="15741"/>
                  </a:lnTo>
                  <a:lnTo>
                    <a:pt x="7264" y="15848"/>
                  </a:lnTo>
                  <a:lnTo>
                    <a:pt x="7669" y="15872"/>
                  </a:lnTo>
                  <a:lnTo>
                    <a:pt x="8086" y="15884"/>
                  </a:lnTo>
                  <a:lnTo>
                    <a:pt x="8883" y="15824"/>
                  </a:lnTo>
                  <a:lnTo>
                    <a:pt x="9657" y="15693"/>
                  </a:lnTo>
                  <a:lnTo>
                    <a:pt x="10419" y="15491"/>
                  </a:lnTo>
                  <a:lnTo>
                    <a:pt x="11134" y="15205"/>
                  </a:lnTo>
                  <a:lnTo>
                    <a:pt x="11824" y="14872"/>
                  </a:lnTo>
                  <a:lnTo>
                    <a:pt x="12467" y="14467"/>
                  </a:lnTo>
                  <a:lnTo>
                    <a:pt x="13075" y="14003"/>
                  </a:lnTo>
                  <a:lnTo>
                    <a:pt x="13634" y="13479"/>
                  </a:lnTo>
                  <a:lnTo>
                    <a:pt x="14134" y="12907"/>
                  </a:lnTo>
                  <a:lnTo>
                    <a:pt x="14587" y="12288"/>
                  </a:lnTo>
                  <a:lnTo>
                    <a:pt x="14980" y="11621"/>
                  </a:lnTo>
                  <a:lnTo>
                    <a:pt x="15301" y="10919"/>
                  </a:lnTo>
                  <a:lnTo>
                    <a:pt x="15563" y="10181"/>
                  </a:lnTo>
                  <a:lnTo>
                    <a:pt x="15742" y="9419"/>
                  </a:lnTo>
                  <a:lnTo>
                    <a:pt x="15849" y="8621"/>
                  </a:lnTo>
                  <a:lnTo>
                    <a:pt x="15873" y="8204"/>
                  </a:lnTo>
                  <a:lnTo>
                    <a:pt x="15885" y="7799"/>
                  </a:lnTo>
                  <a:lnTo>
                    <a:pt x="15825" y="6990"/>
                  </a:lnTo>
                  <a:lnTo>
                    <a:pt x="15694" y="6216"/>
                  </a:lnTo>
                  <a:lnTo>
                    <a:pt x="15492" y="5454"/>
                  </a:lnTo>
                  <a:lnTo>
                    <a:pt x="15206" y="4739"/>
                  </a:lnTo>
                  <a:lnTo>
                    <a:pt x="14861" y="4049"/>
                  </a:lnTo>
                  <a:lnTo>
                    <a:pt x="14456" y="3394"/>
                  </a:lnTo>
                  <a:lnTo>
                    <a:pt x="13991" y="2798"/>
                  </a:lnTo>
                  <a:lnTo>
                    <a:pt x="13468" y="2239"/>
                  </a:lnTo>
                  <a:lnTo>
                    <a:pt x="12896" y="1727"/>
                  </a:lnTo>
                  <a:lnTo>
                    <a:pt x="12277" y="1286"/>
                  </a:lnTo>
                  <a:lnTo>
                    <a:pt x="11622" y="893"/>
                  </a:lnTo>
                  <a:lnTo>
                    <a:pt x="10919" y="572"/>
                  </a:lnTo>
                  <a:lnTo>
                    <a:pt x="10181" y="310"/>
                  </a:lnTo>
                  <a:lnTo>
                    <a:pt x="9407" y="131"/>
                  </a:lnTo>
                  <a:lnTo>
                    <a:pt x="8621" y="24"/>
                  </a:lnTo>
                  <a:lnTo>
                    <a:pt x="8205" y="0"/>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580;p23">
              <a:extLst>
                <a:ext uri="{FF2B5EF4-FFF2-40B4-BE49-F238E27FC236}">
                  <a16:creationId xmlns:a16="http://schemas.microsoft.com/office/drawing/2014/main" id="{2CF33A29-ED04-48C9-9C55-3FBFD7621540}"/>
                </a:ext>
              </a:extLst>
            </p:cNvPr>
            <p:cNvSpPr/>
            <p:nvPr/>
          </p:nvSpPr>
          <p:spPr>
            <a:xfrm>
              <a:off x="860266" y="3930189"/>
              <a:ext cx="618876" cy="618832"/>
            </a:xfrm>
            <a:custGeom>
              <a:avLst/>
              <a:gdLst/>
              <a:ahLst/>
              <a:cxnLst/>
              <a:rect l="l" t="t" r="r" b="b"/>
              <a:pathLst>
                <a:path w="14016" h="14015" extrusionOk="0">
                  <a:moveTo>
                    <a:pt x="6883" y="0"/>
                  </a:moveTo>
                  <a:lnTo>
                    <a:pt x="6180" y="48"/>
                  </a:lnTo>
                  <a:lnTo>
                    <a:pt x="5490" y="167"/>
                  </a:lnTo>
                  <a:lnTo>
                    <a:pt x="4823" y="345"/>
                  </a:lnTo>
                  <a:lnTo>
                    <a:pt x="4192" y="595"/>
                  </a:lnTo>
                  <a:lnTo>
                    <a:pt x="3585" y="893"/>
                  </a:lnTo>
                  <a:lnTo>
                    <a:pt x="3013" y="1250"/>
                  </a:lnTo>
                  <a:lnTo>
                    <a:pt x="2477" y="1667"/>
                  </a:lnTo>
                  <a:lnTo>
                    <a:pt x="1989" y="2120"/>
                  </a:lnTo>
                  <a:lnTo>
                    <a:pt x="1537" y="2632"/>
                  </a:lnTo>
                  <a:lnTo>
                    <a:pt x="1144" y="3167"/>
                  </a:lnTo>
                  <a:lnTo>
                    <a:pt x="799" y="3751"/>
                  </a:lnTo>
                  <a:lnTo>
                    <a:pt x="513" y="4370"/>
                  </a:lnTo>
                  <a:lnTo>
                    <a:pt x="287" y="5025"/>
                  </a:lnTo>
                  <a:lnTo>
                    <a:pt x="132" y="5703"/>
                  </a:lnTo>
                  <a:lnTo>
                    <a:pt x="37" y="6406"/>
                  </a:lnTo>
                  <a:lnTo>
                    <a:pt x="13" y="6775"/>
                  </a:lnTo>
                  <a:lnTo>
                    <a:pt x="1" y="7132"/>
                  </a:lnTo>
                  <a:lnTo>
                    <a:pt x="48" y="7835"/>
                  </a:lnTo>
                  <a:lnTo>
                    <a:pt x="167" y="8525"/>
                  </a:lnTo>
                  <a:lnTo>
                    <a:pt x="346" y="9192"/>
                  </a:lnTo>
                  <a:lnTo>
                    <a:pt x="596" y="9823"/>
                  </a:lnTo>
                  <a:lnTo>
                    <a:pt x="894" y="10430"/>
                  </a:lnTo>
                  <a:lnTo>
                    <a:pt x="1251" y="11002"/>
                  </a:lnTo>
                  <a:lnTo>
                    <a:pt x="1668" y="11538"/>
                  </a:lnTo>
                  <a:lnTo>
                    <a:pt x="2120" y="12026"/>
                  </a:lnTo>
                  <a:lnTo>
                    <a:pt x="2632" y="12478"/>
                  </a:lnTo>
                  <a:lnTo>
                    <a:pt x="3168" y="12871"/>
                  </a:lnTo>
                  <a:lnTo>
                    <a:pt x="3751" y="13217"/>
                  </a:lnTo>
                  <a:lnTo>
                    <a:pt x="4371" y="13502"/>
                  </a:lnTo>
                  <a:lnTo>
                    <a:pt x="5025" y="13729"/>
                  </a:lnTo>
                  <a:lnTo>
                    <a:pt x="5704" y="13883"/>
                  </a:lnTo>
                  <a:lnTo>
                    <a:pt x="6407" y="13979"/>
                  </a:lnTo>
                  <a:lnTo>
                    <a:pt x="6776" y="14002"/>
                  </a:lnTo>
                  <a:lnTo>
                    <a:pt x="7133" y="14014"/>
                  </a:lnTo>
                  <a:lnTo>
                    <a:pt x="7835" y="13967"/>
                  </a:lnTo>
                  <a:lnTo>
                    <a:pt x="8526" y="13848"/>
                  </a:lnTo>
                  <a:lnTo>
                    <a:pt x="9193" y="13669"/>
                  </a:lnTo>
                  <a:lnTo>
                    <a:pt x="9824" y="13419"/>
                  </a:lnTo>
                  <a:lnTo>
                    <a:pt x="10431" y="13121"/>
                  </a:lnTo>
                  <a:lnTo>
                    <a:pt x="11003" y="12764"/>
                  </a:lnTo>
                  <a:lnTo>
                    <a:pt x="11538" y="12347"/>
                  </a:lnTo>
                  <a:lnTo>
                    <a:pt x="12027" y="11895"/>
                  </a:lnTo>
                  <a:lnTo>
                    <a:pt x="12479" y="11383"/>
                  </a:lnTo>
                  <a:lnTo>
                    <a:pt x="12872" y="10847"/>
                  </a:lnTo>
                  <a:lnTo>
                    <a:pt x="13217" y="10264"/>
                  </a:lnTo>
                  <a:lnTo>
                    <a:pt x="13503" y="9645"/>
                  </a:lnTo>
                  <a:lnTo>
                    <a:pt x="13729" y="8990"/>
                  </a:lnTo>
                  <a:lnTo>
                    <a:pt x="13884" y="8311"/>
                  </a:lnTo>
                  <a:lnTo>
                    <a:pt x="13979" y="7609"/>
                  </a:lnTo>
                  <a:lnTo>
                    <a:pt x="14003" y="7251"/>
                  </a:lnTo>
                  <a:lnTo>
                    <a:pt x="14015" y="6882"/>
                  </a:lnTo>
                  <a:lnTo>
                    <a:pt x="13967" y="6180"/>
                  </a:lnTo>
                  <a:lnTo>
                    <a:pt x="13848" y="5489"/>
                  </a:lnTo>
                  <a:lnTo>
                    <a:pt x="13670" y="4822"/>
                  </a:lnTo>
                  <a:lnTo>
                    <a:pt x="13420" y="4191"/>
                  </a:lnTo>
                  <a:lnTo>
                    <a:pt x="13122" y="3584"/>
                  </a:lnTo>
                  <a:lnTo>
                    <a:pt x="12765" y="3013"/>
                  </a:lnTo>
                  <a:lnTo>
                    <a:pt x="12348" y="2477"/>
                  </a:lnTo>
                  <a:lnTo>
                    <a:pt x="11896" y="1989"/>
                  </a:lnTo>
                  <a:lnTo>
                    <a:pt x="11384" y="1548"/>
                  </a:lnTo>
                  <a:lnTo>
                    <a:pt x="10848" y="1143"/>
                  </a:lnTo>
                  <a:lnTo>
                    <a:pt x="10264" y="810"/>
                  </a:lnTo>
                  <a:lnTo>
                    <a:pt x="9645" y="512"/>
                  </a:lnTo>
                  <a:lnTo>
                    <a:pt x="8990" y="286"/>
                  </a:lnTo>
                  <a:lnTo>
                    <a:pt x="8312" y="131"/>
                  </a:lnTo>
                  <a:lnTo>
                    <a:pt x="7609" y="36"/>
                  </a:lnTo>
                  <a:lnTo>
                    <a:pt x="7252" y="12"/>
                  </a:lnTo>
                  <a:lnTo>
                    <a:pt x="6883" y="0"/>
                  </a:lnTo>
                  <a:close/>
                </a:path>
              </a:pathLst>
            </a:custGeom>
            <a:solidFill>
              <a:srgbClr val="E5A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581;p23">
              <a:extLst>
                <a:ext uri="{FF2B5EF4-FFF2-40B4-BE49-F238E27FC236}">
                  <a16:creationId xmlns:a16="http://schemas.microsoft.com/office/drawing/2014/main" id="{F35530A3-4714-47C3-8E87-21401BB271F3}"/>
                </a:ext>
              </a:extLst>
            </p:cNvPr>
            <p:cNvSpPr/>
            <p:nvPr/>
          </p:nvSpPr>
          <p:spPr>
            <a:xfrm>
              <a:off x="878148" y="3948027"/>
              <a:ext cx="584171" cy="584171"/>
            </a:xfrm>
            <a:custGeom>
              <a:avLst/>
              <a:gdLst/>
              <a:ahLst/>
              <a:cxnLst/>
              <a:rect l="l" t="t" r="r" b="b"/>
              <a:pathLst>
                <a:path w="13230" h="13230" extrusionOk="0">
                  <a:moveTo>
                    <a:pt x="6502" y="1"/>
                  </a:moveTo>
                  <a:lnTo>
                    <a:pt x="5835" y="49"/>
                  </a:lnTo>
                  <a:lnTo>
                    <a:pt x="5180" y="156"/>
                  </a:lnTo>
                  <a:lnTo>
                    <a:pt x="4561" y="322"/>
                  </a:lnTo>
                  <a:lnTo>
                    <a:pt x="3954" y="561"/>
                  </a:lnTo>
                  <a:lnTo>
                    <a:pt x="3382" y="846"/>
                  </a:lnTo>
                  <a:lnTo>
                    <a:pt x="2846" y="1180"/>
                  </a:lnTo>
                  <a:lnTo>
                    <a:pt x="2334" y="1573"/>
                  </a:lnTo>
                  <a:lnTo>
                    <a:pt x="1870" y="2001"/>
                  </a:lnTo>
                  <a:lnTo>
                    <a:pt x="1453" y="2478"/>
                  </a:lnTo>
                  <a:lnTo>
                    <a:pt x="1084" y="3001"/>
                  </a:lnTo>
                  <a:lnTo>
                    <a:pt x="751" y="3549"/>
                  </a:lnTo>
                  <a:lnTo>
                    <a:pt x="489" y="4133"/>
                  </a:lnTo>
                  <a:lnTo>
                    <a:pt x="274" y="4752"/>
                  </a:lnTo>
                  <a:lnTo>
                    <a:pt x="120" y="5395"/>
                  </a:lnTo>
                  <a:lnTo>
                    <a:pt x="24" y="6050"/>
                  </a:lnTo>
                  <a:lnTo>
                    <a:pt x="13" y="6395"/>
                  </a:lnTo>
                  <a:lnTo>
                    <a:pt x="1" y="6740"/>
                  </a:lnTo>
                  <a:lnTo>
                    <a:pt x="48" y="7407"/>
                  </a:lnTo>
                  <a:lnTo>
                    <a:pt x="155" y="8050"/>
                  </a:lnTo>
                  <a:lnTo>
                    <a:pt x="322" y="8681"/>
                  </a:lnTo>
                  <a:lnTo>
                    <a:pt x="560" y="9288"/>
                  </a:lnTo>
                  <a:lnTo>
                    <a:pt x="846" y="9860"/>
                  </a:lnTo>
                  <a:lnTo>
                    <a:pt x="1179" y="10396"/>
                  </a:lnTo>
                  <a:lnTo>
                    <a:pt x="1572" y="10896"/>
                  </a:lnTo>
                  <a:lnTo>
                    <a:pt x="2001" y="11360"/>
                  </a:lnTo>
                  <a:lnTo>
                    <a:pt x="2477" y="11789"/>
                  </a:lnTo>
                  <a:lnTo>
                    <a:pt x="3001" y="12158"/>
                  </a:lnTo>
                  <a:lnTo>
                    <a:pt x="3549" y="12479"/>
                  </a:lnTo>
                  <a:lnTo>
                    <a:pt x="4132" y="12753"/>
                  </a:lnTo>
                  <a:lnTo>
                    <a:pt x="4751" y="12967"/>
                  </a:lnTo>
                  <a:lnTo>
                    <a:pt x="5394" y="13122"/>
                  </a:lnTo>
                  <a:lnTo>
                    <a:pt x="6049" y="13206"/>
                  </a:lnTo>
                  <a:lnTo>
                    <a:pt x="6395" y="13229"/>
                  </a:lnTo>
                  <a:lnTo>
                    <a:pt x="6740" y="13229"/>
                  </a:lnTo>
                  <a:lnTo>
                    <a:pt x="7407" y="13194"/>
                  </a:lnTo>
                  <a:lnTo>
                    <a:pt x="8050" y="13075"/>
                  </a:lnTo>
                  <a:lnTo>
                    <a:pt x="8681" y="12908"/>
                  </a:lnTo>
                  <a:lnTo>
                    <a:pt x="9288" y="12682"/>
                  </a:lnTo>
                  <a:lnTo>
                    <a:pt x="9859" y="12396"/>
                  </a:lnTo>
                  <a:lnTo>
                    <a:pt x="10395" y="12051"/>
                  </a:lnTo>
                  <a:lnTo>
                    <a:pt x="10895" y="11670"/>
                  </a:lnTo>
                  <a:lnTo>
                    <a:pt x="11360" y="11229"/>
                  </a:lnTo>
                  <a:lnTo>
                    <a:pt x="11788" y="10753"/>
                  </a:lnTo>
                  <a:lnTo>
                    <a:pt x="12157" y="10241"/>
                  </a:lnTo>
                  <a:lnTo>
                    <a:pt x="12479" y="9681"/>
                  </a:lnTo>
                  <a:lnTo>
                    <a:pt x="12753" y="9098"/>
                  </a:lnTo>
                  <a:lnTo>
                    <a:pt x="12967" y="8490"/>
                  </a:lnTo>
                  <a:lnTo>
                    <a:pt x="13122" y="7847"/>
                  </a:lnTo>
                  <a:lnTo>
                    <a:pt x="13205" y="7181"/>
                  </a:lnTo>
                  <a:lnTo>
                    <a:pt x="13229" y="6847"/>
                  </a:lnTo>
                  <a:lnTo>
                    <a:pt x="13229" y="6502"/>
                  </a:lnTo>
                  <a:lnTo>
                    <a:pt x="13181" y="5823"/>
                  </a:lnTo>
                  <a:lnTo>
                    <a:pt x="13074" y="5180"/>
                  </a:lnTo>
                  <a:lnTo>
                    <a:pt x="12908" y="4549"/>
                  </a:lnTo>
                  <a:lnTo>
                    <a:pt x="12669" y="3942"/>
                  </a:lnTo>
                  <a:lnTo>
                    <a:pt x="12384" y="3371"/>
                  </a:lnTo>
                  <a:lnTo>
                    <a:pt x="12050" y="2835"/>
                  </a:lnTo>
                  <a:lnTo>
                    <a:pt x="11657" y="2323"/>
                  </a:lnTo>
                  <a:lnTo>
                    <a:pt x="11229" y="1858"/>
                  </a:lnTo>
                  <a:lnTo>
                    <a:pt x="10752" y="1442"/>
                  </a:lnTo>
                  <a:lnTo>
                    <a:pt x="10229" y="1073"/>
                  </a:lnTo>
                  <a:lnTo>
                    <a:pt x="9681" y="751"/>
                  </a:lnTo>
                  <a:lnTo>
                    <a:pt x="9097" y="477"/>
                  </a:lnTo>
                  <a:lnTo>
                    <a:pt x="8490" y="263"/>
                  </a:lnTo>
                  <a:lnTo>
                    <a:pt x="7847" y="108"/>
                  </a:lnTo>
                  <a:lnTo>
                    <a:pt x="7180" y="25"/>
                  </a:lnTo>
                  <a:lnTo>
                    <a:pt x="6847" y="13"/>
                  </a:lnTo>
                  <a:lnTo>
                    <a:pt x="65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582;p23">
              <a:extLst>
                <a:ext uri="{FF2B5EF4-FFF2-40B4-BE49-F238E27FC236}">
                  <a16:creationId xmlns:a16="http://schemas.microsoft.com/office/drawing/2014/main" id="{EC27333C-2603-4C54-ABE9-5791DB567841}"/>
                </a:ext>
              </a:extLst>
            </p:cNvPr>
            <p:cNvSpPr/>
            <p:nvPr/>
          </p:nvSpPr>
          <p:spPr>
            <a:xfrm>
              <a:off x="3401707" y="3267211"/>
              <a:ext cx="701358" cy="701402"/>
            </a:xfrm>
            <a:custGeom>
              <a:avLst/>
              <a:gdLst/>
              <a:ahLst/>
              <a:cxnLst/>
              <a:rect l="l" t="t" r="r" b="b"/>
              <a:pathLst>
                <a:path w="15884" h="15885" extrusionOk="0">
                  <a:moveTo>
                    <a:pt x="7799" y="1"/>
                  </a:moveTo>
                  <a:lnTo>
                    <a:pt x="7001" y="60"/>
                  </a:lnTo>
                  <a:lnTo>
                    <a:pt x="6215" y="191"/>
                  </a:lnTo>
                  <a:lnTo>
                    <a:pt x="5465" y="394"/>
                  </a:lnTo>
                  <a:lnTo>
                    <a:pt x="4751" y="668"/>
                  </a:lnTo>
                  <a:lnTo>
                    <a:pt x="4060" y="1013"/>
                  </a:lnTo>
                  <a:lnTo>
                    <a:pt x="3405" y="1418"/>
                  </a:lnTo>
                  <a:lnTo>
                    <a:pt x="2810" y="1882"/>
                  </a:lnTo>
                  <a:lnTo>
                    <a:pt x="2250" y="2406"/>
                  </a:lnTo>
                  <a:lnTo>
                    <a:pt x="1750" y="2977"/>
                  </a:lnTo>
                  <a:lnTo>
                    <a:pt x="1298" y="3597"/>
                  </a:lnTo>
                  <a:lnTo>
                    <a:pt x="905" y="4251"/>
                  </a:lnTo>
                  <a:lnTo>
                    <a:pt x="583" y="4954"/>
                  </a:lnTo>
                  <a:lnTo>
                    <a:pt x="321" y="5692"/>
                  </a:lnTo>
                  <a:lnTo>
                    <a:pt x="143" y="6466"/>
                  </a:lnTo>
                  <a:lnTo>
                    <a:pt x="36" y="7264"/>
                  </a:lnTo>
                  <a:lnTo>
                    <a:pt x="12" y="7681"/>
                  </a:lnTo>
                  <a:lnTo>
                    <a:pt x="0" y="8085"/>
                  </a:lnTo>
                  <a:lnTo>
                    <a:pt x="60" y="8883"/>
                  </a:lnTo>
                  <a:lnTo>
                    <a:pt x="191" y="9669"/>
                  </a:lnTo>
                  <a:lnTo>
                    <a:pt x="393" y="10419"/>
                  </a:lnTo>
                  <a:lnTo>
                    <a:pt x="667" y="11134"/>
                  </a:lnTo>
                  <a:lnTo>
                    <a:pt x="1012" y="11824"/>
                  </a:lnTo>
                  <a:lnTo>
                    <a:pt x="1417" y="12479"/>
                  </a:lnTo>
                  <a:lnTo>
                    <a:pt x="1881" y="13074"/>
                  </a:lnTo>
                  <a:lnTo>
                    <a:pt x="2405" y="13634"/>
                  </a:lnTo>
                  <a:lnTo>
                    <a:pt x="2977" y="14134"/>
                  </a:lnTo>
                  <a:lnTo>
                    <a:pt x="3596" y="14586"/>
                  </a:lnTo>
                  <a:lnTo>
                    <a:pt x="4251" y="14979"/>
                  </a:lnTo>
                  <a:lnTo>
                    <a:pt x="4953" y="15301"/>
                  </a:lnTo>
                  <a:lnTo>
                    <a:pt x="5691" y="15563"/>
                  </a:lnTo>
                  <a:lnTo>
                    <a:pt x="6465" y="15741"/>
                  </a:lnTo>
                  <a:lnTo>
                    <a:pt x="7263" y="15849"/>
                  </a:lnTo>
                  <a:lnTo>
                    <a:pt x="7680" y="15872"/>
                  </a:lnTo>
                  <a:lnTo>
                    <a:pt x="8085" y="15884"/>
                  </a:lnTo>
                  <a:lnTo>
                    <a:pt x="8882" y="15825"/>
                  </a:lnTo>
                  <a:lnTo>
                    <a:pt x="9668" y="15694"/>
                  </a:lnTo>
                  <a:lnTo>
                    <a:pt x="10418" y="15491"/>
                  </a:lnTo>
                  <a:lnTo>
                    <a:pt x="11133" y="15218"/>
                  </a:lnTo>
                  <a:lnTo>
                    <a:pt x="11823" y="14872"/>
                  </a:lnTo>
                  <a:lnTo>
                    <a:pt x="12478" y="14467"/>
                  </a:lnTo>
                  <a:lnTo>
                    <a:pt x="13074" y="14003"/>
                  </a:lnTo>
                  <a:lnTo>
                    <a:pt x="13633" y="13479"/>
                  </a:lnTo>
                  <a:lnTo>
                    <a:pt x="14133" y="12908"/>
                  </a:lnTo>
                  <a:lnTo>
                    <a:pt x="14586" y="12288"/>
                  </a:lnTo>
                  <a:lnTo>
                    <a:pt x="14979" y="11634"/>
                  </a:lnTo>
                  <a:lnTo>
                    <a:pt x="15300" y="10931"/>
                  </a:lnTo>
                  <a:lnTo>
                    <a:pt x="15562" y="10193"/>
                  </a:lnTo>
                  <a:lnTo>
                    <a:pt x="15741" y="9419"/>
                  </a:lnTo>
                  <a:lnTo>
                    <a:pt x="15848" y="8621"/>
                  </a:lnTo>
                  <a:lnTo>
                    <a:pt x="15872" y="8216"/>
                  </a:lnTo>
                  <a:lnTo>
                    <a:pt x="15884" y="7800"/>
                  </a:lnTo>
                  <a:lnTo>
                    <a:pt x="15824" y="7002"/>
                  </a:lnTo>
                  <a:lnTo>
                    <a:pt x="15693" y="6216"/>
                  </a:lnTo>
                  <a:lnTo>
                    <a:pt x="15491" y="5466"/>
                  </a:lnTo>
                  <a:lnTo>
                    <a:pt x="15205" y="4752"/>
                  </a:lnTo>
                  <a:lnTo>
                    <a:pt x="14872" y="4061"/>
                  </a:lnTo>
                  <a:lnTo>
                    <a:pt x="14455" y="3406"/>
                  </a:lnTo>
                  <a:lnTo>
                    <a:pt x="13990" y="2811"/>
                  </a:lnTo>
                  <a:lnTo>
                    <a:pt x="13478" y="2251"/>
                  </a:lnTo>
                  <a:lnTo>
                    <a:pt x="12907" y="1751"/>
                  </a:lnTo>
                  <a:lnTo>
                    <a:pt x="12288" y="1299"/>
                  </a:lnTo>
                  <a:lnTo>
                    <a:pt x="11621" y="906"/>
                  </a:lnTo>
                  <a:lnTo>
                    <a:pt x="10918" y="584"/>
                  </a:lnTo>
                  <a:lnTo>
                    <a:pt x="10180" y="322"/>
                  </a:lnTo>
                  <a:lnTo>
                    <a:pt x="9418" y="144"/>
                  </a:lnTo>
                  <a:lnTo>
                    <a:pt x="8620" y="36"/>
                  </a:lnTo>
                  <a:lnTo>
                    <a:pt x="8216" y="13"/>
                  </a:lnTo>
                  <a:lnTo>
                    <a:pt x="7799" y="1"/>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583;p23">
              <a:extLst>
                <a:ext uri="{FF2B5EF4-FFF2-40B4-BE49-F238E27FC236}">
                  <a16:creationId xmlns:a16="http://schemas.microsoft.com/office/drawing/2014/main" id="{3D90E037-89A0-429C-8296-CE32C9E1CF69}"/>
                </a:ext>
              </a:extLst>
            </p:cNvPr>
            <p:cNvSpPr/>
            <p:nvPr/>
          </p:nvSpPr>
          <p:spPr>
            <a:xfrm>
              <a:off x="3442682" y="3308760"/>
              <a:ext cx="618347" cy="618302"/>
            </a:xfrm>
            <a:custGeom>
              <a:avLst/>
              <a:gdLst/>
              <a:ahLst/>
              <a:cxnLst/>
              <a:rect l="l" t="t" r="r" b="b"/>
              <a:pathLst>
                <a:path w="14004" h="14003" extrusionOk="0">
                  <a:moveTo>
                    <a:pt x="6871" y="0"/>
                  </a:moveTo>
                  <a:lnTo>
                    <a:pt x="6168" y="48"/>
                  </a:lnTo>
                  <a:lnTo>
                    <a:pt x="5478" y="167"/>
                  </a:lnTo>
                  <a:lnTo>
                    <a:pt x="4811" y="346"/>
                  </a:lnTo>
                  <a:lnTo>
                    <a:pt x="4180" y="584"/>
                  </a:lnTo>
                  <a:lnTo>
                    <a:pt x="3573" y="893"/>
                  </a:lnTo>
                  <a:lnTo>
                    <a:pt x="3001" y="1251"/>
                  </a:lnTo>
                  <a:lnTo>
                    <a:pt x="2465" y="1655"/>
                  </a:lnTo>
                  <a:lnTo>
                    <a:pt x="1977" y="2120"/>
                  </a:lnTo>
                  <a:lnTo>
                    <a:pt x="1537" y="2620"/>
                  </a:lnTo>
                  <a:lnTo>
                    <a:pt x="1132" y="3168"/>
                  </a:lnTo>
                  <a:lnTo>
                    <a:pt x="798" y="3751"/>
                  </a:lnTo>
                  <a:lnTo>
                    <a:pt x="513" y="4370"/>
                  </a:lnTo>
                  <a:lnTo>
                    <a:pt x="286" y="5025"/>
                  </a:lnTo>
                  <a:lnTo>
                    <a:pt x="120" y="5704"/>
                  </a:lnTo>
                  <a:lnTo>
                    <a:pt x="25" y="6406"/>
                  </a:lnTo>
                  <a:lnTo>
                    <a:pt x="1" y="6763"/>
                  </a:lnTo>
                  <a:lnTo>
                    <a:pt x="1" y="7121"/>
                  </a:lnTo>
                  <a:lnTo>
                    <a:pt x="48" y="7835"/>
                  </a:lnTo>
                  <a:lnTo>
                    <a:pt x="156" y="8526"/>
                  </a:lnTo>
                  <a:lnTo>
                    <a:pt x="346" y="9192"/>
                  </a:lnTo>
                  <a:lnTo>
                    <a:pt x="584" y="9823"/>
                  </a:lnTo>
                  <a:lnTo>
                    <a:pt x="894" y="10431"/>
                  </a:lnTo>
                  <a:lnTo>
                    <a:pt x="1251" y="11002"/>
                  </a:lnTo>
                  <a:lnTo>
                    <a:pt x="1656" y="11538"/>
                  </a:lnTo>
                  <a:lnTo>
                    <a:pt x="2108" y="12026"/>
                  </a:lnTo>
                  <a:lnTo>
                    <a:pt x="2620" y="12467"/>
                  </a:lnTo>
                  <a:lnTo>
                    <a:pt x="3168" y="12860"/>
                  </a:lnTo>
                  <a:lnTo>
                    <a:pt x="3751" y="13205"/>
                  </a:lnTo>
                  <a:lnTo>
                    <a:pt x="4371" y="13491"/>
                  </a:lnTo>
                  <a:lnTo>
                    <a:pt x="5013" y="13717"/>
                  </a:lnTo>
                  <a:lnTo>
                    <a:pt x="5692" y="13884"/>
                  </a:lnTo>
                  <a:lnTo>
                    <a:pt x="6395" y="13979"/>
                  </a:lnTo>
                  <a:lnTo>
                    <a:pt x="6764" y="14003"/>
                  </a:lnTo>
                  <a:lnTo>
                    <a:pt x="7121" y="14003"/>
                  </a:lnTo>
                  <a:lnTo>
                    <a:pt x="7835" y="13955"/>
                  </a:lnTo>
                  <a:lnTo>
                    <a:pt x="8514" y="13836"/>
                  </a:lnTo>
                  <a:lnTo>
                    <a:pt x="9181" y="13657"/>
                  </a:lnTo>
                  <a:lnTo>
                    <a:pt x="9824" y="13419"/>
                  </a:lnTo>
                  <a:lnTo>
                    <a:pt x="10431" y="13110"/>
                  </a:lnTo>
                  <a:lnTo>
                    <a:pt x="11003" y="12752"/>
                  </a:lnTo>
                  <a:lnTo>
                    <a:pt x="11526" y="12348"/>
                  </a:lnTo>
                  <a:lnTo>
                    <a:pt x="12015" y="11883"/>
                  </a:lnTo>
                  <a:lnTo>
                    <a:pt x="12467" y="11383"/>
                  </a:lnTo>
                  <a:lnTo>
                    <a:pt x="12860" y="10835"/>
                  </a:lnTo>
                  <a:lnTo>
                    <a:pt x="13205" y="10252"/>
                  </a:lnTo>
                  <a:lnTo>
                    <a:pt x="13491" y="9633"/>
                  </a:lnTo>
                  <a:lnTo>
                    <a:pt x="13717" y="8978"/>
                  </a:lnTo>
                  <a:lnTo>
                    <a:pt x="13884" y="8299"/>
                  </a:lnTo>
                  <a:lnTo>
                    <a:pt x="13979" y="7597"/>
                  </a:lnTo>
                  <a:lnTo>
                    <a:pt x="13991" y="7240"/>
                  </a:lnTo>
                  <a:lnTo>
                    <a:pt x="14003" y="6882"/>
                  </a:lnTo>
                  <a:lnTo>
                    <a:pt x="13955" y="6168"/>
                  </a:lnTo>
                  <a:lnTo>
                    <a:pt x="13836" y="5489"/>
                  </a:lnTo>
                  <a:lnTo>
                    <a:pt x="13658" y="4823"/>
                  </a:lnTo>
                  <a:lnTo>
                    <a:pt x="13408" y="4192"/>
                  </a:lnTo>
                  <a:lnTo>
                    <a:pt x="13110" y="3584"/>
                  </a:lnTo>
                  <a:lnTo>
                    <a:pt x="12753" y="3013"/>
                  </a:lnTo>
                  <a:lnTo>
                    <a:pt x="12348" y="2477"/>
                  </a:lnTo>
                  <a:lnTo>
                    <a:pt x="11884" y="1989"/>
                  </a:lnTo>
                  <a:lnTo>
                    <a:pt x="11384" y="1536"/>
                  </a:lnTo>
                  <a:lnTo>
                    <a:pt x="10836" y="1143"/>
                  </a:lnTo>
                  <a:lnTo>
                    <a:pt x="10252" y="798"/>
                  </a:lnTo>
                  <a:lnTo>
                    <a:pt x="9633" y="512"/>
                  </a:lnTo>
                  <a:lnTo>
                    <a:pt x="8978" y="286"/>
                  </a:lnTo>
                  <a:lnTo>
                    <a:pt x="8300" y="119"/>
                  </a:lnTo>
                  <a:lnTo>
                    <a:pt x="7597" y="24"/>
                  </a:lnTo>
                  <a:lnTo>
                    <a:pt x="7240" y="12"/>
                  </a:lnTo>
                  <a:lnTo>
                    <a:pt x="6871" y="0"/>
                  </a:lnTo>
                  <a:close/>
                </a:path>
              </a:pathLst>
            </a:custGeom>
            <a:solidFill>
              <a:srgbClr val="E5A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584;p23">
              <a:extLst>
                <a:ext uri="{FF2B5EF4-FFF2-40B4-BE49-F238E27FC236}">
                  <a16:creationId xmlns:a16="http://schemas.microsoft.com/office/drawing/2014/main" id="{74A66EDF-DDAC-4317-AFBE-6736F835E68F}"/>
                </a:ext>
              </a:extLst>
            </p:cNvPr>
            <p:cNvSpPr/>
            <p:nvPr/>
          </p:nvSpPr>
          <p:spPr>
            <a:xfrm>
              <a:off x="3460035" y="3325583"/>
              <a:ext cx="584171" cy="584656"/>
            </a:xfrm>
            <a:custGeom>
              <a:avLst/>
              <a:gdLst/>
              <a:ahLst/>
              <a:cxnLst/>
              <a:rect l="l" t="t" r="r" b="b"/>
              <a:pathLst>
                <a:path w="13230" h="13241" extrusionOk="0">
                  <a:moveTo>
                    <a:pt x="6502" y="0"/>
                  </a:moveTo>
                  <a:lnTo>
                    <a:pt x="5835" y="48"/>
                  </a:lnTo>
                  <a:lnTo>
                    <a:pt x="5180" y="155"/>
                  </a:lnTo>
                  <a:lnTo>
                    <a:pt x="4561" y="334"/>
                  </a:lnTo>
                  <a:lnTo>
                    <a:pt x="3954" y="560"/>
                  </a:lnTo>
                  <a:lnTo>
                    <a:pt x="3382" y="846"/>
                  </a:lnTo>
                  <a:lnTo>
                    <a:pt x="2846" y="1191"/>
                  </a:lnTo>
                  <a:lnTo>
                    <a:pt x="2346" y="1572"/>
                  </a:lnTo>
                  <a:lnTo>
                    <a:pt x="1882" y="2013"/>
                  </a:lnTo>
                  <a:lnTo>
                    <a:pt x="1453" y="2489"/>
                  </a:lnTo>
                  <a:lnTo>
                    <a:pt x="1084" y="3001"/>
                  </a:lnTo>
                  <a:lnTo>
                    <a:pt x="763" y="3549"/>
                  </a:lnTo>
                  <a:lnTo>
                    <a:pt x="489" y="4132"/>
                  </a:lnTo>
                  <a:lnTo>
                    <a:pt x="275" y="4751"/>
                  </a:lnTo>
                  <a:lnTo>
                    <a:pt x="120" y="5394"/>
                  </a:lnTo>
                  <a:lnTo>
                    <a:pt x="24" y="6061"/>
                  </a:lnTo>
                  <a:lnTo>
                    <a:pt x="13" y="6394"/>
                  </a:lnTo>
                  <a:lnTo>
                    <a:pt x="1" y="6740"/>
                  </a:lnTo>
                  <a:lnTo>
                    <a:pt x="48" y="7406"/>
                  </a:lnTo>
                  <a:lnTo>
                    <a:pt x="155" y="8061"/>
                  </a:lnTo>
                  <a:lnTo>
                    <a:pt x="334" y="8680"/>
                  </a:lnTo>
                  <a:lnTo>
                    <a:pt x="560" y="9288"/>
                  </a:lnTo>
                  <a:lnTo>
                    <a:pt x="846" y="9859"/>
                  </a:lnTo>
                  <a:lnTo>
                    <a:pt x="1191" y="10395"/>
                  </a:lnTo>
                  <a:lnTo>
                    <a:pt x="1572" y="10895"/>
                  </a:lnTo>
                  <a:lnTo>
                    <a:pt x="2013" y="11359"/>
                  </a:lnTo>
                  <a:lnTo>
                    <a:pt x="2489" y="11788"/>
                  </a:lnTo>
                  <a:lnTo>
                    <a:pt x="3001" y="12157"/>
                  </a:lnTo>
                  <a:lnTo>
                    <a:pt x="3549" y="12479"/>
                  </a:lnTo>
                  <a:lnTo>
                    <a:pt x="4132" y="12752"/>
                  </a:lnTo>
                  <a:lnTo>
                    <a:pt x="4751" y="12967"/>
                  </a:lnTo>
                  <a:lnTo>
                    <a:pt x="5394" y="13122"/>
                  </a:lnTo>
                  <a:lnTo>
                    <a:pt x="6061" y="13217"/>
                  </a:lnTo>
                  <a:lnTo>
                    <a:pt x="6395" y="13229"/>
                  </a:lnTo>
                  <a:lnTo>
                    <a:pt x="6740" y="13241"/>
                  </a:lnTo>
                  <a:lnTo>
                    <a:pt x="7407" y="13193"/>
                  </a:lnTo>
                  <a:lnTo>
                    <a:pt x="8062" y="13086"/>
                  </a:lnTo>
                  <a:lnTo>
                    <a:pt x="8681" y="12907"/>
                  </a:lnTo>
                  <a:lnTo>
                    <a:pt x="9288" y="12681"/>
                  </a:lnTo>
                  <a:lnTo>
                    <a:pt x="9859" y="12395"/>
                  </a:lnTo>
                  <a:lnTo>
                    <a:pt x="10395" y="12050"/>
                  </a:lnTo>
                  <a:lnTo>
                    <a:pt x="10895" y="11669"/>
                  </a:lnTo>
                  <a:lnTo>
                    <a:pt x="11360" y="11228"/>
                  </a:lnTo>
                  <a:lnTo>
                    <a:pt x="11788" y="10752"/>
                  </a:lnTo>
                  <a:lnTo>
                    <a:pt x="12157" y="10240"/>
                  </a:lnTo>
                  <a:lnTo>
                    <a:pt x="12479" y="9692"/>
                  </a:lnTo>
                  <a:lnTo>
                    <a:pt x="12753" y="9109"/>
                  </a:lnTo>
                  <a:lnTo>
                    <a:pt x="12967" y="8490"/>
                  </a:lnTo>
                  <a:lnTo>
                    <a:pt x="13122" y="7847"/>
                  </a:lnTo>
                  <a:lnTo>
                    <a:pt x="13217" y="7180"/>
                  </a:lnTo>
                  <a:lnTo>
                    <a:pt x="13229" y="6847"/>
                  </a:lnTo>
                  <a:lnTo>
                    <a:pt x="13229" y="6501"/>
                  </a:lnTo>
                  <a:lnTo>
                    <a:pt x="13193" y="5835"/>
                  </a:lnTo>
                  <a:lnTo>
                    <a:pt x="13074" y="5180"/>
                  </a:lnTo>
                  <a:lnTo>
                    <a:pt x="12908" y="4561"/>
                  </a:lnTo>
                  <a:lnTo>
                    <a:pt x="12669" y="3953"/>
                  </a:lnTo>
                  <a:lnTo>
                    <a:pt x="12384" y="3382"/>
                  </a:lnTo>
                  <a:lnTo>
                    <a:pt x="12050" y="2846"/>
                  </a:lnTo>
                  <a:lnTo>
                    <a:pt x="11657" y="2346"/>
                  </a:lnTo>
                  <a:lnTo>
                    <a:pt x="11229" y="1882"/>
                  </a:lnTo>
                  <a:lnTo>
                    <a:pt x="10752" y="1453"/>
                  </a:lnTo>
                  <a:lnTo>
                    <a:pt x="10240" y="1084"/>
                  </a:lnTo>
                  <a:lnTo>
                    <a:pt x="9681" y="762"/>
                  </a:lnTo>
                  <a:lnTo>
                    <a:pt x="9097" y="489"/>
                  </a:lnTo>
                  <a:lnTo>
                    <a:pt x="8490" y="274"/>
                  </a:lnTo>
                  <a:lnTo>
                    <a:pt x="7847" y="119"/>
                  </a:lnTo>
                  <a:lnTo>
                    <a:pt x="7180" y="24"/>
                  </a:lnTo>
                  <a:lnTo>
                    <a:pt x="6847" y="12"/>
                  </a:lnTo>
                  <a:lnTo>
                    <a:pt x="65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585;p23">
              <a:extLst>
                <a:ext uri="{FF2B5EF4-FFF2-40B4-BE49-F238E27FC236}">
                  <a16:creationId xmlns:a16="http://schemas.microsoft.com/office/drawing/2014/main" id="{1D390A17-7E61-4613-A31D-E6FF6FE597E8}"/>
                </a:ext>
              </a:extLst>
            </p:cNvPr>
            <p:cNvSpPr/>
            <p:nvPr/>
          </p:nvSpPr>
          <p:spPr>
            <a:xfrm>
              <a:off x="2689319" y="3951206"/>
              <a:ext cx="701358" cy="701358"/>
            </a:xfrm>
            <a:custGeom>
              <a:avLst/>
              <a:gdLst/>
              <a:ahLst/>
              <a:cxnLst/>
              <a:rect l="l" t="t" r="r" b="b"/>
              <a:pathLst>
                <a:path w="15884" h="15884" extrusionOk="0">
                  <a:moveTo>
                    <a:pt x="7799" y="0"/>
                  </a:moveTo>
                  <a:lnTo>
                    <a:pt x="7002" y="60"/>
                  </a:lnTo>
                  <a:lnTo>
                    <a:pt x="6216" y="191"/>
                  </a:lnTo>
                  <a:lnTo>
                    <a:pt x="5466" y="393"/>
                  </a:lnTo>
                  <a:lnTo>
                    <a:pt x="4751" y="679"/>
                  </a:lnTo>
                  <a:lnTo>
                    <a:pt x="4061" y="1012"/>
                  </a:lnTo>
                  <a:lnTo>
                    <a:pt x="3406" y="1417"/>
                  </a:lnTo>
                  <a:lnTo>
                    <a:pt x="2810" y="1882"/>
                  </a:lnTo>
                  <a:lnTo>
                    <a:pt x="2251" y="2406"/>
                  </a:lnTo>
                  <a:lnTo>
                    <a:pt x="1751" y="2977"/>
                  </a:lnTo>
                  <a:lnTo>
                    <a:pt x="1298" y="3596"/>
                  </a:lnTo>
                  <a:lnTo>
                    <a:pt x="905" y="4263"/>
                  </a:lnTo>
                  <a:lnTo>
                    <a:pt x="584" y="4966"/>
                  </a:lnTo>
                  <a:lnTo>
                    <a:pt x="322" y="5704"/>
                  </a:lnTo>
                  <a:lnTo>
                    <a:pt x="143" y="6466"/>
                  </a:lnTo>
                  <a:lnTo>
                    <a:pt x="36" y="7264"/>
                  </a:lnTo>
                  <a:lnTo>
                    <a:pt x="12" y="7680"/>
                  </a:lnTo>
                  <a:lnTo>
                    <a:pt x="0" y="8085"/>
                  </a:lnTo>
                  <a:lnTo>
                    <a:pt x="60" y="8883"/>
                  </a:lnTo>
                  <a:lnTo>
                    <a:pt x="191" y="9669"/>
                  </a:lnTo>
                  <a:lnTo>
                    <a:pt x="393" y="10419"/>
                  </a:lnTo>
                  <a:lnTo>
                    <a:pt x="667" y="11145"/>
                  </a:lnTo>
                  <a:lnTo>
                    <a:pt x="1012" y="11824"/>
                  </a:lnTo>
                  <a:lnTo>
                    <a:pt x="1417" y="12479"/>
                  </a:lnTo>
                  <a:lnTo>
                    <a:pt x="1882" y="13086"/>
                  </a:lnTo>
                  <a:lnTo>
                    <a:pt x="2406" y="13634"/>
                  </a:lnTo>
                  <a:lnTo>
                    <a:pt x="2977" y="14146"/>
                  </a:lnTo>
                  <a:lnTo>
                    <a:pt x="3596" y="14586"/>
                  </a:lnTo>
                  <a:lnTo>
                    <a:pt x="4251" y="14979"/>
                  </a:lnTo>
                  <a:lnTo>
                    <a:pt x="4954" y="15301"/>
                  </a:lnTo>
                  <a:lnTo>
                    <a:pt x="5692" y="15562"/>
                  </a:lnTo>
                  <a:lnTo>
                    <a:pt x="6466" y="15753"/>
                  </a:lnTo>
                  <a:lnTo>
                    <a:pt x="7263" y="15860"/>
                  </a:lnTo>
                  <a:lnTo>
                    <a:pt x="7680" y="15872"/>
                  </a:lnTo>
                  <a:lnTo>
                    <a:pt x="8085" y="15884"/>
                  </a:lnTo>
                  <a:lnTo>
                    <a:pt x="8883" y="15836"/>
                  </a:lnTo>
                  <a:lnTo>
                    <a:pt x="9669" y="15693"/>
                  </a:lnTo>
                  <a:lnTo>
                    <a:pt x="10419" y="15491"/>
                  </a:lnTo>
                  <a:lnTo>
                    <a:pt x="11133" y="15217"/>
                  </a:lnTo>
                  <a:lnTo>
                    <a:pt x="11824" y="14872"/>
                  </a:lnTo>
                  <a:lnTo>
                    <a:pt x="12479" y="14467"/>
                  </a:lnTo>
                  <a:lnTo>
                    <a:pt x="13074" y="14003"/>
                  </a:lnTo>
                  <a:lnTo>
                    <a:pt x="13634" y="13479"/>
                  </a:lnTo>
                  <a:lnTo>
                    <a:pt x="14134" y="12907"/>
                  </a:lnTo>
                  <a:lnTo>
                    <a:pt x="14586" y="12288"/>
                  </a:lnTo>
                  <a:lnTo>
                    <a:pt x="14979" y="11633"/>
                  </a:lnTo>
                  <a:lnTo>
                    <a:pt x="15301" y="10931"/>
                  </a:lnTo>
                  <a:lnTo>
                    <a:pt x="15562" y="10193"/>
                  </a:lnTo>
                  <a:lnTo>
                    <a:pt x="15741" y="9419"/>
                  </a:lnTo>
                  <a:lnTo>
                    <a:pt x="15848" y="8621"/>
                  </a:lnTo>
                  <a:lnTo>
                    <a:pt x="15872" y="8216"/>
                  </a:lnTo>
                  <a:lnTo>
                    <a:pt x="15884" y="7799"/>
                  </a:lnTo>
                  <a:lnTo>
                    <a:pt x="15824" y="7002"/>
                  </a:lnTo>
                  <a:lnTo>
                    <a:pt x="15693" y="6228"/>
                  </a:lnTo>
                  <a:lnTo>
                    <a:pt x="15491" y="5466"/>
                  </a:lnTo>
                  <a:lnTo>
                    <a:pt x="15205" y="4751"/>
                  </a:lnTo>
                  <a:lnTo>
                    <a:pt x="14872" y="4061"/>
                  </a:lnTo>
                  <a:lnTo>
                    <a:pt x="14455" y="3418"/>
                  </a:lnTo>
                  <a:lnTo>
                    <a:pt x="13991" y="2810"/>
                  </a:lnTo>
                  <a:lnTo>
                    <a:pt x="13479" y="2251"/>
                  </a:lnTo>
                  <a:lnTo>
                    <a:pt x="12907" y="1751"/>
                  </a:lnTo>
                  <a:lnTo>
                    <a:pt x="12288" y="1298"/>
                  </a:lnTo>
                  <a:lnTo>
                    <a:pt x="11621" y="905"/>
                  </a:lnTo>
                  <a:lnTo>
                    <a:pt x="10919" y="584"/>
                  </a:lnTo>
                  <a:lnTo>
                    <a:pt x="10181" y="322"/>
                  </a:lnTo>
                  <a:lnTo>
                    <a:pt x="9419" y="143"/>
                  </a:lnTo>
                  <a:lnTo>
                    <a:pt x="8621" y="36"/>
                  </a:lnTo>
                  <a:lnTo>
                    <a:pt x="8216" y="12"/>
                  </a:lnTo>
                  <a:lnTo>
                    <a:pt x="7799" y="0"/>
                  </a:lnTo>
                  <a:close/>
                </a:path>
              </a:pathLst>
            </a:custGeom>
            <a:solidFill>
              <a:srgbClr val="FFF3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586;p23">
              <a:extLst>
                <a:ext uri="{FF2B5EF4-FFF2-40B4-BE49-F238E27FC236}">
                  <a16:creationId xmlns:a16="http://schemas.microsoft.com/office/drawing/2014/main" id="{413C4FB9-C3BD-4902-AB69-01E9E97876D0}"/>
                </a:ext>
              </a:extLst>
            </p:cNvPr>
            <p:cNvSpPr/>
            <p:nvPr/>
          </p:nvSpPr>
          <p:spPr>
            <a:xfrm>
              <a:off x="2730339" y="3992755"/>
              <a:ext cx="618302" cy="618302"/>
            </a:xfrm>
            <a:custGeom>
              <a:avLst/>
              <a:gdLst/>
              <a:ahLst/>
              <a:cxnLst/>
              <a:rect l="l" t="t" r="r" b="b"/>
              <a:pathLst>
                <a:path w="14003" h="14003" extrusionOk="0">
                  <a:moveTo>
                    <a:pt x="6870" y="0"/>
                  </a:moveTo>
                  <a:lnTo>
                    <a:pt x="6168" y="48"/>
                  </a:lnTo>
                  <a:lnTo>
                    <a:pt x="5477" y="167"/>
                  </a:lnTo>
                  <a:lnTo>
                    <a:pt x="4810" y="345"/>
                  </a:lnTo>
                  <a:lnTo>
                    <a:pt x="4179" y="595"/>
                  </a:lnTo>
                  <a:lnTo>
                    <a:pt x="3572" y="893"/>
                  </a:lnTo>
                  <a:lnTo>
                    <a:pt x="3001" y="1250"/>
                  </a:lnTo>
                  <a:lnTo>
                    <a:pt x="2465" y="1655"/>
                  </a:lnTo>
                  <a:lnTo>
                    <a:pt x="1977" y="2119"/>
                  </a:lnTo>
                  <a:lnTo>
                    <a:pt x="1536" y="2620"/>
                  </a:lnTo>
                  <a:lnTo>
                    <a:pt x="1131" y="3167"/>
                  </a:lnTo>
                  <a:lnTo>
                    <a:pt x="798" y="3751"/>
                  </a:lnTo>
                  <a:lnTo>
                    <a:pt x="512" y="4370"/>
                  </a:lnTo>
                  <a:lnTo>
                    <a:pt x="286" y="5025"/>
                  </a:lnTo>
                  <a:lnTo>
                    <a:pt x="119" y="5703"/>
                  </a:lnTo>
                  <a:lnTo>
                    <a:pt x="24" y="6406"/>
                  </a:lnTo>
                  <a:lnTo>
                    <a:pt x="0" y="6763"/>
                  </a:lnTo>
                  <a:lnTo>
                    <a:pt x="0" y="7132"/>
                  </a:lnTo>
                  <a:lnTo>
                    <a:pt x="48" y="7835"/>
                  </a:lnTo>
                  <a:lnTo>
                    <a:pt x="155" y="8525"/>
                  </a:lnTo>
                  <a:lnTo>
                    <a:pt x="345" y="9192"/>
                  </a:lnTo>
                  <a:lnTo>
                    <a:pt x="584" y="9823"/>
                  </a:lnTo>
                  <a:lnTo>
                    <a:pt x="893" y="10430"/>
                  </a:lnTo>
                  <a:lnTo>
                    <a:pt x="1250" y="11002"/>
                  </a:lnTo>
                  <a:lnTo>
                    <a:pt x="1655" y="11538"/>
                  </a:lnTo>
                  <a:lnTo>
                    <a:pt x="2108" y="12026"/>
                  </a:lnTo>
                  <a:lnTo>
                    <a:pt x="2620" y="12466"/>
                  </a:lnTo>
                  <a:lnTo>
                    <a:pt x="3167" y="12871"/>
                  </a:lnTo>
                  <a:lnTo>
                    <a:pt x="3751" y="13205"/>
                  </a:lnTo>
                  <a:lnTo>
                    <a:pt x="4370" y="13490"/>
                  </a:lnTo>
                  <a:lnTo>
                    <a:pt x="5013" y="13717"/>
                  </a:lnTo>
                  <a:lnTo>
                    <a:pt x="5692" y="13883"/>
                  </a:lnTo>
                  <a:lnTo>
                    <a:pt x="6394" y="13979"/>
                  </a:lnTo>
                  <a:lnTo>
                    <a:pt x="6763" y="14002"/>
                  </a:lnTo>
                  <a:lnTo>
                    <a:pt x="7120" y="14002"/>
                  </a:lnTo>
                  <a:lnTo>
                    <a:pt x="7835" y="13955"/>
                  </a:lnTo>
                  <a:lnTo>
                    <a:pt x="8513" y="13848"/>
                  </a:lnTo>
                  <a:lnTo>
                    <a:pt x="9180" y="13657"/>
                  </a:lnTo>
                  <a:lnTo>
                    <a:pt x="9823" y="13419"/>
                  </a:lnTo>
                  <a:lnTo>
                    <a:pt x="10430" y="13109"/>
                  </a:lnTo>
                  <a:lnTo>
                    <a:pt x="11002" y="12752"/>
                  </a:lnTo>
                  <a:lnTo>
                    <a:pt x="11526" y="12347"/>
                  </a:lnTo>
                  <a:lnTo>
                    <a:pt x="12014" y="11895"/>
                  </a:lnTo>
                  <a:lnTo>
                    <a:pt x="12466" y="11383"/>
                  </a:lnTo>
                  <a:lnTo>
                    <a:pt x="12859" y="10835"/>
                  </a:lnTo>
                  <a:lnTo>
                    <a:pt x="13205" y="10252"/>
                  </a:lnTo>
                  <a:lnTo>
                    <a:pt x="13490" y="9633"/>
                  </a:lnTo>
                  <a:lnTo>
                    <a:pt x="13717" y="8990"/>
                  </a:lnTo>
                  <a:lnTo>
                    <a:pt x="13883" y="8311"/>
                  </a:lnTo>
                  <a:lnTo>
                    <a:pt x="13979" y="7608"/>
                  </a:lnTo>
                  <a:lnTo>
                    <a:pt x="13991" y="7239"/>
                  </a:lnTo>
                  <a:lnTo>
                    <a:pt x="14002" y="6882"/>
                  </a:lnTo>
                  <a:lnTo>
                    <a:pt x="13955" y="6180"/>
                  </a:lnTo>
                  <a:lnTo>
                    <a:pt x="13836" y="5489"/>
                  </a:lnTo>
                  <a:lnTo>
                    <a:pt x="13657" y="4822"/>
                  </a:lnTo>
                  <a:lnTo>
                    <a:pt x="13407" y="4191"/>
                  </a:lnTo>
                  <a:lnTo>
                    <a:pt x="13109" y="3584"/>
                  </a:lnTo>
                  <a:lnTo>
                    <a:pt x="12752" y="3012"/>
                  </a:lnTo>
                  <a:lnTo>
                    <a:pt x="12347" y="2477"/>
                  </a:lnTo>
                  <a:lnTo>
                    <a:pt x="11883" y="1988"/>
                  </a:lnTo>
                  <a:lnTo>
                    <a:pt x="11383" y="1548"/>
                  </a:lnTo>
                  <a:lnTo>
                    <a:pt x="10835" y="1143"/>
                  </a:lnTo>
                  <a:lnTo>
                    <a:pt x="10252" y="798"/>
                  </a:lnTo>
                  <a:lnTo>
                    <a:pt x="9633" y="512"/>
                  </a:lnTo>
                  <a:lnTo>
                    <a:pt x="8978" y="286"/>
                  </a:lnTo>
                  <a:lnTo>
                    <a:pt x="8299" y="119"/>
                  </a:lnTo>
                  <a:lnTo>
                    <a:pt x="7597" y="24"/>
                  </a:lnTo>
                  <a:lnTo>
                    <a:pt x="7239" y="12"/>
                  </a:lnTo>
                  <a:lnTo>
                    <a:pt x="6870" y="0"/>
                  </a:lnTo>
                  <a:close/>
                </a:path>
              </a:pathLst>
            </a:custGeom>
            <a:solidFill>
              <a:srgbClr val="E5A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587;p23">
              <a:extLst>
                <a:ext uri="{FF2B5EF4-FFF2-40B4-BE49-F238E27FC236}">
                  <a16:creationId xmlns:a16="http://schemas.microsoft.com/office/drawing/2014/main" id="{B2D2381E-382C-47FB-90FB-9296843F8D25}"/>
                </a:ext>
              </a:extLst>
            </p:cNvPr>
            <p:cNvSpPr/>
            <p:nvPr/>
          </p:nvSpPr>
          <p:spPr>
            <a:xfrm>
              <a:off x="2747691" y="4010594"/>
              <a:ext cx="584126" cy="584171"/>
            </a:xfrm>
            <a:custGeom>
              <a:avLst/>
              <a:gdLst/>
              <a:ahLst/>
              <a:cxnLst/>
              <a:rect l="l" t="t" r="r" b="b"/>
              <a:pathLst>
                <a:path w="13229" h="13230" extrusionOk="0">
                  <a:moveTo>
                    <a:pt x="6501" y="1"/>
                  </a:moveTo>
                  <a:lnTo>
                    <a:pt x="5834" y="48"/>
                  </a:lnTo>
                  <a:lnTo>
                    <a:pt x="5179" y="156"/>
                  </a:lnTo>
                  <a:lnTo>
                    <a:pt x="4560" y="322"/>
                  </a:lnTo>
                  <a:lnTo>
                    <a:pt x="3953" y="560"/>
                  </a:lnTo>
                  <a:lnTo>
                    <a:pt x="3382" y="846"/>
                  </a:lnTo>
                  <a:lnTo>
                    <a:pt x="2846" y="1180"/>
                  </a:lnTo>
                  <a:lnTo>
                    <a:pt x="2346" y="1573"/>
                  </a:lnTo>
                  <a:lnTo>
                    <a:pt x="1881" y="2001"/>
                  </a:lnTo>
                  <a:lnTo>
                    <a:pt x="1453" y="2477"/>
                  </a:lnTo>
                  <a:lnTo>
                    <a:pt x="1084" y="2989"/>
                  </a:lnTo>
                  <a:lnTo>
                    <a:pt x="762" y="3549"/>
                  </a:lnTo>
                  <a:lnTo>
                    <a:pt x="488" y="4132"/>
                  </a:lnTo>
                  <a:lnTo>
                    <a:pt x="274" y="4752"/>
                  </a:lnTo>
                  <a:lnTo>
                    <a:pt x="119" y="5383"/>
                  </a:lnTo>
                  <a:lnTo>
                    <a:pt x="24" y="6049"/>
                  </a:lnTo>
                  <a:lnTo>
                    <a:pt x="12" y="6395"/>
                  </a:lnTo>
                  <a:lnTo>
                    <a:pt x="0" y="6728"/>
                  </a:lnTo>
                  <a:lnTo>
                    <a:pt x="48" y="7395"/>
                  </a:lnTo>
                  <a:lnTo>
                    <a:pt x="155" y="8050"/>
                  </a:lnTo>
                  <a:lnTo>
                    <a:pt x="333" y="8681"/>
                  </a:lnTo>
                  <a:lnTo>
                    <a:pt x="560" y="9276"/>
                  </a:lnTo>
                  <a:lnTo>
                    <a:pt x="845" y="9848"/>
                  </a:lnTo>
                  <a:lnTo>
                    <a:pt x="1191" y="10395"/>
                  </a:lnTo>
                  <a:lnTo>
                    <a:pt x="1572" y="10896"/>
                  </a:lnTo>
                  <a:lnTo>
                    <a:pt x="2012" y="11360"/>
                  </a:lnTo>
                  <a:lnTo>
                    <a:pt x="2489" y="11777"/>
                  </a:lnTo>
                  <a:lnTo>
                    <a:pt x="3001" y="12158"/>
                  </a:lnTo>
                  <a:lnTo>
                    <a:pt x="3548" y="12479"/>
                  </a:lnTo>
                  <a:lnTo>
                    <a:pt x="4132" y="12753"/>
                  </a:lnTo>
                  <a:lnTo>
                    <a:pt x="4751" y="12967"/>
                  </a:lnTo>
                  <a:lnTo>
                    <a:pt x="5394" y="13122"/>
                  </a:lnTo>
                  <a:lnTo>
                    <a:pt x="6061" y="13205"/>
                  </a:lnTo>
                  <a:lnTo>
                    <a:pt x="6394" y="13229"/>
                  </a:lnTo>
                  <a:lnTo>
                    <a:pt x="6739" y="13229"/>
                  </a:lnTo>
                  <a:lnTo>
                    <a:pt x="7406" y="13182"/>
                  </a:lnTo>
                  <a:lnTo>
                    <a:pt x="8061" y="13074"/>
                  </a:lnTo>
                  <a:lnTo>
                    <a:pt x="8680" y="12908"/>
                  </a:lnTo>
                  <a:lnTo>
                    <a:pt x="9287" y="12670"/>
                  </a:lnTo>
                  <a:lnTo>
                    <a:pt x="9859" y="12384"/>
                  </a:lnTo>
                  <a:lnTo>
                    <a:pt x="10395" y="12050"/>
                  </a:lnTo>
                  <a:lnTo>
                    <a:pt x="10895" y="11658"/>
                  </a:lnTo>
                  <a:lnTo>
                    <a:pt x="11359" y="11229"/>
                  </a:lnTo>
                  <a:lnTo>
                    <a:pt x="11788" y="10753"/>
                  </a:lnTo>
                  <a:lnTo>
                    <a:pt x="12157" y="10241"/>
                  </a:lnTo>
                  <a:lnTo>
                    <a:pt x="12478" y="9681"/>
                  </a:lnTo>
                  <a:lnTo>
                    <a:pt x="12752" y="9098"/>
                  </a:lnTo>
                  <a:lnTo>
                    <a:pt x="12966" y="8478"/>
                  </a:lnTo>
                  <a:lnTo>
                    <a:pt x="13121" y="7847"/>
                  </a:lnTo>
                  <a:lnTo>
                    <a:pt x="13216" y="7181"/>
                  </a:lnTo>
                  <a:lnTo>
                    <a:pt x="13228" y="6835"/>
                  </a:lnTo>
                  <a:lnTo>
                    <a:pt x="13228" y="6502"/>
                  </a:lnTo>
                  <a:lnTo>
                    <a:pt x="13193" y="5823"/>
                  </a:lnTo>
                  <a:lnTo>
                    <a:pt x="13074" y="5168"/>
                  </a:lnTo>
                  <a:lnTo>
                    <a:pt x="12907" y="4549"/>
                  </a:lnTo>
                  <a:lnTo>
                    <a:pt x="12669" y="3942"/>
                  </a:lnTo>
                  <a:lnTo>
                    <a:pt x="12383" y="3370"/>
                  </a:lnTo>
                  <a:lnTo>
                    <a:pt x="12050" y="2823"/>
                  </a:lnTo>
                  <a:lnTo>
                    <a:pt x="11657" y="2323"/>
                  </a:lnTo>
                  <a:lnTo>
                    <a:pt x="11228" y="1858"/>
                  </a:lnTo>
                  <a:lnTo>
                    <a:pt x="10752" y="1442"/>
                  </a:lnTo>
                  <a:lnTo>
                    <a:pt x="10240" y="1061"/>
                  </a:lnTo>
                  <a:lnTo>
                    <a:pt x="9680" y="739"/>
                  </a:lnTo>
                  <a:lnTo>
                    <a:pt x="9097" y="477"/>
                  </a:lnTo>
                  <a:lnTo>
                    <a:pt x="8490" y="263"/>
                  </a:lnTo>
                  <a:lnTo>
                    <a:pt x="7847" y="108"/>
                  </a:lnTo>
                  <a:lnTo>
                    <a:pt x="7180" y="25"/>
                  </a:lnTo>
                  <a:lnTo>
                    <a:pt x="6846" y="13"/>
                  </a:lnTo>
                  <a:lnTo>
                    <a:pt x="65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588;p23">
              <a:extLst>
                <a:ext uri="{FF2B5EF4-FFF2-40B4-BE49-F238E27FC236}">
                  <a16:creationId xmlns:a16="http://schemas.microsoft.com/office/drawing/2014/main" id="{96A5B453-CBF0-4AEB-A496-3D2FD29D372F}"/>
                </a:ext>
              </a:extLst>
            </p:cNvPr>
            <p:cNvSpPr/>
            <p:nvPr/>
          </p:nvSpPr>
          <p:spPr>
            <a:xfrm>
              <a:off x="2131516" y="1373519"/>
              <a:ext cx="183508" cy="183552"/>
            </a:xfrm>
            <a:custGeom>
              <a:avLst/>
              <a:gdLst/>
              <a:ahLst/>
              <a:cxnLst/>
              <a:rect l="l" t="t" r="r" b="b"/>
              <a:pathLst>
                <a:path w="4156" h="4157" extrusionOk="0">
                  <a:moveTo>
                    <a:pt x="2036" y="1"/>
                  </a:moveTo>
                  <a:lnTo>
                    <a:pt x="2001" y="48"/>
                  </a:lnTo>
                  <a:lnTo>
                    <a:pt x="1489" y="1429"/>
                  </a:lnTo>
                  <a:lnTo>
                    <a:pt x="1477" y="1465"/>
                  </a:lnTo>
                  <a:lnTo>
                    <a:pt x="1429" y="1489"/>
                  </a:lnTo>
                  <a:lnTo>
                    <a:pt x="48" y="2001"/>
                  </a:lnTo>
                  <a:lnTo>
                    <a:pt x="0" y="2025"/>
                  </a:lnTo>
                  <a:lnTo>
                    <a:pt x="0" y="2132"/>
                  </a:lnTo>
                  <a:lnTo>
                    <a:pt x="48" y="2168"/>
                  </a:lnTo>
                  <a:lnTo>
                    <a:pt x="1429" y="2668"/>
                  </a:lnTo>
                  <a:lnTo>
                    <a:pt x="1477" y="2692"/>
                  </a:lnTo>
                  <a:lnTo>
                    <a:pt x="1489" y="2727"/>
                  </a:lnTo>
                  <a:lnTo>
                    <a:pt x="2001" y="4109"/>
                  </a:lnTo>
                  <a:lnTo>
                    <a:pt x="2036" y="4156"/>
                  </a:lnTo>
                  <a:lnTo>
                    <a:pt x="2132" y="4156"/>
                  </a:lnTo>
                  <a:lnTo>
                    <a:pt x="2167" y="4109"/>
                  </a:lnTo>
                  <a:lnTo>
                    <a:pt x="2667" y="2727"/>
                  </a:lnTo>
                  <a:lnTo>
                    <a:pt x="2691" y="2692"/>
                  </a:lnTo>
                  <a:lnTo>
                    <a:pt x="2727" y="2668"/>
                  </a:lnTo>
                  <a:lnTo>
                    <a:pt x="4108" y="2168"/>
                  </a:lnTo>
                  <a:lnTo>
                    <a:pt x="4156" y="2132"/>
                  </a:lnTo>
                  <a:lnTo>
                    <a:pt x="4156" y="2037"/>
                  </a:lnTo>
                  <a:lnTo>
                    <a:pt x="4108" y="2001"/>
                  </a:lnTo>
                  <a:lnTo>
                    <a:pt x="2727" y="1489"/>
                  </a:lnTo>
                  <a:lnTo>
                    <a:pt x="2691" y="1465"/>
                  </a:lnTo>
                  <a:lnTo>
                    <a:pt x="2667" y="1429"/>
                  </a:lnTo>
                  <a:lnTo>
                    <a:pt x="2167" y="48"/>
                  </a:lnTo>
                  <a:lnTo>
                    <a:pt x="21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589;p23">
              <a:extLst>
                <a:ext uri="{FF2B5EF4-FFF2-40B4-BE49-F238E27FC236}">
                  <a16:creationId xmlns:a16="http://schemas.microsoft.com/office/drawing/2014/main" id="{111C4C4A-4C58-43A7-9C50-A844E7A8DA7E}"/>
                </a:ext>
              </a:extLst>
            </p:cNvPr>
            <p:cNvSpPr/>
            <p:nvPr/>
          </p:nvSpPr>
          <p:spPr>
            <a:xfrm>
              <a:off x="3696615" y="1715760"/>
              <a:ext cx="209295" cy="209295"/>
            </a:xfrm>
            <a:custGeom>
              <a:avLst/>
              <a:gdLst/>
              <a:ahLst/>
              <a:cxnLst/>
              <a:rect l="l" t="t" r="r" b="b"/>
              <a:pathLst>
                <a:path w="4740" h="4740" extrusionOk="0">
                  <a:moveTo>
                    <a:pt x="2311" y="1"/>
                  </a:moveTo>
                  <a:lnTo>
                    <a:pt x="2275" y="49"/>
                  </a:lnTo>
                  <a:lnTo>
                    <a:pt x="1691" y="1632"/>
                  </a:lnTo>
                  <a:lnTo>
                    <a:pt x="1668" y="1668"/>
                  </a:lnTo>
                  <a:lnTo>
                    <a:pt x="1632" y="1692"/>
                  </a:lnTo>
                  <a:lnTo>
                    <a:pt x="60" y="2275"/>
                  </a:lnTo>
                  <a:lnTo>
                    <a:pt x="1" y="2299"/>
                  </a:lnTo>
                  <a:lnTo>
                    <a:pt x="1" y="2430"/>
                  </a:lnTo>
                  <a:lnTo>
                    <a:pt x="60" y="2466"/>
                  </a:lnTo>
                  <a:lnTo>
                    <a:pt x="1632" y="3049"/>
                  </a:lnTo>
                  <a:lnTo>
                    <a:pt x="1668" y="3061"/>
                  </a:lnTo>
                  <a:lnTo>
                    <a:pt x="1691" y="3109"/>
                  </a:lnTo>
                  <a:lnTo>
                    <a:pt x="2275" y="4680"/>
                  </a:lnTo>
                  <a:lnTo>
                    <a:pt x="2311" y="4740"/>
                  </a:lnTo>
                  <a:lnTo>
                    <a:pt x="2430" y="4740"/>
                  </a:lnTo>
                  <a:lnTo>
                    <a:pt x="2465" y="4680"/>
                  </a:lnTo>
                  <a:lnTo>
                    <a:pt x="3049" y="3109"/>
                  </a:lnTo>
                  <a:lnTo>
                    <a:pt x="3073" y="3061"/>
                  </a:lnTo>
                  <a:lnTo>
                    <a:pt x="3108" y="3049"/>
                  </a:lnTo>
                  <a:lnTo>
                    <a:pt x="4692" y="2466"/>
                  </a:lnTo>
                  <a:lnTo>
                    <a:pt x="4740" y="2430"/>
                  </a:lnTo>
                  <a:lnTo>
                    <a:pt x="4740" y="2311"/>
                  </a:lnTo>
                  <a:lnTo>
                    <a:pt x="4692" y="2275"/>
                  </a:lnTo>
                  <a:lnTo>
                    <a:pt x="3108" y="1692"/>
                  </a:lnTo>
                  <a:lnTo>
                    <a:pt x="3073" y="1668"/>
                  </a:lnTo>
                  <a:lnTo>
                    <a:pt x="3049" y="1632"/>
                  </a:lnTo>
                  <a:lnTo>
                    <a:pt x="2465" y="49"/>
                  </a:lnTo>
                  <a:lnTo>
                    <a:pt x="243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590;p23">
              <a:extLst>
                <a:ext uri="{FF2B5EF4-FFF2-40B4-BE49-F238E27FC236}">
                  <a16:creationId xmlns:a16="http://schemas.microsoft.com/office/drawing/2014/main" id="{C52C478C-6AEA-440E-A3A4-E605779B9A70}"/>
                </a:ext>
              </a:extLst>
            </p:cNvPr>
            <p:cNvSpPr/>
            <p:nvPr/>
          </p:nvSpPr>
          <p:spPr>
            <a:xfrm>
              <a:off x="4188716" y="3685706"/>
              <a:ext cx="205586" cy="205630"/>
            </a:xfrm>
            <a:custGeom>
              <a:avLst/>
              <a:gdLst/>
              <a:ahLst/>
              <a:cxnLst/>
              <a:rect l="l" t="t" r="r" b="b"/>
              <a:pathLst>
                <a:path w="4656" h="4657" extrusionOk="0">
                  <a:moveTo>
                    <a:pt x="2275" y="0"/>
                  </a:moveTo>
                  <a:lnTo>
                    <a:pt x="2239" y="60"/>
                  </a:lnTo>
                  <a:lnTo>
                    <a:pt x="1667" y="1608"/>
                  </a:lnTo>
                  <a:lnTo>
                    <a:pt x="1644" y="1644"/>
                  </a:lnTo>
                  <a:lnTo>
                    <a:pt x="1608" y="1667"/>
                  </a:lnTo>
                  <a:lnTo>
                    <a:pt x="60" y="2227"/>
                  </a:lnTo>
                  <a:lnTo>
                    <a:pt x="0" y="2263"/>
                  </a:lnTo>
                  <a:lnTo>
                    <a:pt x="0" y="2382"/>
                  </a:lnTo>
                  <a:lnTo>
                    <a:pt x="60" y="2429"/>
                  </a:lnTo>
                  <a:lnTo>
                    <a:pt x="1608" y="2989"/>
                  </a:lnTo>
                  <a:lnTo>
                    <a:pt x="1644" y="3013"/>
                  </a:lnTo>
                  <a:lnTo>
                    <a:pt x="1667" y="3049"/>
                  </a:lnTo>
                  <a:lnTo>
                    <a:pt x="2239" y="4596"/>
                  </a:lnTo>
                  <a:lnTo>
                    <a:pt x="2263" y="4656"/>
                  </a:lnTo>
                  <a:lnTo>
                    <a:pt x="2382" y="4656"/>
                  </a:lnTo>
                  <a:lnTo>
                    <a:pt x="2429" y="4596"/>
                  </a:lnTo>
                  <a:lnTo>
                    <a:pt x="2989" y="3049"/>
                  </a:lnTo>
                  <a:lnTo>
                    <a:pt x="3013" y="3013"/>
                  </a:lnTo>
                  <a:lnTo>
                    <a:pt x="3049" y="2989"/>
                  </a:lnTo>
                  <a:lnTo>
                    <a:pt x="4596" y="2429"/>
                  </a:lnTo>
                  <a:lnTo>
                    <a:pt x="4656" y="2382"/>
                  </a:lnTo>
                  <a:lnTo>
                    <a:pt x="4656" y="2263"/>
                  </a:lnTo>
                  <a:lnTo>
                    <a:pt x="4596" y="2227"/>
                  </a:lnTo>
                  <a:lnTo>
                    <a:pt x="3049" y="1667"/>
                  </a:lnTo>
                  <a:lnTo>
                    <a:pt x="3013" y="1644"/>
                  </a:lnTo>
                  <a:lnTo>
                    <a:pt x="2989" y="1608"/>
                  </a:lnTo>
                  <a:lnTo>
                    <a:pt x="2429" y="60"/>
                  </a:lnTo>
                  <a:lnTo>
                    <a:pt x="23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591;p23">
              <a:extLst>
                <a:ext uri="{FF2B5EF4-FFF2-40B4-BE49-F238E27FC236}">
                  <a16:creationId xmlns:a16="http://schemas.microsoft.com/office/drawing/2014/main" id="{D30338D2-5FFA-4130-AE90-4E7E7EBB28F4}"/>
                </a:ext>
              </a:extLst>
            </p:cNvPr>
            <p:cNvSpPr/>
            <p:nvPr/>
          </p:nvSpPr>
          <p:spPr>
            <a:xfrm>
              <a:off x="935461" y="1940285"/>
              <a:ext cx="205100" cy="205586"/>
            </a:xfrm>
            <a:custGeom>
              <a:avLst/>
              <a:gdLst/>
              <a:ahLst/>
              <a:cxnLst/>
              <a:rect l="l" t="t" r="r" b="b"/>
              <a:pathLst>
                <a:path w="4645" h="4656" extrusionOk="0">
                  <a:moveTo>
                    <a:pt x="2263" y="0"/>
                  </a:moveTo>
                  <a:lnTo>
                    <a:pt x="2227" y="60"/>
                  </a:lnTo>
                  <a:lnTo>
                    <a:pt x="1655" y="1608"/>
                  </a:lnTo>
                  <a:lnTo>
                    <a:pt x="1632" y="1643"/>
                  </a:lnTo>
                  <a:lnTo>
                    <a:pt x="1596" y="1667"/>
                  </a:lnTo>
                  <a:lnTo>
                    <a:pt x="48" y="2227"/>
                  </a:lnTo>
                  <a:lnTo>
                    <a:pt x="0" y="2262"/>
                  </a:lnTo>
                  <a:lnTo>
                    <a:pt x="0" y="2381"/>
                  </a:lnTo>
                  <a:lnTo>
                    <a:pt x="48" y="2429"/>
                  </a:lnTo>
                  <a:lnTo>
                    <a:pt x="1596" y="2989"/>
                  </a:lnTo>
                  <a:lnTo>
                    <a:pt x="1632" y="3013"/>
                  </a:lnTo>
                  <a:lnTo>
                    <a:pt x="1655" y="3048"/>
                  </a:lnTo>
                  <a:lnTo>
                    <a:pt x="2227" y="4596"/>
                  </a:lnTo>
                  <a:lnTo>
                    <a:pt x="2263" y="4656"/>
                  </a:lnTo>
                  <a:lnTo>
                    <a:pt x="2370" y="4656"/>
                  </a:lnTo>
                  <a:lnTo>
                    <a:pt x="2418" y="4596"/>
                  </a:lnTo>
                  <a:lnTo>
                    <a:pt x="2989" y="3048"/>
                  </a:lnTo>
                  <a:lnTo>
                    <a:pt x="3001" y="3013"/>
                  </a:lnTo>
                  <a:lnTo>
                    <a:pt x="3049" y="2989"/>
                  </a:lnTo>
                  <a:lnTo>
                    <a:pt x="4596" y="2429"/>
                  </a:lnTo>
                  <a:lnTo>
                    <a:pt x="4644" y="2393"/>
                  </a:lnTo>
                  <a:lnTo>
                    <a:pt x="4644" y="2262"/>
                  </a:lnTo>
                  <a:lnTo>
                    <a:pt x="4596" y="2227"/>
                  </a:lnTo>
                  <a:lnTo>
                    <a:pt x="3049" y="1667"/>
                  </a:lnTo>
                  <a:lnTo>
                    <a:pt x="3001" y="1643"/>
                  </a:lnTo>
                  <a:lnTo>
                    <a:pt x="2989" y="1608"/>
                  </a:lnTo>
                  <a:lnTo>
                    <a:pt x="2418" y="60"/>
                  </a:lnTo>
                  <a:lnTo>
                    <a:pt x="23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592;p23">
              <a:extLst>
                <a:ext uri="{FF2B5EF4-FFF2-40B4-BE49-F238E27FC236}">
                  <a16:creationId xmlns:a16="http://schemas.microsoft.com/office/drawing/2014/main" id="{195DC77C-F8F7-4E1B-B93E-FB82E1845906}"/>
                </a:ext>
              </a:extLst>
            </p:cNvPr>
            <p:cNvSpPr/>
            <p:nvPr/>
          </p:nvSpPr>
          <p:spPr>
            <a:xfrm>
              <a:off x="745155" y="3671533"/>
              <a:ext cx="196666" cy="196666"/>
            </a:xfrm>
            <a:custGeom>
              <a:avLst/>
              <a:gdLst/>
              <a:ahLst/>
              <a:cxnLst/>
              <a:rect l="l" t="t" r="r" b="b"/>
              <a:pathLst>
                <a:path w="4454" h="4454" extrusionOk="0">
                  <a:moveTo>
                    <a:pt x="2179" y="0"/>
                  </a:moveTo>
                  <a:lnTo>
                    <a:pt x="2143" y="48"/>
                  </a:lnTo>
                  <a:lnTo>
                    <a:pt x="1608" y="1536"/>
                  </a:lnTo>
                  <a:lnTo>
                    <a:pt x="1584" y="1572"/>
                  </a:lnTo>
                  <a:lnTo>
                    <a:pt x="1548" y="1596"/>
                  </a:lnTo>
                  <a:lnTo>
                    <a:pt x="60" y="2131"/>
                  </a:lnTo>
                  <a:lnTo>
                    <a:pt x="0" y="2167"/>
                  </a:lnTo>
                  <a:lnTo>
                    <a:pt x="0" y="2274"/>
                  </a:lnTo>
                  <a:lnTo>
                    <a:pt x="60" y="2310"/>
                  </a:lnTo>
                  <a:lnTo>
                    <a:pt x="1548" y="2846"/>
                  </a:lnTo>
                  <a:lnTo>
                    <a:pt x="1584" y="2870"/>
                  </a:lnTo>
                  <a:lnTo>
                    <a:pt x="1608" y="2905"/>
                  </a:lnTo>
                  <a:lnTo>
                    <a:pt x="2143" y="4394"/>
                  </a:lnTo>
                  <a:lnTo>
                    <a:pt x="2179" y="4453"/>
                  </a:lnTo>
                  <a:lnTo>
                    <a:pt x="2286" y="4453"/>
                  </a:lnTo>
                  <a:lnTo>
                    <a:pt x="2322" y="4394"/>
                  </a:lnTo>
                  <a:lnTo>
                    <a:pt x="2858" y="2905"/>
                  </a:lnTo>
                  <a:lnTo>
                    <a:pt x="2882" y="2870"/>
                  </a:lnTo>
                  <a:lnTo>
                    <a:pt x="2917" y="2846"/>
                  </a:lnTo>
                  <a:lnTo>
                    <a:pt x="4406" y="2310"/>
                  </a:lnTo>
                  <a:lnTo>
                    <a:pt x="4453" y="2274"/>
                  </a:lnTo>
                  <a:lnTo>
                    <a:pt x="4453" y="2167"/>
                  </a:lnTo>
                  <a:lnTo>
                    <a:pt x="4406" y="2131"/>
                  </a:lnTo>
                  <a:lnTo>
                    <a:pt x="2917" y="1596"/>
                  </a:lnTo>
                  <a:lnTo>
                    <a:pt x="2882" y="1572"/>
                  </a:lnTo>
                  <a:lnTo>
                    <a:pt x="2858" y="1536"/>
                  </a:lnTo>
                  <a:lnTo>
                    <a:pt x="2322" y="48"/>
                  </a:lnTo>
                  <a:lnTo>
                    <a:pt x="22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593;p23">
              <a:extLst>
                <a:ext uri="{FF2B5EF4-FFF2-40B4-BE49-F238E27FC236}">
                  <a16:creationId xmlns:a16="http://schemas.microsoft.com/office/drawing/2014/main" id="{B9A87BB1-1715-4CB7-B154-8C9084E941E5}"/>
                </a:ext>
              </a:extLst>
            </p:cNvPr>
            <p:cNvSpPr/>
            <p:nvPr/>
          </p:nvSpPr>
          <p:spPr>
            <a:xfrm>
              <a:off x="4109856" y="3188881"/>
              <a:ext cx="181433" cy="181433"/>
            </a:xfrm>
            <a:custGeom>
              <a:avLst/>
              <a:gdLst/>
              <a:ahLst/>
              <a:cxnLst/>
              <a:rect l="l" t="t" r="r" b="b"/>
              <a:pathLst>
                <a:path w="4109" h="4109" extrusionOk="0">
                  <a:moveTo>
                    <a:pt x="2060" y="632"/>
                  </a:moveTo>
                  <a:lnTo>
                    <a:pt x="2346" y="656"/>
                  </a:lnTo>
                  <a:lnTo>
                    <a:pt x="2846" y="870"/>
                  </a:lnTo>
                  <a:lnTo>
                    <a:pt x="3227" y="1251"/>
                  </a:lnTo>
                  <a:lnTo>
                    <a:pt x="3406" y="1632"/>
                  </a:lnTo>
                  <a:lnTo>
                    <a:pt x="3465" y="1906"/>
                  </a:lnTo>
                  <a:lnTo>
                    <a:pt x="3465" y="2049"/>
                  </a:lnTo>
                  <a:lnTo>
                    <a:pt x="3453" y="2334"/>
                  </a:lnTo>
                  <a:lnTo>
                    <a:pt x="3239" y="2846"/>
                  </a:lnTo>
                  <a:lnTo>
                    <a:pt x="2858" y="3227"/>
                  </a:lnTo>
                  <a:lnTo>
                    <a:pt x="2477" y="3406"/>
                  </a:lnTo>
                  <a:lnTo>
                    <a:pt x="2203" y="3465"/>
                  </a:lnTo>
                  <a:lnTo>
                    <a:pt x="2060" y="3465"/>
                  </a:lnTo>
                  <a:lnTo>
                    <a:pt x="1763" y="3442"/>
                  </a:lnTo>
                  <a:lnTo>
                    <a:pt x="1263" y="3227"/>
                  </a:lnTo>
                  <a:lnTo>
                    <a:pt x="881" y="2846"/>
                  </a:lnTo>
                  <a:lnTo>
                    <a:pt x="703" y="2477"/>
                  </a:lnTo>
                  <a:lnTo>
                    <a:pt x="643" y="2203"/>
                  </a:lnTo>
                  <a:lnTo>
                    <a:pt x="643" y="2049"/>
                  </a:lnTo>
                  <a:lnTo>
                    <a:pt x="655" y="1763"/>
                  </a:lnTo>
                  <a:lnTo>
                    <a:pt x="870" y="1263"/>
                  </a:lnTo>
                  <a:lnTo>
                    <a:pt x="1251" y="870"/>
                  </a:lnTo>
                  <a:lnTo>
                    <a:pt x="1632" y="703"/>
                  </a:lnTo>
                  <a:lnTo>
                    <a:pt x="1905" y="644"/>
                  </a:lnTo>
                  <a:lnTo>
                    <a:pt x="2060" y="632"/>
                  </a:lnTo>
                  <a:close/>
                  <a:moveTo>
                    <a:pt x="1846" y="1"/>
                  </a:moveTo>
                  <a:lnTo>
                    <a:pt x="1441" y="84"/>
                  </a:lnTo>
                  <a:lnTo>
                    <a:pt x="1072" y="239"/>
                  </a:lnTo>
                  <a:lnTo>
                    <a:pt x="751" y="465"/>
                  </a:lnTo>
                  <a:lnTo>
                    <a:pt x="465" y="739"/>
                  </a:lnTo>
                  <a:lnTo>
                    <a:pt x="250" y="1072"/>
                  </a:lnTo>
                  <a:lnTo>
                    <a:pt x="96" y="1441"/>
                  </a:lnTo>
                  <a:lnTo>
                    <a:pt x="12" y="1846"/>
                  </a:lnTo>
                  <a:lnTo>
                    <a:pt x="0" y="2049"/>
                  </a:lnTo>
                  <a:lnTo>
                    <a:pt x="12" y="2263"/>
                  </a:lnTo>
                  <a:lnTo>
                    <a:pt x="96" y="2668"/>
                  </a:lnTo>
                  <a:lnTo>
                    <a:pt x="250" y="3025"/>
                  </a:lnTo>
                  <a:lnTo>
                    <a:pt x="465" y="3358"/>
                  </a:lnTo>
                  <a:lnTo>
                    <a:pt x="751" y="3632"/>
                  </a:lnTo>
                  <a:lnTo>
                    <a:pt x="1072" y="3858"/>
                  </a:lnTo>
                  <a:lnTo>
                    <a:pt x="1441" y="4013"/>
                  </a:lnTo>
                  <a:lnTo>
                    <a:pt x="1846" y="4097"/>
                  </a:lnTo>
                  <a:lnTo>
                    <a:pt x="2060" y="4108"/>
                  </a:lnTo>
                  <a:lnTo>
                    <a:pt x="2263" y="4097"/>
                  </a:lnTo>
                  <a:lnTo>
                    <a:pt x="2668" y="4013"/>
                  </a:lnTo>
                  <a:lnTo>
                    <a:pt x="3025" y="3858"/>
                  </a:lnTo>
                  <a:lnTo>
                    <a:pt x="3358" y="3632"/>
                  </a:lnTo>
                  <a:lnTo>
                    <a:pt x="3632" y="3358"/>
                  </a:lnTo>
                  <a:lnTo>
                    <a:pt x="3858" y="3025"/>
                  </a:lnTo>
                  <a:lnTo>
                    <a:pt x="4013" y="2668"/>
                  </a:lnTo>
                  <a:lnTo>
                    <a:pt x="4096" y="2263"/>
                  </a:lnTo>
                  <a:lnTo>
                    <a:pt x="4108" y="2049"/>
                  </a:lnTo>
                  <a:lnTo>
                    <a:pt x="4096" y="1846"/>
                  </a:lnTo>
                  <a:lnTo>
                    <a:pt x="4013" y="1441"/>
                  </a:lnTo>
                  <a:lnTo>
                    <a:pt x="3858" y="1072"/>
                  </a:lnTo>
                  <a:lnTo>
                    <a:pt x="3644" y="739"/>
                  </a:lnTo>
                  <a:lnTo>
                    <a:pt x="3358" y="465"/>
                  </a:lnTo>
                  <a:lnTo>
                    <a:pt x="3037" y="239"/>
                  </a:lnTo>
                  <a:lnTo>
                    <a:pt x="2668" y="84"/>
                  </a:lnTo>
                  <a:lnTo>
                    <a:pt x="2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594;p23">
              <a:extLst>
                <a:ext uri="{FF2B5EF4-FFF2-40B4-BE49-F238E27FC236}">
                  <a16:creationId xmlns:a16="http://schemas.microsoft.com/office/drawing/2014/main" id="{AD5D685A-4FC2-45F9-9724-E4B6A8904D9E}"/>
                </a:ext>
              </a:extLst>
            </p:cNvPr>
            <p:cNvSpPr/>
            <p:nvPr/>
          </p:nvSpPr>
          <p:spPr>
            <a:xfrm>
              <a:off x="787190" y="2212055"/>
              <a:ext cx="181433" cy="181433"/>
            </a:xfrm>
            <a:custGeom>
              <a:avLst/>
              <a:gdLst/>
              <a:ahLst/>
              <a:cxnLst/>
              <a:rect l="l" t="t" r="r" b="b"/>
              <a:pathLst>
                <a:path w="4109" h="4109" extrusionOk="0">
                  <a:moveTo>
                    <a:pt x="2204" y="644"/>
                  </a:moveTo>
                  <a:lnTo>
                    <a:pt x="2477" y="703"/>
                  </a:lnTo>
                  <a:lnTo>
                    <a:pt x="2846" y="882"/>
                  </a:lnTo>
                  <a:lnTo>
                    <a:pt x="3227" y="1263"/>
                  </a:lnTo>
                  <a:lnTo>
                    <a:pt x="3406" y="1644"/>
                  </a:lnTo>
                  <a:lnTo>
                    <a:pt x="3466" y="1918"/>
                  </a:lnTo>
                  <a:lnTo>
                    <a:pt x="3466" y="2061"/>
                  </a:lnTo>
                  <a:lnTo>
                    <a:pt x="3454" y="2347"/>
                  </a:lnTo>
                  <a:lnTo>
                    <a:pt x="3239" y="2847"/>
                  </a:lnTo>
                  <a:lnTo>
                    <a:pt x="2858" y="3240"/>
                  </a:lnTo>
                  <a:lnTo>
                    <a:pt x="2477" y="3406"/>
                  </a:lnTo>
                  <a:lnTo>
                    <a:pt x="2204" y="3466"/>
                  </a:lnTo>
                  <a:lnTo>
                    <a:pt x="2061" y="3478"/>
                  </a:lnTo>
                  <a:lnTo>
                    <a:pt x="1763" y="3454"/>
                  </a:lnTo>
                  <a:lnTo>
                    <a:pt x="1263" y="3240"/>
                  </a:lnTo>
                  <a:lnTo>
                    <a:pt x="882" y="2859"/>
                  </a:lnTo>
                  <a:lnTo>
                    <a:pt x="703" y="2478"/>
                  </a:lnTo>
                  <a:lnTo>
                    <a:pt x="644" y="2204"/>
                  </a:lnTo>
                  <a:lnTo>
                    <a:pt x="644" y="2061"/>
                  </a:lnTo>
                  <a:lnTo>
                    <a:pt x="656" y="1775"/>
                  </a:lnTo>
                  <a:lnTo>
                    <a:pt x="870" y="1263"/>
                  </a:lnTo>
                  <a:lnTo>
                    <a:pt x="1251" y="882"/>
                  </a:lnTo>
                  <a:lnTo>
                    <a:pt x="1632" y="703"/>
                  </a:lnTo>
                  <a:lnTo>
                    <a:pt x="1906" y="644"/>
                  </a:lnTo>
                  <a:close/>
                  <a:moveTo>
                    <a:pt x="2061" y="1"/>
                  </a:moveTo>
                  <a:lnTo>
                    <a:pt x="1846" y="13"/>
                  </a:lnTo>
                  <a:lnTo>
                    <a:pt x="1441" y="96"/>
                  </a:lnTo>
                  <a:lnTo>
                    <a:pt x="1072" y="251"/>
                  </a:lnTo>
                  <a:lnTo>
                    <a:pt x="751" y="477"/>
                  </a:lnTo>
                  <a:lnTo>
                    <a:pt x="465" y="751"/>
                  </a:lnTo>
                  <a:lnTo>
                    <a:pt x="251" y="1084"/>
                  </a:lnTo>
                  <a:lnTo>
                    <a:pt x="96" y="1442"/>
                  </a:lnTo>
                  <a:lnTo>
                    <a:pt x="13" y="1846"/>
                  </a:lnTo>
                  <a:lnTo>
                    <a:pt x="1" y="2061"/>
                  </a:lnTo>
                  <a:lnTo>
                    <a:pt x="13" y="2263"/>
                  </a:lnTo>
                  <a:lnTo>
                    <a:pt x="96" y="2668"/>
                  </a:lnTo>
                  <a:lnTo>
                    <a:pt x="251" y="3037"/>
                  </a:lnTo>
                  <a:lnTo>
                    <a:pt x="465" y="3371"/>
                  </a:lnTo>
                  <a:lnTo>
                    <a:pt x="751" y="3644"/>
                  </a:lnTo>
                  <a:lnTo>
                    <a:pt x="1072" y="3871"/>
                  </a:lnTo>
                  <a:lnTo>
                    <a:pt x="1441" y="4025"/>
                  </a:lnTo>
                  <a:lnTo>
                    <a:pt x="1846" y="4109"/>
                  </a:lnTo>
                  <a:lnTo>
                    <a:pt x="2263" y="4109"/>
                  </a:lnTo>
                  <a:lnTo>
                    <a:pt x="2668" y="4025"/>
                  </a:lnTo>
                  <a:lnTo>
                    <a:pt x="3025" y="3871"/>
                  </a:lnTo>
                  <a:lnTo>
                    <a:pt x="3358" y="3644"/>
                  </a:lnTo>
                  <a:lnTo>
                    <a:pt x="3632" y="3371"/>
                  </a:lnTo>
                  <a:lnTo>
                    <a:pt x="3859" y="3037"/>
                  </a:lnTo>
                  <a:lnTo>
                    <a:pt x="4013" y="2668"/>
                  </a:lnTo>
                  <a:lnTo>
                    <a:pt x="4097" y="2263"/>
                  </a:lnTo>
                  <a:lnTo>
                    <a:pt x="4109" y="2061"/>
                  </a:lnTo>
                  <a:lnTo>
                    <a:pt x="4097" y="1846"/>
                  </a:lnTo>
                  <a:lnTo>
                    <a:pt x="4013" y="1442"/>
                  </a:lnTo>
                  <a:lnTo>
                    <a:pt x="3859" y="1084"/>
                  </a:lnTo>
                  <a:lnTo>
                    <a:pt x="3644" y="751"/>
                  </a:lnTo>
                  <a:lnTo>
                    <a:pt x="3358" y="477"/>
                  </a:lnTo>
                  <a:lnTo>
                    <a:pt x="3037" y="251"/>
                  </a:lnTo>
                  <a:lnTo>
                    <a:pt x="2668" y="96"/>
                  </a:lnTo>
                  <a:lnTo>
                    <a:pt x="2263" y="13"/>
                  </a:lnTo>
                  <a:lnTo>
                    <a:pt x="20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595;p23">
              <a:extLst>
                <a:ext uri="{FF2B5EF4-FFF2-40B4-BE49-F238E27FC236}">
                  <a16:creationId xmlns:a16="http://schemas.microsoft.com/office/drawing/2014/main" id="{ADA8FDA1-41FE-4773-BE74-F0349B36AD7F}"/>
                </a:ext>
              </a:extLst>
            </p:cNvPr>
            <p:cNvSpPr/>
            <p:nvPr/>
          </p:nvSpPr>
          <p:spPr>
            <a:xfrm>
              <a:off x="3195594" y="1284151"/>
              <a:ext cx="181433" cy="181433"/>
            </a:xfrm>
            <a:custGeom>
              <a:avLst/>
              <a:gdLst/>
              <a:ahLst/>
              <a:cxnLst/>
              <a:rect l="l" t="t" r="r" b="b"/>
              <a:pathLst>
                <a:path w="4109" h="4109" extrusionOk="0">
                  <a:moveTo>
                    <a:pt x="2203" y="643"/>
                  </a:moveTo>
                  <a:lnTo>
                    <a:pt x="2477" y="703"/>
                  </a:lnTo>
                  <a:lnTo>
                    <a:pt x="2858" y="882"/>
                  </a:lnTo>
                  <a:lnTo>
                    <a:pt x="3239" y="1263"/>
                  </a:lnTo>
                  <a:lnTo>
                    <a:pt x="3454" y="1775"/>
                  </a:lnTo>
                  <a:lnTo>
                    <a:pt x="3477" y="2060"/>
                  </a:lnTo>
                  <a:lnTo>
                    <a:pt x="3454" y="2346"/>
                  </a:lnTo>
                  <a:lnTo>
                    <a:pt x="3239" y="2846"/>
                  </a:lnTo>
                  <a:lnTo>
                    <a:pt x="2858" y="3239"/>
                  </a:lnTo>
                  <a:lnTo>
                    <a:pt x="2477" y="3406"/>
                  </a:lnTo>
                  <a:lnTo>
                    <a:pt x="2203" y="3465"/>
                  </a:lnTo>
                  <a:lnTo>
                    <a:pt x="2060" y="3477"/>
                  </a:lnTo>
                  <a:lnTo>
                    <a:pt x="1775" y="3453"/>
                  </a:lnTo>
                  <a:lnTo>
                    <a:pt x="1263" y="3239"/>
                  </a:lnTo>
                  <a:lnTo>
                    <a:pt x="882" y="2858"/>
                  </a:lnTo>
                  <a:lnTo>
                    <a:pt x="703" y="2477"/>
                  </a:lnTo>
                  <a:lnTo>
                    <a:pt x="644" y="2203"/>
                  </a:lnTo>
                  <a:lnTo>
                    <a:pt x="644" y="2060"/>
                  </a:lnTo>
                  <a:lnTo>
                    <a:pt x="667" y="1775"/>
                  </a:lnTo>
                  <a:lnTo>
                    <a:pt x="882" y="1263"/>
                  </a:lnTo>
                  <a:lnTo>
                    <a:pt x="1263" y="882"/>
                  </a:lnTo>
                  <a:lnTo>
                    <a:pt x="1632" y="703"/>
                  </a:lnTo>
                  <a:lnTo>
                    <a:pt x="1906" y="643"/>
                  </a:lnTo>
                  <a:close/>
                  <a:moveTo>
                    <a:pt x="2060" y="1"/>
                  </a:moveTo>
                  <a:lnTo>
                    <a:pt x="1846" y="12"/>
                  </a:lnTo>
                  <a:lnTo>
                    <a:pt x="1441" y="96"/>
                  </a:lnTo>
                  <a:lnTo>
                    <a:pt x="1084" y="251"/>
                  </a:lnTo>
                  <a:lnTo>
                    <a:pt x="751" y="477"/>
                  </a:lnTo>
                  <a:lnTo>
                    <a:pt x="477" y="751"/>
                  </a:lnTo>
                  <a:lnTo>
                    <a:pt x="251" y="1084"/>
                  </a:lnTo>
                  <a:lnTo>
                    <a:pt x="96" y="1441"/>
                  </a:lnTo>
                  <a:lnTo>
                    <a:pt x="12" y="1846"/>
                  </a:lnTo>
                  <a:lnTo>
                    <a:pt x="1" y="2060"/>
                  </a:lnTo>
                  <a:lnTo>
                    <a:pt x="12" y="2263"/>
                  </a:lnTo>
                  <a:lnTo>
                    <a:pt x="96" y="2668"/>
                  </a:lnTo>
                  <a:lnTo>
                    <a:pt x="251" y="3037"/>
                  </a:lnTo>
                  <a:lnTo>
                    <a:pt x="477" y="3370"/>
                  </a:lnTo>
                  <a:lnTo>
                    <a:pt x="751" y="3644"/>
                  </a:lnTo>
                  <a:lnTo>
                    <a:pt x="1084" y="3870"/>
                  </a:lnTo>
                  <a:lnTo>
                    <a:pt x="1441" y="4025"/>
                  </a:lnTo>
                  <a:lnTo>
                    <a:pt x="1846" y="4108"/>
                  </a:lnTo>
                  <a:lnTo>
                    <a:pt x="2263" y="4108"/>
                  </a:lnTo>
                  <a:lnTo>
                    <a:pt x="2668" y="4025"/>
                  </a:lnTo>
                  <a:lnTo>
                    <a:pt x="3037" y="3870"/>
                  </a:lnTo>
                  <a:lnTo>
                    <a:pt x="3370" y="3644"/>
                  </a:lnTo>
                  <a:lnTo>
                    <a:pt x="3644" y="3370"/>
                  </a:lnTo>
                  <a:lnTo>
                    <a:pt x="3870" y="3037"/>
                  </a:lnTo>
                  <a:lnTo>
                    <a:pt x="4025" y="2668"/>
                  </a:lnTo>
                  <a:lnTo>
                    <a:pt x="4108" y="2263"/>
                  </a:lnTo>
                  <a:lnTo>
                    <a:pt x="4108" y="2060"/>
                  </a:lnTo>
                  <a:lnTo>
                    <a:pt x="4108" y="1846"/>
                  </a:lnTo>
                  <a:lnTo>
                    <a:pt x="4025" y="1441"/>
                  </a:lnTo>
                  <a:lnTo>
                    <a:pt x="3870" y="1084"/>
                  </a:lnTo>
                  <a:lnTo>
                    <a:pt x="3644" y="751"/>
                  </a:lnTo>
                  <a:lnTo>
                    <a:pt x="3370" y="477"/>
                  </a:lnTo>
                  <a:lnTo>
                    <a:pt x="3037" y="251"/>
                  </a:lnTo>
                  <a:lnTo>
                    <a:pt x="2668" y="96"/>
                  </a:lnTo>
                  <a:lnTo>
                    <a:pt x="2263" y="12"/>
                  </a:lnTo>
                  <a:lnTo>
                    <a:pt x="206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596;p23">
              <a:extLst>
                <a:ext uri="{FF2B5EF4-FFF2-40B4-BE49-F238E27FC236}">
                  <a16:creationId xmlns:a16="http://schemas.microsoft.com/office/drawing/2014/main" id="{05CB5A9D-32FA-43C7-ABBE-8C8D4399F42C}"/>
                </a:ext>
              </a:extLst>
            </p:cNvPr>
            <p:cNvSpPr/>
            <p:nvPr/>
          </p:nvSpPr>
          <p:spPr>
            <a:xfrm>
              <a:off x="667841" y="2818780"/>
              <a:ext cx="181433" cy="181433"/>
            </a:xfrm>
            <a:custGeom>
              <a:avLst/>
              <a:gdLst/>
              <a:ahLst/>
              <a:cxnLst/>
              <a:rect l="l" t="t" r="r" b="b"/>
              <a:pathLst>
                <a:path w="4109" h="4109" extrusionOk="0">
                  <a:moveTo>
                    <a:pt x="2192" y="643"/>
                  </a:moveTo>
                  <a:lnTo>
                    <a:pt x="2466" y="703"/>
                  </a:lnTo>
                  <a:lnTo>
                    <a:pt x="2847" y="881"/>
                  </a:lnTo>
                  <a:lnTo>
                    <a:pt x="3228" y="1262"/>
                  </a:lnTo>
                  <a:lnTo>
                    <a:pt x="3406" y="1632"/>
                  </a:lnTo>
                  <a:lnTo>
                    <a:pt x="3454" y="1905"/>
                  </a:lnTo>
                  <a:lnTo>
                    <a:pt x="3466" y="2060"/>
                  </a:lnTo>
                  <a:lnTo>
                    <a:pt x="3442" y="2346"/>
                  </a:lnTo>
                  <a:lnTo>
                    <a:pt x="3228" y="2846"/>
                  </a:lnTo>
                  <a:lnTo>
                    <a:pt x="2847" y="3227"/>
                  </a:lnTo>
                  <a:lnTo>
                    <a:pt x="2478" y="3406"/>
                  </a:lnTo>
                  <a:lnTo>
                    <a:pt x="2192" y="3465"/>
                  </a:lnTo>
                  <a:lnTo>
                    <a:pt x="2049" y="3465"/>
                  </a:lnTo>
                  <a:lnTo>
                    <a:pt x="1763" y="3453"/>
                  </a:lnTo>
                  <a:lnTo>
                    <a:pt x="1251" y="3239"/>
                  </a:lnTo>
                  <a:lnTo>
                    <a:pt x="870" y="2858"/>
                  </a:lnTo>
                  <a:lnTo>
                    <a:pt x="692" y="2477"/>
                  </a:lnTo>
                  <a:lnTo>
                    <a:pt x="644" y="2203"/>
                  </a:lnTo>
                  <a:lnTo>
                    <a:pt x="632" y="2060"/>
                  </a:lnTo>
                  <a:lnTo>
                    <a:pt x="656" y="1762"/>
                  </a:lnTo>
                  <a:lnTo>
                    <a:pt x="870" y="1262"/>
                  </a:lnTo>
                  <a:lnTo>
                    <a:pt x="1251" y="881"/>
                  </a:lnTo>
                  <a:lnTo>
                    <a:pt x="1620" y="703"/>
                  </a:lnTo>
                  <a:lnTo>
                    <a:pt x="1906" y="643"/>
                  </a:lnTo>
                  <a:close/>
                  <a:moveTo>
                    <a:pt x="2049" y="0"/>
                  </a:moveTo>
                  <a:lnTo>
                    <a:pt x="1835" y="12"/>
                  </a:lnTo>
                  <a:lnTo>
                    <a:pt x="1442" y="96"/>
                  </a:lnTo>
                  <a:lnTo>
                    <a:pt x="1073" y="250"/>
                  </a:lnTo>
                  <a:lnTo>
                    <a:pt x="739" y="465"/>
                  </a:lnTo>
                  <a:lnTo>
                    <a:pt x="465" y="750"/>
                  </a:lnTo>
                  <a:lnTo>
                    <a:pt x="239" y="1072"/>
                  </a:lnTo>
                  <a:lnTo>
                    <a:pt x="84" y="1441"/>
                  </a:lnTo>
                  <a:lnTo>
                    <a:pt x="1" y="1846"/>
                  </a:lnTo>
                  <a:lnTo>
                    <a:pt x="1" y="2048"/>
                  </a:lnTo>
                  <a:lnTo>
                    <a:pt x="1" y="2263"/>
                  </a:lnTo>
                  <a:lnTo>
                    <a:pt x="84" y="2667"/>
                  </a:lnTo>
                  <a:lnTo>
                    <a:pt x="239" y="3037"/>
                  </a:lnTo>
                  <a:lnTo>
                    <a:pt x="465" y="3358"/>
                  </a:lnTo>
                  <a:lnTo>
                    <a:pt x="739" y="3644"/>
                  </a:lnTo>
                  <a:lnTo>
                    <a:pt x="1073" y="3858"/>
                  </a:lnTo>
                  <a:lnTo>
                    <a:pt x="1442" y="4013"/>
                  </a:lnTo>
                  <a:lnTo>
                    <a:pt x="1835" y="4096"/>
                  </a:lnTo>
                  <a:lnTo>
                    <a:pt x="2049" y="4108"/>
                  </a:lnTo>
                  <a:lnTo>
                    <a:pt x="2263" y="4096"/>
                  </a:lnTo>
                  <a:lnTo>
                    <a:pt x="2656" y="4013"/>
                  </a:lnTo>
                  <a:lnTo>
                    <a:pt x="3025" y="3858"/>
                  </a:lnTo>
                  <a:lnTo>
                    <a:pt x="3347" y="3644"/>
                  </a:lnTo>
                  <a:lnTo>
                    <a:pt x="3632" y="3358"/>
                  </a:lnTo>
                  <a:lnTo>
                    <a:pt x="3847" y="3037"/>
                  </a:lnTo>
                  <a:lnTo>
                    <a:pt x="4013" y="2667"/>
                  </a:lnTo>
                  <a:lnTo>
                    <a:pt x="4097" y="2263"/>
                  </a:lnTo>
                  <a:lnTo>
                    <a:pt x="4109" y="2048"/>
                  </a:lnTo>
                  <a:lnTo>
                    <a:pt x="4097" y="1846"/>
                  </a:lnTo>
                  <a:lnTo>
                    <a:pt x="4013" y="1441"/>
                  </a:lnTo>
                  <a:lnTo>
                    <a:pt x="3859" y="1072"/>
                  </a:lnTo>
                  <a:lnTo>
                    <a:pt x="3632" y="750"/>
                  </a:lnTo>
                  <a:lnTo>
                    <a:pt x="3359" y="465"/>
                  </a:lnTo>
                  <a:lnTo>
                    <a:pt x="3025" y="250"/>
                  </a:lnTo>
                  <a:lnTo>
                    <a:pt x="2656" y="96"/>
                  </a:lnTo>
                  <a:lnTo>
                    <a:pt x="2263" y="12"/>
                  </a:lnTo>
                  <a:lnTo>
                    <a:pt x="20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597;p23">
              <a:extLst>
                <a:ext uri="{FF2B5EF4-FFF2-40B4-BE49-F238E27FC236}">
                  <a16:creationId xmlns:a16="http://schemas.microsoft.com/office/drawing/2014/main" id="{6EEFAA5B-8A1E-4605-AFBD-A6D4D543C7CC}"/>
                </a:ext>
              </a:extLst>
            </p:cNvPr>
            <p:cNvSpPr/>
            <p:nvPr/>
          </p:nvSpPr>
          <p:spPr>
            <a:xfrm>
              <a:off x="1859172" y="1252625"/>
              <a:ext cx="181433" cy="181389"/>
            </a:xfrm>
            <a:custGeom>
              <a:avLst/>
              <a:gdLst/>
              <a:ahLst/>
              <a:cxnLst/>
              <a:rect l="l" t="t" r="r" b="b"/>
              <a:pathLst>
                <a:path w="4109" h="4108" extrusionOk="0">
                  <a:moveTo>
                    <a:pt x="2203" y="643"/>
                  </a:moveTo>
                  <a:lnTo>
                    <a:pt x="2477" y="703"/>
                  </a:lnTo>
                  <a:lnTo>
                    <a:pt x="2858" y="881"/>
                  </a:lnTo>
                  <a:lnTo>
                    <a:pt x="3239" y="1262"/>
                  </a:lnTo>
                  <a:lnTo>
                    <a:pt x="3406" y="1643"/>
                  </a:lnTo>
                  <a:lnTo>
                    <a:pt x="3465" y="1917"/>
                  </a:lnTo>
                  <a:lnTo>
                    <a:pt x="3465" y="2060"/>
                  </a:lnTo>
                  <a:lnTo>
                    <a:pt x="3442" y="2346"/>
                  </a:lnTo>
                  <a:lnTo>
                    <a:pt x="3227" y="2846"/>
                  </a:lnTo>
                  <a:lnTo>
                    <a:pt x="2846" y="3239"/>
                  </a:lnTo>
                  <a:lnTo>
                    <a:pt x="2477" y="3405"/>
                  </a:lnTo>
                  <a:lnTo>
                    <a:pt x="2203" y="3465"/>
                  </a:lnTo>
                  <a:lnTo>
                    <a:pt x="2049" y="3477"/>
                  </a:lnTo>
                  <a:lnTo>
                    <a:pt x="1763" y="3453"/>
                  </a:lnTo>
                  <a:lnTo>
                    <a:pt x="1263" y="3239"/>
                  </a:lnTo>
                  <a:lnTo>
                    <a:pt x="870" y="2858"/>
                  </a:lnTo>
                  <a:lnTo>
                    <a:pt x="703" y="2477"/>
                  </a:lnTo>
                  <a:lnTo>
                    <a:pt x="644" y="2203"/>
                  </a:lnTo>
                  <a:lnTo>
                    <a:pt x="644" y="2060"/>
                  </a:lnTo>
                  <a:lnTo>
                    <a:pt x="655" y="1774"/>
                  </a:lnTo>
                  <a:lnTo>
                    <a:pt x="870" y="1262"/>
                  </a:lnTo>
                  <a:lnTo>
                    <a:pt x="1251" y="881"/>
                  </a:lnTo>
                  <a:lnTo>
                    <a:pt x="1632" y="703"/>
                  </a:lnTo>
                  <a:lnTo>
                    <a:pt x="1906" y="643"/>
                  </a:lnTo>
                  <a:close/>
                  <a:moveTo>
                    <a:pt x="2049" y="0"/>
                  </a:moveTo>
                  <a:lnTo>
                    <a:pt x="1846" y="12"/>
                  </a:lnTo>
                  <a:lnTo>
                    <a:pt x="1441" y="95"/>
                  </a:lnTo>
                  <a:lnTo>
                    <a:pt x="1072" y="250"/>
                  </a:lnTo>
                  <a:lnTo>
                    <a:pt x="739" y="476"/>
                  </a:lnTo>
                  <a:lnTo>
                    <a:pt x="465" y="750"/>
                  </a:lnTo>
                  <a:lnTo>
                    <a:pt x="239" y="1084"/>
                  </a:lnTo>
                  <a:lnTo>
                    <a:pt x="84" y="1441"/>
                  </a:lnTo>
                  <a:lnTo>
                    <a:pt x="1" y="1846"/>
                  </a:lnTo>
                  <a:lnTo>
                    <a:pt x="1" y="2060"/>
                  </a:lnTo>
                  <a:lnTo>
                    <a:pt x="1" y="2262"/>
                  </a:lnTo>
                  <a:lnTo>
                    <a:pt x="84" y="2667"/>
                  </a:lnTo>
                  <a:lnTo>
                    <a:pt x="239" y="3036"/>
                  </a:lnTo>
                  <a:lnTo>
                    <a:pt x="465" y="3370"/>
                  </a:lnTo>
                  <a:lnTo>
                    <a:pt x="739" y="3644"/>
                  </a:lnTo>
                  <a:lnTo>
                    <a:pt x="1072" y="3870"/>
                  </a:lnTo>
                  <a:lnTo>
                    <a:pt x="1441" y="4025"/>
                  </a:lnTo>
                  <a:lnTo>
                    <a:pt x="1846" y="4108"/>
                  </a:lnTo>
                  <a:lnTo>
                    <a:pt x="2263" y="4108"/>
                  </a:lnTo>
                  <a:lnTo>
                    <a:pt x="2668" y="4025"/>
                  </a:lnTo>
                  <a:lnTo>
                    <a:pt x="3025" y="3870"/>
                  </a:lnTo>
                  <a:lnTo>
                    <a:pt x="3358" y="3644"/>
                  </a:lnTo>
                  <a:lnTo>
                    <a:pt x="3632" y="3370"/>
                  </a:lnTo>
                  <a:lnTo>
                    <a:pt x="3858" y="3036"/>
                  </a:lnTo>
                  <a:lnTo>
                    <a:pt x="4013" y="2667"/>
                  </a:lnTo>
                  <a:lnTo>
                    <a:pt x="4097" y="2262"/>
                  </a:lnTo>
                  <a:lnTo>
                    <a:pt x="4108" y="2060"/>
                  </a:lnTo>
                  <a:lnTo>
                    <a:pt x="4097" y="1846"/>
                  </a:lnTo>
                  <a:lnTo>
                    <a:pt x="4013" y="1441"/>
                  </a:lnTo>
                  <a:lnTo>
                    <a:pt x="3858" y="1084"/>
                  </a:lnTo>
                  <a:lnTo>
                    <a:pt x="3632" y="750"/>
                  </a:lnTo>
                  <a:lnTo>
                    <a:pt x="3358" y="476"/>
                  </a:lnTo>
                  <a:lnTo>
                    <a:pt x="3025" y="250"/>
                  </a:lnTo>
                  <a:lnTo>
                    <a:pt x="2668" y="95"/>
                  </a:lnTo>
                  <a:lnTo>
                    <a:pt x="2263" y="12"/>
                  </a:lnTo>
                  <a:lnTo>
                    <a:pt x="20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598;p23">
              <a:extLst>
                <a:ext uri="{FF2B5EF4-FFF2-40B4-BE49-F238E27FC236}">
                  <a16:creationId xmlns:a16="http://schemas.microsoft.com/office/drawing/2014/main" id="{A8B6F3D4-C7A5-4872-AD46-73D604892CBB}"/>
                </a:ext>
              </a:extLst>
            </p:cNvPr>
            <p:cNvSpPr/>
            <p:nvPr/>
          </p:nvSpPr>
          <p:spPr>
            <a:xfrm>
              <a:off x="2594696" y="3589494"/>
              <a:ext cx="184038" cy="184038"/>
            </a:xfrm>
            <a:custGeom>
              <a:avLst/>
              <a:gdLst/>
              <a:ahLst/>
              <a:cxnLst/>
              <a:rect l="l" t="t" r="r" b="b"/>
              <a:pathLst>
                <a:path w="4168" h="4168" extrusionOk="0">
                  <a:moveTo>
                    <a:pt x="2084" y="1"/>
                  </a:moveTo>
                  <a:lnTo>
                    <a:pt x="1870" y="12"/>
                  </a:lnTo>
                  <a:lnTo>
                    <a:pt x="1453" y="96"/>
                  </a:lnTo>
                  <a:lnTo>
                    <a:pt x="1084" y="251"/>
                  </a:lnTo>
                  <a:lnTo>
                    <a:pt x="750" y="477"/>
                  </a:lnTo>
                  <a:lnTo>
                    <a:pt x="465" y="763"/>
                  </a:lnTo>
                  <a:lnTo>
                    <a:pt x="238" y="1096"/>
                  </a:lnTo>
                  <a:lnTo>
                    <a:pt x="83" y="1465"/>
                  </a:lnTo>
                  <a:lnTo>
                    <a:pt x="0" y="1870"/>
                  </a:lnTo>
                  <a:lnTo>
                    <a:pt x="0" y="2084"/>
                  </a:lnTo>
                  <a:lnTo>
                    <a:pt x="0" y="2299"/>
                  </a:lnTo>
                  <a:lnTo>
                    <a:pt x="83" y="2703"/>
                  </a:lnTo>
                  <a:lnTo>
                    <a:pt x="238" y="3084"/>
                  </a:lnTo>
                  <a:lnTo>
                    <a:pt x="465" y="3418"/>
                  </a:lnTo>
                  <a:lnTo>
                    <a:pt x="750" y="3692"/>
                  </a:lnTo>
                  <a:lnTo>
                    <a:pt x="1084" y="3918"/>
                  </a:lnTo>
                  <a:lnTo>
                    <a:pt x="1453" y="4085"/>
                  </a:lnTo>
                  <a:lnTo>
                    <a:pt x="1870" y="4168"/>
                  </a:lnTo>
                  <a:lnTo>
                    <a:pt x="2286" y="4168"/>
                  </a:lnTo>
                  <a:lnTo>
                    <a:pt x="2703" y="4085"/>
                  </a:lnTo>
                  <a:lnTo>
                    <a:pt x="3072" y="3918"/>
                  </a:lnTo>
                  <a:lnTo>
                    <a:pt x="3405" y="3692"/>
                  </a:lnTo>
                  <a:lnTo>
                    <a:pt x="3691" y="3418"/>
                  </a:lnTo>
                  <a:lnTo>
                    <a:pt x="3917" y="3084"/>
                  </a:lnTo>
                  <a:lnTo>
                    <a:pt x="4072" y="2703"/>
                  </a:lnTo>
                  <a:lnTo>
                    <a:pt x="4156" y="2299"/>
                  </a:lnTo>
                  <a:lnTo>
                    <a:pt x="4168" y="2084"/>
                  </a:lnTo>
                  <a:lnTo>
                    <a:pt x="4156" y="1870"/>
                  </a:lnTo>
                  <a:lnTo>
                    <a:pt x="4072" y="1465"/>
                  </a:lnTo>
                  <a:lnTo>
                    <a:pt x="3917" y="1096"/>
                  </a:lnTo>
                  <a:lnTo>
                    <a:pt x="3691" y="763"/>
                  </a:lnTo>
                  <a:lnTo>
                    <a:pt x="3405" y="477"/>
                  </a:lnTo>
                  <a:lnTo>
                    <a:pt x="3072" y="251"/>
                  </a:lnTo>
                  <a:lnTo>
                    <a:pt x="2703" y="96"/>
                  </a:lnTo>
                  <a:lnTo>
                    <a:pt x="2286" y="12"/>
                  </a:lnTo>
                  <a:lnTo>
                    <a:pt x="2084" y="1"/>
                  </a:lnTo>
                  <a:close/>
                </a:path>
              </a:pathLst>
            </a:custGeom>
            <a:solidFill>
              <a:srgbClr val="FBAD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Rectangle 224">
            <a:extLst>
              <a:ext uri="{FF2B5EF4-FFF2-40B4-BE49-F238E27FC236}">
                <a16:creationId xmlns:a16="http://schemas.microsoft.com/office/drawing/2014/main" id="{45C3B7B3-43AA-402E-9740-C3ED1B16839A}"/>
              </a:ext>
            </a:extLst>
          </p:cNvPr>
          <p:cNvSpPr/>
          <p:nvPr/>
        </p:nvSpPr>
        <p:spPr>
          <a:xfrm>
            <a:off x="1340763" y="383495"/>
            <a:ext cx="9209830"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Predicting Credit Card Approval</a:t>
            </a:r>
          </a:p>
        </p:txBody>
      </p:sp>
      <p:sp>
        <p:nvSpPr>
          <p:cNvPr id="226" name="object 4">
            <a:extLst>
              <a:ext uri="{FF2B5EF4-FFF2-40B4-BE49-F238E27FC236}">
                <a16:creationId xmlns:a16="http://schemas.microsoft.com/office/drawing/2014/main" id="{A59BF9D0-E13C-4778-ADA2-B1835B61A8E0}"/>
              </a:ext>
            </a:extLst>
          </p:cNvPr>
          <p:cNvSpPr/>
          <p:nvPr/>
        </p:nvSpPr>
        <p:spPr>
          <a:xfrm>
            <a:off x="6179685" y="1553227"/>
            <a:ext cx="136097" cy="5074658"/>
          </a:xfrm>
          <a:custGeom>
            <a:avLst/>
            <a:gdLst/>
            <a:ahLst/>
            <a:cxnLst/>
            <a:rect l="l" t="t" r="r" b="b"/>
            <a:pathLst>
              <a:path h="3247390">
                <a:moveTo>
                  <a:pt x="0" y="0"/>
                </a:moveTo>
                <a:lnTo>
                  <a:pt x="0" y="3247085"/>
                </a:lnTo>
              </a:path>
            </a:pathLst>
          </a:custGeom>
          <a:ln w="38100">
            <a:solidFill>
              <a:schemeClr val="accent2"/>
            </a:solidFill>
            <a:prstDash val="lgDash"/>
          </a:ln>
        </p:spPr>
        <p:txBody>
          <a:bodyPr wrap="square" lIns="0" tIns="0" rIns="0" bIns="0" rtlCol="0"/>
          <a:lstStyle/>
          <a:p>
            <a:endParaRPr/>
          </a:p>
        </p:txBody>
      </p:sp>
      <p:sp>
        <p:nvSpPr>
          <p:cNvPr id="227" name="TextBox 226">
            <a:extLst>
              <a:ext uri="{FF2B5EF4-FFF2-40B4-BE49-F238E27FC236}">
                <a16:creationId xmlns:a16="http://schemas.microsoft.com/office/drawing/2014/main" id="{DF54EF51-A997-4914-BA48-6379787FD764}"/>
              </a:ext>
            </a:extLst>
          </p:cNvPr>
          <p:cNvSpPr txBox="1"/>
          <p:nvPr/>
        </p:nvSpPr>
        <p:spPr>
          <a:xfrm>
            <a:off x="6523538" y="2745699"/>
            <a:ext cx="5281960" cy="3046988"/>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scene3d>
              <a:camera prst="orthographicFront"/>
              <a:lightRig rig="soft" dir="t">
                <a:rot lat="0" lon="0" rev="15600000"/>
              </a:lightRig>
            </a:scene3d>
            <a:sp3d extrusionH="57150" prstMaterial="softEdge">
              <a:bevelT w="25400" h="38100"/>
            </a:sp3d>
          </a:bodyPr>
          <a:lstStyle/>
          <a:p>
            <a:r>
              <a:rPr lang="en-US" sz="3200" b="1" dirty="0">
                <a:ln/>
                <a:solidFill>
                  <a:schemeClr val="accent2">
                    <a:lumMod val="75000"/>
                  </a:schemeClr>
                </a:solidFill>
              </a:rPr>
              <a:t>	     BATCH -4</a:t>
            </a:r>
            <a:endParaRPr lang="en-IN" sz="3200" b="1" dirty="0">
              <a:ln/>
              <a:solidFill>
                <a:schemeClr val="accent2">
                  <a:lumMod val="75000"/>
                </a:schemeClr>
              </a:solidFill>
            </a:endParaRPr>
          </a:p>
          <a:p>
            <a:endParaRPr lang="en-US" sz="3200" b="1" dirty="0">
              <a:ln/>
              <a:solidFill>
                <a:schemeClr val="accent2">
                  <a:lumMod val="75000"/>
                </a:schemeClr>
              </a:solidFill>
            </a:endParaRPr>
          </a:p>
          <a:p>
            <a:r>
              <a:rPr lang="en-US" sz="3200" b="1" dirty="0">
                <a:ln/>
                <a:solidFill>
                  <a:schemeClr val="accent2">
                    <a:lumMod val="75000"/>
                  </a:schemeClr>
                </a:solidFill>
              </a:rPr>
              <a:t>Gayatri Shastri – 19251A0526 </a:t>
            </a:r>
          </a:p>
          <a:p>
            <a:r>
              <a:rPr lang="en-US" sz="3200" b="1" dirty="0">
                <a:ln/>
                <a:solidFill>
                  <a:schemeClr val="accent2">
                    <a:lumMod val="75000"/>
                  </a:schemeClr>
                </a:solidFill>
              </a:rPr>
              <a:t>Aparna – 19251A0519</a:t>
            </a:r>
          </a:p>
          <a:p>
            <a:r>
              <a:rPr lang="en-US" sz="3200" b="1" dirty="0">
                <a:ln/>
                <a:solidFill>
                  <a:schemeClr val="accent2">
                    <a:lumMod val="75000"/>
                  </a:schemeClr>
                </a:solidFill>
              </a:rPr>
              <a:t>Sushma – 19251A0525</a:t>
            </a:r>
          </a:p>
          <a:p>
            <a:r>
              <a:rPr lang="en-US" sz="3200" b="1" dirty="0" err="1">
                <a:ln/>
                <a:solidFill>
                  <a:schemeClr val="accent2">
                    <a:lumMod val="75000"/>
                  </a:schemeClr>
                </a:solidFill>
              </a:rPr>
              <a:t>Likitha</a:t>
            </a:r>
            <a:r>
              <a:rPr lang="en-US" sz="3200" b="1" dirty="0">
                <a:ln/>
                <a:solidFill>
                  <a:schemeClr val="accent2">
                    <a:lumMod val="75000"/>
                  </a:schemeClr>
                </a:solidFill>
              </a:rPr>
              <a:t> – 19251A0503</a:t>
            </a:r>
            <a:endParaRPr lang="en-IN" sz="3200" b="1" dirty="0">
              <a:ln/>
              <a:solidFill>
                <a:schemeClr val="accent2">
                  <a:lumMod val="75000"/>
                </a:schemeClr>
              </a:solidFill>
            </a:endParaRPr>
          </a:p>
        </p:txBody>
      </p:sp>
      <p:sp>
        <p:nvSpPr>
          <p:cNvPr id="228" name="Rectangle 227">
            <a:extLst>
              <a:ext uri="{FF2B5EF4-FFF2-40B4-BE49-F238E27FC236}">
                <a16:creationId xmlns:a16="http://schemas.microsoft.com/office/drawing/2014/main" id="{727780EA-A82A-4CC5-AE52-E2CE088B92BB}"/>
              </a:ext>
            </a:extLst>
          </p:cNvPr>
          <p:cNvSpPr/>
          <p:nvPr/>
        </p:nvSpPr>
        <p:spPr>
          <a:xfrm>
            <a:off x="6587597" y="1686571"/>
            <a:ext cx="4423929" cy="923330"/>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cap="none" spc="0" dirty="0">
                <a:ln/>
                <a:solidFill>
                  <a:schemeClr val="accent4"/>
                </a:solidFill>
                <a:effectLst/>
              </a:rPr>
              <a:t>DONE BY:</a:t>
            </a:r>
          </a:p>
        </p:txBody>
      </p:sp>
    </p:spTree>
    <p:extLst>
      <p:ext uri="{BB962C8B-B14F-4D97-AF65-F5344CB8AC3E}">
        <p14:creationId xmlns:p14="http://schemas.microsoft.com/office/powerpoint/2010/main" val="233862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1AA8C4C5-693F-492C-9DE2-91D24FB0218C}"/>
              </a:ext>
            </a:extLst>
          </p:cNvPr>
          <p:cNvSpPr txBox="1"/>
          <p:nvPr/>
        </p:nvSpPr>
        <p:spPr>
          <a:xfrm>
            <a:off x="5899759" y="1777398"/>
            <a:ext cx="5586608" cy="461665"/>
          </a:xfrm>
          <a:prstGeom prst="rect">
            <a:avLst/>
          </a:prstGeom>
          <a:noFill/>
        </p:spPr>
        <p:txBody>
          <a:bodyPr wrap="square" rtlCol="0">
            <a:spAutoFit/>
          </a:bodyPr>
          <a:lstStyle/>
          <a:p>
            <a:r>
              <a:rPr lang="en-US" sz="2400" dirty="0">
                <a:latin typeface="Trebuchet MS" panose="020B0603020202020204" pitchFamily="34" charset="0"/>
              </a:rPr>
              <a:t> </a:t>
            </a:r>
            <a:endParaRPr lang="en-IN" sz="2400" dirty="0">
              <a:latin typeface="Trebuchet MS" panose="020B0603020202020204" pitchFamily="34" charset="0"/>
            </a:endParaRPr>
          </a:p>
        </p:txBody>
      </p:sp>
      <p:sp>
        <p:nvSpPr>
          <p:cNvPr id="52" name="Rectangle 51">
            <a:extLst>
              <a:ext uri="{FF2B5EF4-FFF2-40B4-BE49-F238E27FC236}">
                <a16:creationId xmlns:a16="http://schemas.microsoft.com/office/drawing/2014/main" id="{52D5AA92-0164-4F60-883C-124E1E2DB43B}"/>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PROBLEM STATEMENT</a:t>
            </a:r>
          </a:p>
        </p:txBody>
      </p:sp>
      <p:grpSp>
        <p:nvGrpSpPr>
          <p:cNvPr id="54" name="Google Shape;4016;p36">
            <a:extLst>
              <a:ext uri="{FF2B5EF4-FFF2-40B4-BE49-F238E27FC236}">
                <a16:creationId xmlns:a16="http://schemas.microsoft.com/office/drawing/2014/main" id="{D8A42686-9068-427F-B3D3-01332362FBB6}"/>
              </a:ext>
            </a:extLst>
          </p:cNvPr>
          <p:cNvGrpSpPr/>
          <p:nvPr/>
        </p:nvGrpSpPr>
        <p:grpSpPr>
          <a:xfrm>
            <a:off x="137787" y="986145"/>
            <a:ext cx="11800748" cy="5871854"/>
            <a:chOff x="666825" y="1418025"/>
            <a:chExt cx="3604200" cy="1530000"/>
          </a:xfrm>
        </p:grpSpPr>
        <p:sp>
          <p:nvSpPr>
            <p:cNvPr id="55" name="Google Shape;4017;p36">
              <a:extLst>
                <a:ext uri="{FF2B5EF4-FFF2-40B4-BE49-F238E27FC236}">
                  <a16:creationId xmlns:a16="http://schemas.microsoft.com/office/drawing/2014/main" id="{22D668E2-4DB5-4E2B-B3C4-359BA9716703}"/>
                </a:ext>
              </a:extLst>
            </p:cNvPr>
            <p:cNvSpPr/>
            <p:nvPr/>
          </p:nvSpPr>
          <p:spPr>
            <a:xfrm>
              <a:off x="666825" y="1418025"/>
              <a:ext cx="3604200" cy="1530000"/>
            </a:xfrm>
            <a:prstGeom prst="roundRect">
              <a:avLst>
                <a:gd name="adj" fmla="val 16667"/>
              </a:avLst>
            </a:prstGeom>
            <a:solidFill>
              <a:schemeClr val="accent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4020;p36">
              <a:extLst>
                <a:ext uri="{FF2B5EF4-FFF2-40B4-BE49-F238E27FC236}">
                  <a16:creationId xmlns:a16="http://schemas.microsoft.com/office/drawing/2014/main" id="{F5973641-D9D5-4A6E-96F1-6EB5F7A4F61C}"/>
                </a:ext>
              </a:extLst>
            </p:cNvPr>
            <p:cNvSpPr txBox="1"/>
            <p:nvPr/>
          </p:nvSpPr>
          <p:spPr>
            <a:xfrm>
              <a:off x="813900" y="1688462"/>
              <a:ext cx="1940700" cy="644700"/>
            </a:xfrm>
            <a:prstGeom prst="rect">
              <a:avLst/>
            </a:prstGeom>
            <a:noFill/>
            <a:ln>
              <a:noFill/>
            </a:ln>
          </p:spPr>
          <p:txBody>
            <a:bodyPr spcFirstLastPara="1" wrap="square" lIns="91425" tIns="91425" rIns="91425" bIns="91425" anchor="t" anchorCtr="0">
              <a:noAutofit/>
            </a:bodyPr>
            <a:lstStyle/>
            <a:p>
              <a:r>
                <a:rPr lang="en-US" sz="2400" b="0" i="0" dirty="0">
                  <a:effectLst/>
                  <a:latin typeface="Trebuchet MS" panose="020B0603020202020204" pitchFamily="34" charset="0"/>
                </a:rPr>
                <a:t>Commercial banks receive </a:t>
              </a:r>
              <a:r>
                <a:rPr lang="en-US" sz="2400" b="0" i="1" dirty="0">
                  <a:effectLst/>
                  <a:latin typeface="Trebuchet MS" panose="020B0603020202020204" pitchFamily="34" charset="0"/>
                </a:rPr>
                <a:t>a lot</a:t>
              </a:r>
              <a:r>
                <a:rPr lang="en-US" sz="2400" b="0" i="0" dirty="0">
                  <a:effectLst/>
                  <a:latin typeface="Trebuchet MS" panose="020B0603020202020204" pitchFamily="34" charset="0"/>
                </a:rPr>
                <a:t> of applications for credit cards. Many of them get rejected for many reasons, like high loan balances, low income levels too many inquiries on an individual's credit report, for example. Manually analyzing these applications is mundane, error-prone, and time-consuming (and time is money!)..</a:t>
              </a:r>
              <a:endParaRPr lang="en-IN" sz="2400" dirty="0">
                <a:latin typeface="Trebuchet MS" panose="020B0603020202020204" pitchFamily="34" charset="0"/>
              </a:endParaRPr>
            </a:p>
          </p:txBody>
        </p:sp>
        <p:grpSp>
          <p:nvGrpSpPr>
            <p:cNvPr id="57" name="Google Shape;4021;p36">
              <a:extLst>
                <a:ext uri="{FF2B5EF4-FFF2-40B4-BE49-F238E27FC236}">
                  <a16:creationId xmlns:a16="http://schemas.microsoft.com/office/drawing/2014/main" id="{5AFCDCA6-878F-4CD9-9EE7-66F852592EBB}"/>
                </a:ext>
              </a:extLst>
            </p:cNvPr>
            <p:cNvGrpSpPr/>
            <p:nvPr/>
          </p:nvGrpSpPr>
          <p:grpSpPr>
            <a:xfrm>
              <a:off x="2840413" y="1545375"/>
              <a:ext cx="1275300" cy="1275300"/>
              <a:chOff x="2914463" y="1545375"/>
              <a:chExt cx="1275300" cy="1275300"/>
            </a:xfrm>
          </p:grpSpPr>
          <p:sp>
            <p:nvSpPr>
              <p:cNvPr id="58" name="Google Shape;4022;p36">
                <a:extLst>
                  <a:ext uri="{FF2B5EF4-FFF2-40B4-BE49-F238E27FC236}">
                    <a16:creationId xmlns:a16="http://schemas.microsoft.com/office/drawing/2014/main" id="{6AC73436-FF04-413F-A7CF-D4DE5476942C}"/>
                  </a:ext>
                </a:extLst>
              </p:cNvPr>
              <p:cNvSpPr/>
              <p:nvPr/>
            </p:nvSpPr>
            <p:spPr>
              <a:xfrm>
                <a:off x="2914463" y="1545375"/>
                <a:ext cx="1275300" cy="1275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4023;p36">
                <a:extLst>
                  <a:ext uri="{FF2B5EF4-FFF2-40B4-BE49-F238E27FC236}">
                    <a16:creationId xmlns:a16="http://schemas.microsoft.com/office/drawing/2014/main" id="{3D799691-5698-4E8B-97E0-B2CEA7BF2355}"/>
                  </a:ext>
                </a:extLst>
              </p:cNvPr>
              <p:cNvGrpSpPr/>
              <p:nvPr/>
            </p:nvGrpSpPr>
            <p:grpSpPr>
              <a:xfrm>
                <a:off x="3003075" y="1651375"/>
                <a:ext cx="1103200" cy="1063300"/>
                <a:chOff x="3014950" y="1726188"/>
                <a:chExt cx="1103200" cy="1063300"/>
              </a:xfrm>
            </p:grpSpPr>
            <p:sp>
              <p:nvSpPr>
                <p:cNvPr id="60" name="Google Shape;4024;p36">
                  <a:extLst>
                    <a:ext uri="{FF2B5EF4-FFF2-40B4-BE49-F238E27FC236}">
                      <a16:creationId xmlns:a16="http://schemas.microsoft.com/office/drawing/2014/main" id="{8479D16E-B053-4CCA-9DD4-F39A1F611217}"/>
                    </a:ext>
                  </a:extLst>
                </p:cNvPr>
                <p:cNvSpPr/>
                <p:nvPr/>
              </p:nvSpPr>
              <p:spPr>
                <a:xfrm>
                  <a:off x="3865700" y="2262288"/>
                  <a:ext cx="252450" cy="115525"/>
                </a:xfrm>
                <a:custGeom>
                  <a:avLst/>
                  <a:gdLst/>
                  <a:ahLst/>
                  <a:cxnLst/>
                  <a:rect l="l" t="t" r="r" b="b"/>
                  <a:pathLst>
                    <a:path w="10098" h="4621" extrusionOk="0">
                      <a:moveTo>
                        <a:pt x="1334" y="0"/>
                      </a:moveTo>
                      <a:lnTo>
                        <a:pt x="1060" y="24"/>
                      </a:lnTo>
                      <a:lnTo>
                        <a:pt x="584" y="215"/>
                      </a:lnTo>
                      <a:lnTo>
                        <a:pt x="226" y="584"/>
                      </a:lnTo>
                      <a:lnTo>
                        <a:pt x="24" y="1060"/>
                      </a:lnTo>
                      <a:lnTo>
                        <a:pt x="0" y="1322"/>
                      </a:lnTo>
                      <a:lnTo>
                        <a:pt x="0" y="3287"/>
                      </a:lnTo>
                      <a:lnTo>
                        <a:pt x="24" y="3560"/>
                      </a:lnTo>
                      <a:lnTo>
                        <a:pt x="226" y="4037"/>
                      </a:lnTo>
                      <a:lnTo>
                        <a:pt x="584" y="4394"/>
                      </a:lnTo>
                      <a:lnTo>
                        <a:pt x="1060" y="4596"/>
                      </a:lnTo>
                      <a:lnTo>
                        <a:pt x="1334" y="4620"/>
                      </a:lnTo>
                      <a:lnTo>
                        <a:pt x="8776" y="4620"/>
                      </a:lnTo>
                      <a:lnTo>
                        <a:pt x="9037" y="4596"/>
                      </a:lnTo>
                      <a:lnTo>
                        <a:pt x="9514" y="4394"/>
                      </a:lnTo>
                      <a:lnTo>
                        <a:pt x="9871" y="4037"/>
                      </a:lnTo>
                      <a:lnTo>
                        <a:pt x="10073" y="3560"/>
                      </a:lnTo>
                      <a:lnTo>
                        <a:pt x="10097" y="3287"/>
                      </a:lnTo>
                      <a:lnTo>
                        <a:pt x="10097" y="1322"/>
                      </a:lnTo>
                      <a:lnTo>
                        <a:pt x="10073" y="1060"/>
                      </a:lnTo>
                      <a:lnTo>
                        <a:pt x="9871" y="584"/>
                      </a:lnTo>
                      <a:lnTo>
                        <a:pt x="9514" y="215"/>
                      </a:lnTo>
                      <a:lnTo>
                        <a:pt x="9037" y="24"/>
                      </a:lnTo>
                      <a:lnTo>
                        <a:pt x="8776" y="0"/>
                      </a:lnTo>
                      <a:close/>
                    </a:path>
                  </a:pathLst>
                </a:custGeom>
                <a:solidFill>
                  <a:srgbClr val="4018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025;p36">
                  <a:extLst>
                    <a:ext uri="{FF2B5EF4-FFF2-40B4-BE49-F238E27FC236}">
                      <a16:creationId xmlns:a16="http://schemas.microsoft.com/office/drawing/2014/main" id="{01DEFE05-8F1C-48A5-A8F7-23556FFC2B17}"/>
                    </a:ext>
                  </a:extLst>
                </p:cNvPr>
                <p:cNvSpPr/>
                <p:nvPr/>
              </p:nvSpPr>
              <p:spPr>
                <a:xfrm>
                  <a:off x="3340000" y="2033963"/>
                  <a:ext cx="32175" cy="34850"/>
                </a:xfrm>
                <a:custGeom>
                  <a:avLst/>
                  <a:gdLst/>
                  <a:ahLst/>
                  <a:cxnLst/>
                  <a:rect l="l" t="t" r="r" b="b"/>
                  <a:pathLst>
                    <a:path w="1287" h="1394" extrusionOk="0">
                      <a:moveTo>
                        <a:pt x="561" y="1"/>
                      </a:moveTo>
                      <a:lnTo>
                        <a:pt x="311" y="108"/>
                      </a:lnTo>
                      <a:lnTo>
                        <a:pt x="120" y="299"/>
                      </a:lnTo>
                      <a:lnTo>
                        <a:pt x="13" y="549"/>
                      </a:lnTo>
                      <a:lnTo>
                        <a:pt x="1" y="691"/>
                      </a:lnTo>
                      <a:lnTo>
                        <a:pt x="13" y="834"/>
                      </a:lnTo>
                      <a:lnTo>
                        <a:pt x="120" y="1084"/>
                      </a:lnTo>
                      <a:lnTo>
                        <a:pt x="311" y="1275"/>
                      </a:lnTo>
                      <a:lnTo>
                        <a:pt x="561" y="1382"/>
                      </a:lnTo>
                      <a:lnTo>
                        <a:pt x="703" y="1394"/>
                      </a:lnTo>
                      <a:lnTo>
                        <a:pt x="858" y="1394"/>
                      </a:lnTo>
                      <a:lnTo>
                        <a:pt x="1287" y="1"/>
                      </a:lnTo>
                      <a:close/>
                    </a:path>
                  </a:pathLst>
                </a:custGeom>
                <a:solidFill>
                  <a:srgbClr val="703F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4026;p36">
                  <a:extLst>
                    <a:ext uri="{FF2B5EF4-FFF2-40B4-BE49-F238E27FC236}">
                      <a16:creationId xmlns:a16="http://schemas.microsoft.com/office/drawing/2014/main" id="{33D135BE-D6FA-4A24-BCBA-8025BECB8396}"/>
                    </a:ext>
                  </a:extLst>
                </p:cNvPr>
                <p:cNvSpPr/>
                <p:nvPr/>
              </p:nvSpPr>
              <p:spPr>
                <a:xfrm>
                  <a:off x="3617150" y="1820238"/>
                  <a:ext cx="243800" cy="95575"/>
                </a:xfrm>
                <a:custGeom>
                  <a:avLst/>
                  <a:gdLst/>
                  <a:ahLst/>
                  <a:cxnLst/>
                  <a:rect l="l" t="t" r="r" b="b"/>
                  <a:pathLst>
                    <a:path w="9752" h="3823" extrusionOk="0">
                      <a:moveTo>
                        <a:pt x="3274" y="1"/>
                      </a:moveTo>
                      <a:lnTo>
                        <a:pt x="3155" y="191"/>
                      </a:lnTo>
                      <a:lnTo>
                        <a:pt x="2858" y="525"/>
                      </a:lnTo>
                      <a:lnTo>
                        <a:pt x="2501" y="799"/>
                      </a:lnTo>
                      <a:lnTo>
                        <a:pt x="2108" y="989"/>
                      </a:lnTo>
                      <a:lnTo>
                        <a:pt x="1905" y="1061"/>
                      </a:lnTo>
                      <a:lnTo>
                        <a:pt x="1596" y="1132"/>
                      </a:lnTo>
                      <a:lnTo>
                        <a:pt x="965" y="1144"/>
                      </a:lnTo>
                      <a:lnTo>
                        <a:pt x="643" y="1072"/>
                      </a:lnTo>
                      <a:lnTo>
                        <a:pt x="357" y="977"/>
                      </a:lnTo>
                      <a:lnTo>
                        <a:pt x="60" y="834"/>
                      </a:lnTo>
                      <a:lnTo>
                        <a:pt x="0" y="941"/>
                      </a:lnTo>
                      <a:lnTo>
                        <a:pt x="595" y="1120"/>
                      </a:lnTo>
                      <a:lnTo>
                        <a:pt x="1560" y="1406"/>
                      </a:lnTo>
                      <a:lnTo>
                        <a:pt x="2667" y="1727"/>
                      </a:lnTo>
                      <a:lnTo>
                        <a:pt x="9752" y="3823"/>
                      </a:lnTo>
                      <a:lnTo>
                        <a:pt x="5203" y="1132"/>
                      </a:lnTo>
                      <a:lnTo>
                        <a:pt x="32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4027;p36">
                  <a:extLst>
                    <a:ext uri="{FF2B5EF4-FFF2-40B4-BE49-F238E27FC236}">
                      <a16:creationId xmlns:a16="http://schemas.microsoft.com/office/drawing/2014/main" id="{394204A5-42EA-463D-A13C-2BA4990CEF50}"/>
                    </a:ext>
                  </a:extLst>
                </p:cNvPr>
                <p:cNvSpPr/>
                <p:nvPr/>
              </p:nvSpPr>
              <p:spPr>
                <a:xfrm>
                  <a:off x="3707325" y="1726188"/>
                  <a:ext cx="231325" cy="183675"/>
                </a:xfrm>
                <a:custGeom>
                  <a:avLst/>
                  <a:gdLst/>
                  <a:ahLst/>
                  <a:cxnLst/>
                  <a:rect l="l" t="t" r="r" b="b"/>
                  <a:pathLst>
                    <a:path w="9253" h="7347" extrusionOk="0">
                      <a:moveTo>
                        <a:pt x="1894" y="0"/>
                      </a:moveTo>
                      <a:lnTo>
                        <a:pt x="1" y="1893"/>
                      </a:lnTo>
                      <a:lnTo>
                        <a:pt x="787" y="2346"/>
                      </a:lnTo>
                      <a:lnTo>
                        <a:pt x="1965" y="1191"/>
                      </a:lnTo>
                      <a:lnTo>
                        <a:pt x="6502" y="5739"/>
                      </a:lnTo>
                      <a:lnTo>
                        <a:pt x="9252" y="7347"/>
                      </a:lnTo>
                      <a:lnTo>
                        <a:pt x="9252" y="7347"/>
                      </a:lnTo>
                      <a:lnTo>
                        <a:pt x="189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4028;p36">
                  <a:extLst>
                    <a:ext uri="{FF2B5EF4-FFF2-40B4-BE49-F238E27FC236}">
                      <a16:creationId xmlns:a16="http://schemas.microsoft.com/office/drawing/2014/main" id="{46F59E7A-B088-489D-B07D-C3E5B24D96A7}"/>
                    </a:ext>
                  </a:extLst>
                </p:cNvPr>
                <p:cNvSpPr/>
                <p:nvPr/>
              </p:nvSpPr>
              <p:spPr>
                <a:xfrm>
                  <a:off x="4010950" y="1992888"/>
                  <a:ext cx="76525" cy="86650"/>
                </a:xfrm>
                <a:custGeom>
                  <a:avLst/>
                  <a:gdLst/>
                  <a:ahLst/>
                  <a:cxnLst/>
                  <a:rect l="l" t="t" r="r" b="b"/>
                  <a:pathLst>
                    <a:path w="3061" h="3466" extrusionOk="0">
                      <a:moveTo>
                        <a:pt x="417" y="1"/>
                      </a:moveTo>
                      <a:lnTo>
                        <a:pt x="1" y="715"/>
                      </a:lnTo>
                      <a:lnTo>
                        <a:pt x="1894" y="2608"/>
                      </a:lnTo>
                      <a:lnTo>
                        <a:pt x="1441" y="3049"/>
                      </a:lnTo>
                      <a:lnTo>
                        <a:pt x="1668" y="3097"/>
                      </a:lnTo>
                      <a:lnTo>
                        <a:pt x="2084" y="3311"/>
                      </a:lnTo>
                      <a:lnTo>
                        <a:pt x="2251" y="3466"/>
                      </a:lnTo>
                      <a:lnTo>
                        <a:pt x="3061" y="2656"/>
                      </a:lnTo>
                      <a:lnTo>
                        <a:pt x="4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4029;p36">
                  <a:extLst>
                    <a:ext uri="{FF2B5EF4-FFF2-40B4-BE49-F238E27FC236}">
                      <a16:creationId xmlns:a16="http://schemas.microsoft.com/office/drawing/2014/main" id="{7E6A504A-E2E1-4989-802C-08FF4D613D1A}"/>
                    </a:ext>
                  </a:extLst>
                </p:cNvPr>
                <p:cNvSpPr/>
                <p:nvPr/>
              </p:nvSpPr>
              <p:spPr>
                <a:xfrm>
                  <a:off x="3726975" y="1755938"/>
                  <a:ext cx="142900" cy="113750"/>
                </a:xfrm>
                <a:custGeom>
                  <a:avLst/>
                  <a:gdLst/>
                  <a:ahLst/>
                  <a:cxnLst/>
                  <a:rect l="l" t="t" r="r" b="b"/>
                  <a:pathLst>
                    <a:path w="5716" h="4550" extrusionOk="0">
                      <a:moveTo>
                        <a:pt x="1179" y="1"/>
                      </a:moveTo>
                      <a:lnTo>
                        <a:pt x="1" y="1156"/>
                      </a:lnTo>
                      <a:lnTo>
                        <a:pt x="5716" y="4549"/>
                      </a:lnTo>
                      <a:lnTo>
                        <a:pt x="117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4030;p36">
                  <a:extLst>
                    <a:ext uri="{FF2B5EF4-FFF2-40B4-BE49-F238E27FC236}">
                      <a16:creationId xmlns:a16="http://schemas.microsoft.com/office/drawing/2014/main" id="{F3B1F39A-B71E-441D-8EC3-1EE83075982D}"/>
                    </a:ext>
                  </a:extLst>
                </p:cNvPr>
                <p:cNvSpPr/>
                <p:nvPr/>
              </p:nvSpPr>
              <p:spPr>
                <a:xfrm>
                  <a:off x="3976725" y="2010763"/>
                  <a:ext cx="81875" cy="58950"/>
                </a:xfrm>
                <a:custGeom>
                  <a:avLst/>
                  <a:gdLst/>
                  <a:ahLst/>
                  <a:cxnLst/>
                  <a:rect l="l" t="t" r="r" b="b"/>
                  <a:pathLst>
                    <a:path w="3275" h="2358" extrusionOk="0">
                      <a:moveTo>
                        <a:pt x="1370" y="0"/>
                      </a:moveTo>
                      <a:lnTo>
                        <a:pt x="0" y="2334"/>
                      </a:lnTo>
                      <a:lnTo>
                        <a:pt x="2739" y="2334"/>
                      </a:lnTo>
                      <a:lnTo>
                        <a:pt x="2822" y="2358"/>
                      </a:lnTo>
                      <a:lnTo>
                        <a:pt x="3275" y="1905"/>
                      </a:lnTo>
                      <a:lnTo>
                        <a:pt x="13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4031;p36">
                  <a:extLst>
                    <a:ext uri="{FF2B5EF4-FFF2-40B4-BE49-F238E27FC236}">
                      <a16:creationId xmlns:a16="http://schemas.microsoft.com/office/drawing/2014/main" id="{5FDE06A1-9273-4C0C-90CC-516FD0B8567C}"/>
                    </a:ext>
                  </a:extLst>
                </p:cNvPr>
                <p:cNvSpPr/>
                <p:nvPr/>
              </p:nvSpPr>
              <p:spPr>
                <a:xfrm>
                  <a:off x="3570700" y="1728263"/>
                  <a:ext cx="465575" cy="340550"/>
                </a:xfrm>
                <a:custGeom>
                  <a:avLst/>
                  <a:gdLst/>
                  <a:ahLst/>
                  <a:cxnLst/>
                  <a:rect l="l" t="t" r="r" b="b"/>
                  <a:pathLst>
                    <a:path w="18623" h="13622" extrusionOk="0">
                      <a:moveTo>
                        <a:pt x="2394" y="1"/>
                      </a:moveTo>
                      <a:lnTo>
                        <a:pt x="1" y="4073"/>
                      </a:lnTo>
                      <a:lnTo>
                        <a:pt x="882" y="4335"/>
                      </a:lnTo>
                      <a:lnTo>
                        <a:pt x="2775" y="1132"/>
                      </a:lnTo>
                      <a:lnTo>
                        <a:pt x="4882" y="2382"/>
                      </a:lnTo>
                      <a:lnTo>
                        <a:pt x="5668" y="2846"/>
                      </a:lnTo>
                      <a:lnTo>
                        <a:pt x="8562" y="4561"/>
                      </a:lnTo>
                      <a:lnTo>
                        <a:pt x="10836" y="5894"/>
                      </a:lnTo>
                      <a:lnTo>
                        <a:pt x="14229" y="7919"/>
                      </a:lnTo>
                      <a:lnTo>
                        <a:pt x="17004" y="9562"/>
                      </a:lnTo>
                      <a:lnTo>
                        <a:pt x="17480" y="9848"/>
                      </a:lnTo>
                      <a:lnTo>
                        <a:pt x="17396" y="9967"/>
                      </a:lnTo>
                      <a:lnTo>
                        <a:pt x="16980" y="10681"/>
                      </a:lnTo>
                      <a:lnTo>
                        <a:pt x="15789" y="12681"/>
                      </a:lnTo>
                      <a:lnTo>
                        <a:pt x="15229" y="13622"/>
                      </a:lnTo>
                      <a:lnTo>
                        <a:pt x="16230" y="13622"/>
                      </a:lnTo>
                      <a:lnTo>
                        <a:pt x="17611" y="11300"/>
                      </a:lnTo>
                      <a:lnTo>
                        <a:pt x="18027" y="10586"/>
                      </a:lnTo>
                      <a:lnTo>
                        <a:pt x="18623" y="9574"/>
                      </a:lnTo>
                      <a:lnTo>
                        <a:pt x="14717" y="7264"/>
                      </a:lnTo>
                      <a:lnTo>
                        <a:pt x="11967" y="5656"/>
                      </a:lnTo>
                      <a:lnTo>
                        <a:pt x="6252" y="2263"/>
                      </a:lnTo>
                      <a:lnTo>
                        <a:pt x="5466" y="1810"/>
                      </a:lnTo>
                      <a:lnTo>
                        <a:pt x="23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4032;p36">
                  <a:extLst>
                    <a:ext uri="{FF2B5EF4-FFF2-40B4-BE49-F238E27FC236}">
                      <a16:creationId xmlns:a16="http://schemas.microsoft.com/office/drawing/2014/main" id="{804358E0-0B33-408D-B501-99A3FB1A2B47}"/>
                    </a:ext>
                  </a:extLst>
                </p:cNvPr>
                <p:cNvSpPr/>
                <p:nvPr/>
              </p:nvSpPr>
              <p:spPr>
                <a:xfrm>
                  <a:off x="3592725" y="1756538"/>
                  <a:ext cx="414975" cy="312575"/>
                </a:xfrm>
                <a:custGeom>
                  <a:avLst/>
                  <a:gdLst/>
                  <a:ahLst/>
                  <a:cxnLst/>
                  <a:rect l="l" t="t" r="r" b="b"/>
                  <a:pathLst>
                    <a:path w="16599" h="12503" extrusionOk="0">
                      <a:moveTo>
                        <a:pt x="1894" y="1"/>
                      </a:moveTo>
                      <a:lnTo>
                        <a:pt x="1" y="3204"/>
                      </a:lnTo>
                      <a:lnTo>
                        <a:pt x="1001" y="3501"/>
                      </a:lnTo>
                      <a:lnTo>
                        <a:pt x="1060" y="3394"/>
                      </a:lnTo>
                      <a:lnTo>
                        <a:pt x="1334" y="3537"/>
                      </a:lnTo>
                      <a:lnTo>
                        <a:pt x="1632" y="3632"/>
                      </a:lnTo>
                      <a:lnTo>
                        <a:pt x="1953" y="3704"/>
                      </a:lnTo>
                      <a:lnTo>
                        <a:pt x="2596" y="3692"/>
                      </a:lnTo>
                      <a:lnTo>
                        <a:pt x="2906" y="3620"/>
                      </a:lnTo>
                      <a:lnTo>
                        <a:pt x="3108" y="3549"/>
                      </a:lnTo>
                      <a:lnTo>
                        <a:pt x="3489" y="3359"/>
                      </a:lnTo>
                      <a:lnTo>
                        <a:pt x="3847" y="3097"/>
                      </a:lnTo>
                      <a:lnTo>
                        <a:pt x="4144" y="2763"/>
                      </a:lnTo>
                      <a:lnTo>
                        <a:pt x="4275" y="2561"/>
                      </a:lnTo>
                      <a:lnTo>
                        <a:pt x="6192" y="3692"/>
                      </a:lnTo>
                      <a:lnTo>
                        <a:pt x="10741" y="6395"/>
                      </a:lnTo>
                      <a:lnTo>
                        <a:pt x="11908" y="6728"/>
                      </a:lnTo>
                      <a:lnTo>
                        <a:pt x="12098" y="6788"/>
                      </a:lnTo>
                      <a:lnTo>
                        <a:pt x="12074" y="6895"/>
                      </a:lnTo>
                      <a:lnTo>
                        <a:pt x="11991" y="7133"/>
                      </a:lnTo>
                      <a:lnTo>
                        <a:pt x="12741" y="7585"/>
                      </a:lnTo>
                      <a:lnTo>
                        <a:pt x="13182" y="7847"/>
                      </a:lnTo>
                      <a:lnTo>
                        <a:pt x="13146" y="7907"/>
                      </a:lnTo>
                      <a:lnTo>
                        <a:pt x="13122" y="7966"/>
                      </a:lnTo>
                      <a:lnTo>
                        <a:pt x="13027" y="8181"/>
                      </a:lnTo>
                      <a:lnTo>
                        <a:pt x="12908" y="8609"/>
                      </a:lnTo>
                      <a:lnTo>
                        <a:pt x="12860" y="9038"/>
                      </a:lnTo>
                      <a:lnTo>
                        <a:pt x="12908" y="9479"/>
                      </a:lnTo>
                      <a:lnTo>
                        <a:pt x="13027" y="9895"/>
                      </a:lnTo>
                      <a:lnTo>
                        <a:pt x="13217" y="10288"/>
                      </a:lnTo>
                      <a:lnTo>
                        <a:pt x="13491" y="10634"/>
                      </a:lnTo>
                      <a:lnTo>
                        <a:pt x="13825" y="10931"/>
                      </a:lnTo>
                      <a:lnTo>
                        <a:pt x="14015" y="11062"/>
                      </a:lnTo>
                      <a:lnTo>
                        <a:pt x="13170" y="12503"/>
                      </a:lnTo>
                      <a:lnTo>
                        <a:pt x="14360" y="12503"/>
                      </a:lnTo>
                      <a:lnTo>
                        <a:pt x="14908" y="11574"/>
                      </a:lnTo>
                      <a:lnTo>
                        <a:pt x="16099" y="9550"/>
                      </a:lnTo>
                      <a:lnTo>
                        <a:pt x="16515" y="8836"/>
                      </a:lnTo>
                      <a:lnTo>
                        <a:pt x="16599" y="8717"/>
                      </a:lnTo>
                      <a:lnTo>
                        <a:pt x="16123" y="8431"/>
                      </a:lnTo>
                      <a:lnTo>
                        <a:pt x="13348" y="6788"/>
                      </a:lnTo>
                      <a:lnTo>
                        <a:pt x="9955" y="4763"/>
                      </a:lnTo>
                      <a:lnTo>
                        <a:pt x="7681" y="3430"/>
                      </a:lnTo>
                      <a:lnTo>
                        <a:pt x="4787" y="1715"/>
                      </a:lnTo>
                      <a:lnTo>
                        <a:pt x="4001" y="1251"/>
                      </a:lnTo>
                      <a:lnTo>
                        <a:pt x="189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4033;p36">
                  <a:extLst>
                    <a:ext uri="{FF2B5EF4-FFF2-40B4-BE49-F238E27FC236}">
                      <a16:creationId xmlns:a16="http://schemas.microsoft.com/office/drawing/2014/main" id="{20888D29-CB0F-4597-A2A6-DAADCED7BF4E}"/>
                    </a:ext>
                  </a:extLst>
                </p:cNvPr>
                <p:cNvSpPr/>
                <p:nvPr/>
              </p:nvSpPr>
              <p:spPr>
                <a:xfrm>
                  <a:off x="3852900" y="1934563"/>
                  <a:ext cx="89925" cy="134250"/>
                </a:xfrm>
                <a:custGeom>
                  <a:avLst/>
                  <a:gdLst/>
                  <a:ahLst/>
                  <a:cxnLst/>
                  <a:rect l="l" t="t" r="r" b="b"/>
                  <a:pathLst>
                    <a:path w="3597" h="5370" extrusionOk="0">
                      <a:moveTo>
                        <a:pt x="1584" y="0"/>
                      </a:moveTo>
                      <a:lnTo>
                        <a:pt x="0" y="5370"/>
                      </a:lnTo>
                      <a:lnTo>
                        <a:pt x="2751" y="5370"/>
                      </a:lnTo>
                      <a:lnTo>
                        <a:pt x="3596" y="3929"/>
                      </a:lnTo>
                      <a:lnTo>
                        <a:pt x="3406" y="3798"/>
                      </a:lnTo>
                      <a:lnTo>
                        <a:pt x="3072" y="3501"/>
                      </a:lnTo>
                      <a:lnTo>
                        <a:pt x="2810" y="3155"/>
                      </a:lnTo>
                      <a:lnTo>
                        <a:pt x="2620" y="2762"/>
                      </a:lnTo>
                      <a:lnTo>
                        <a:pt x="2501" y="2346"/>
                      </a:lnTo>
                      <a:lnTo>
                        <a:pt x="2453" y="1905"/>
                      </a:lnTo>
                      <a:lnTo>
                        <a:pt x="2501" y="1476"/>
                      </a:lnTo>
                      <a:lnTo>
                        <a:pt x="2620" y="1036"/>
                      </a:lnTo>
                      <a:lnTo>
                        <a:pt x="2715" y="834"/>
                      </a:lnTo>
                      <a:lnTo>
                        <a:pt x="2751" y="774"/>
                      </a:lnTo>
                      <a:lnTo>
                        <a:pt x="2775" y="714"/>
                      </a:lnTo>
                      <a:lnTo>
                        <a:pt x="2334" y="441"/>
                      </a:lnTo>
                      <a:lnTo>
                        <a:pt x="1584"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4034;p36">
                  <a:extLst>
                    <a:ext uri="{FF2B5EF4-FFF2-40B4-BE49-F238E27FC236}">
                      <a16:creationId xmlns:a16="http://schemas.microsoft.com/office/drawing/2014/main" id="{BAEAD4CD-E47D-422A-9930-BF27A71BD68A}"/>
                    </a:ext>
                  </a:extLst>
                </p:cNvPr>
                <p:cNvSpPr/>
                <p:nvPr/>
              </p:nvSpPr>
              <p:spPr>
                <a:xfrm>
                  <a:off x="3361750" y="1792263"/>
                  <a:ext cx="533450" cy="276550"/>
                </a:xfrm>
                <a:custGeom>
                  <a:avLst/>
                  <a:gdLst/>
                  <a:ahLst/>
                  <a:cxnLst/>
                  <a:rect l="l" t="t" r="r" b="b"/>
                  <a:pathLst>
                    <a:path w="21338" h="11062" extrusionOk="0">
                      <a:moveTo>
                        <a:pt x="3286" y="1"/>
                      </a:moveTo>
                      <a:lnTo>
                        <a:pt x="679" y="8776"/>
                      </a:lnTo>
                      <a:lnTo>
                        <a:pt x="691" y="8776"/>
                      </a:lnTo>
                      <a:lnTo>
                        <a:pt x="429" y="9669"/>
                      </a:lnTo>
                      <a:lnTo>
                        <a:pt x="417" y="9669"/>
                      </a:lnTo>
                      <a:lnTo>
                        <a:pt x="0" y="11062"/>
                      </a:lnTo>
                      <a:lnTo>
                        <a:pt x="917" y="11062"/>
                      </a:lnTo>
                      <a:lnTo>
                        <a:pt x="3906" y="1013"/>
                      </a:lnTo>
                      <a:lnTo>
                        <a:pt x="7942" y="2227"/>
                      </a:lnTo>
                      <a:lnTo>
                        <a:pt x="8823" y="2477"/>
                      </a:lnTo>
                      <a:lnTo>
                        <a:pt x="9823" y="2775"/>
                      </a:lnTo>
                      <a:lnTo>
                        <a:pt x="10192" y="2894"/>
                      </a:lnTo>
                      <a:lnTo>
                        <a:pt x="11145" y="3180"/>
                      </a:lnTo>
                      <a:lnTo>
                        <a:pt x="12240" y="3501"/>
                      </a:lnTo>
                      <a:lnTo>
                        <a:pt x="20277" y="5883"/>
                      </a:lnTo>
                      <a:lnTo>
                        <a:pt x="18753" y="11062"/>
                      </a:lnTo>
                      <a:lnTo>
                        <a:pt x="19646" y="11062"/>
                      </a:lnTo>
                      <a:lnTo>
                        <a:pt x="21230" y="5704"/>
                      </a:lnTo>
                      <a:lnTo>
                        <a:pt x="21313" y="5466"/>
                      </a:lnTo>
                      <a:lnTo>
                        <a:pt x="21337" y="5359"/>
                      </a:lnTo>
                      <a:lnTo>
                        <a:pt x="21147" y="5299"/>
                      </a:lnTo>
                      <a:lnTo>
                        <a:pt x="19980" y="4966"/>
                      </a:lnTo>
                      <a:lnTo>
                        <a:pt x="12883" y="2858"/>
                      </a:lnTo>
                      <a:lnTo>
                        <a:pt x="11788" y="2537"/>
                      </a:lnTo>
                      <a:lnTo>
                        <a:pt x="10835" y="2251"/>
                      </a:lnTo>
                      <a:lnTo>
                        <a:pt x="10240" y="2072"/>
                      </a:lnTo>
                      <a:lnTo>
                        <a:pt x="9240" y="1775"/>
                      </a:lnTo>
                      <a:lnTo>
                        <a:pt x="8359" y="1513"/>
                      </a:lnTo>
                      <a:lnTo>
                        <a:pt x="3286" y="1"/>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4035;p36">
                  <a:extLst>
                    <a:ext uri="{FF2B5EF4-FFF2-40B4-BE49-F238E27FC236}">
                      <a16:creationId xmlns:a16="http://schemas.microsoft.com/office/drawing/2014/main" id="{44B60CCF-C2B8-4130-A2C0-B06C6A71EF44}"/>
                    </a:ext>
                  </a:extLst>
                </p:cNvPr>
                <p:cNvSpPr/>
                <p:nvPr/>
              </p:nvSpPr>
              <p:spPr>
                <a:xfrm>
                  <a:off x="3384375" y="1817863"/>
                  <a:ext cx="483725" cy="251250"/>
                </a:xfrm>
                <a:custGeom>
                  <a:avLst/>
                  <a:gdLst/>
                  <a:ahLst/>
                  <a:cxnLst/>
                  <a:rect l="l" t="t" r="r" b="b"/>
                  <a:pathLst>
                    <a:path w="19349" h="10050" extrusionOk="0">
                      <a:moveTo>
                        <a:pt x="2989" y="1"/>
                      </a:moveTo>
                      <a:lnTo>
                        <a:pt x="0" y="10050"/>
                      </a:lnTo>
                      <a:lnTo>
                        <a:pt x="1060" y="10050"/>
                      </a:lnTo>
                      <a:lnTo>
                        <a:pt x="3001" y="3489"/>
                      </a:lnTo>
                      <a:lnTo>
                        <a:pt x="3239" y="3549"/>
                      </a:lnTo>
                      <a:lnTo>
                        <a:pt x="3703" y="3585"/>
                      </a:lnTo>
                      <a:lnTo>
                        <a:pt x="4156" y="3525"/>
                      </a:lnTo>
                      <a:lnTo>
                        <a:pt x="4584" y="3394"/>
                      </a:lnTo>
                      <a:lnTo>
                        <a:pt x="4977" y="3180"/>
                      </a:lnTo>
                      <a:lnTo>
                        <a:pt x="5322" y="2894"/>
                      </a:lnTo>
                      <a:lnTo>
                        <a:pt x="5620" y="2537"/>
                      </a:lnTo>
                      <a:lnTo>
                        <a:pt x="5834" y="2120"/>
                      </a:lnTo>
                      <a:lnTo>
                        <a:pt x="5906" y="1894"/>
                      </a:lnTo>
                      <a:lnTo>
                        <a:pt x="6501" y="2072"/>
                      </a:lnTo>
                      <a:lnTo>
                        <a:pt x="7382" y="2322"/>
                      </a:lnTo>
                      <a:lnTo>
                        <a:pt x="8382" y="2620"/>
                      </a:lnTo>
                      <a:lnTo>
                        <a:pt x="8466" y="2656"/>
                      </a:lnTo>
                      <a:lnTo>
                        <a:pt x="9418" y="2942"/>
                      </a:lnTo>
                      <a:lnTo>
                        <a:pt x="10526" y="3263"/>
                      </a:lnTo>
                      <a:lnTo>
                        <a:pt x="15836" y="4847"/>
                      </a:lnTo>
                      <a:lnTo>
                        <a:pt x="15776" y="5073"/>
                      </a:lnTo>
                      <a:lnTo>
                        <a:pt x="15741" y="5549"/>
                      </a:lnTo>
                      <a:lnTo>
                        <a:pt x="15788" y="6002"/>
                      </a:lnTo>
                      <a:lnTo>
                        <a:pt x="15931" y="6430"/>
                      </a:lnTo>
                      <a:lnTo>
                        <a:pt x="16146" y="6823"/>
                      </a:lnTo>
                      <a:lnTo>
                        <a:pt x="16431" y="7168"/>
                      </a:lnTo>
                      <a:lnTo>
                        <a:pt x="16777" y="7466"/>
                      </a:lnTo>
                      <a:lnTo>
                        <a:pt x="17193" y="7680"/>
                      </a:lnTo>
                      <a:lnTo>
                        <a:pt x="17432" y="7764"/>
                      </a:lnTo>
                      <a:lnTo>
                        <a:pt x="16753" y="10038"/>
                      </a:lnTo>
                      <a:lnTo>
                        <a:pt x="17813" y="10038"/>
                      </a:lnTo>
                      <a:lnTo>
                        <a:pt x="19349" y="4859"/>
                      </a:lnTo>
                      <a:lnTo>
                        <a:pt x="11335" y="2477"/>
                      </a:lnTo>
                      <a:lnTo>
                        <a:pt x="10240" y="2144"/>
                      </a:lnTo>
                      <a:lnTo>
                        <a:pt x="9275" y="1870"/>
                      </a:lnTo>
                      <a:lnTo>
                        <a:pt x="8894" y="1763"/>
                      </a:lnTo>
                      <a:lnTo>
                        <a:pt x="7894" y="1465"/>
                      </a:lnTo>
                      <a:lnTo>
                        <a:pt x="7025" y="1215"/>
                      </a:lnTo>
                      <a:lnTo>
                        <a:pt x="2989"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4036;p36">
                  <a:extLst>
                    <a:ext uri="{FF2B5EF4-FFF2-40B4-BE49-F238E27FC236}">
                      <a16:creationId xmlns:a16="http://schemas.microsoft.com/office/drawing/2014/main" id="{D6302675-FA81-464A-9ED7-DA61E4CB0230}"/>
                    </a:ext>
                  </a:extLst>
                </p:cNvPr>
                <p:cNvSpPr/>
                <p:nvPr/>
              </p:nvSpPr>
              <p:spPr>
                <a:xfrm>
                  <a:off x="3411450" y="1865188"/>
                  <a:ext cx="409325" cy="203925"/>
                </a:xfrm>
                <a:custGeom>
                  <a:avLst/>
                  <a:gdLst/>
                  <a:ahLst/>
                  <a:cxnLst/>
                  <a:rect l="l" t="t" r="r" b="b"/>
                  <a:pathLst>
                    <a:path w="16373" h="8157" extrusionOk="0">
                      <a:moveTo>
                        <a:pt x="4847" y="1"/>
                      </a:moveTo>
                      <a:lnTo>
                        <a:pt x="4775" y="227"/>
                      </a:lnTo>
                      <a:lnTo>
                        <a:pt x="4561" y="644"/>
                      </a:lnTo>
                      <a:lnTo>
                        <a:pt x="4263" y="1001"/>
                      </a:lnTo>
                      <a:lnTo>
                        <a:pt x="3918" y="1287"/>
                      </a:lnTo>
                      <a:lnTo>
                        <a:pt x="3525" y="1501"/>
                      </a:lnTo>
                      <a:lnTo>
                        <a:pt x="3096" y="1632"/>
                      </a:lnTo>
                      <a:lnTo>
                        <a:pt x="2644" y="1692"/>
                      </a:lnTo>
                      <a:lnTo>
                        <a:pt x="2180" y="1656"/>
                      </a:lnTo>
                      <a:lnTo>
                        <a:pt x="1953" y="1596"/>
                      </a:lnTo>
                      <a:lnTo>
                        <a:pt x="1" y="8157"/>
                      </a:lnTo>
                      <a:lnTo>
                        <a:pt x="15706" y="8157"/>
                      </a:lnTo>
                      <a:lnTo>
                        <a:pt x="16372" y="5883"/>
                      </a:lnTo>
                      <a:lnTo>
                        <a:pt x="16146" y="5811"/>
                      </a:lnTo>
                      <a:lnTo>
                        <a:pt x="15729" y="5585"/>
                      </a:lnTo>
                      <a:lnTo>
                        <a:pt x="15384" y="5287"/>
                      </a:lnTo>
                      <a:lnTo>
                        <a:pt x="15098" y="4942"/>
                      </a:lnTo>
                      <a:lnTo>
                        <a:pt x="14872" y="4549"/>
                      </a:lnTo>
                      <a:lnTo>
                        <a:pt x="14741" y="4109"/>
                      </a:lnTo>
                      <a:lnTo>
                        <a:pt x="14682" y="3656"/>
                      </a:lnTo>
                      <a:lnTo>
                        <a:pt x="14717" y="3180"/>
                      </a:lnTo>
                      <a:lnTo>
                        <a:pt x="14777" y="2954"/>
                      </a:lnTo>
                      <a:lnTo>
                        <a:pt x="9466" y="1370"/>
                      </a:lnTo>
                      <a:lnTo>
                        <a:pt x="8371" y="1049"/>
                      </a:lnTo>
                      <a:lnTo>
                        <a:pt x="7407" y="763"/>
                      </a:lnTo>
                      <a:lnTo>
                        <a:pt x="7323" y="727"/>
                      </a:lnTo>
                      <a:lnTo>
                        <a:pt x="6323" y="429"/>
                      </a:lnTo>
                      <a:lnTo>
                        <a:pt x="5442" y="179"/>
                      </a:lnTo>
                      <a:lnTo>
                        <a:pt x="48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4037;p36">
                  <a:extLst>
                    <a:ext uri="{FF2B5EF4-FFF2-40B4-BE49-F238E27FC236}">
                      <a16:creationId xmlns:a16="http://schemas.microsoft.com/office/drawing/2014/main" id="{E1CC3165-186C-47B1-A9AD-90394C335DC9}"/>
                    </a:ext>
                  </a:extLst>
                </p:cNvPr>
                <p:cNvSpPr/>
                <p:nvPr/>
              </p:nvSpPr>
              <p:spPr>
                <a:xfrm>
                  <a:off x="3304300" y="2011638"/>
                  <a:ext cx="771875" cy="588225"/>
                </a:xfrm>
                <a:custGeom>
                  <a:avLst/>
                  <a:gdLst/>
                  <a:ahLst/>
                  <a:cxnLst/>
                  <a:rect l="l" t="t" r="r" b="b"/>
                  <a:pathLst>
                    <a:path w="30875" h="23529" extrusionOk="0">
                      <a:moveTo>
                        <a:pt x="1322" y="1"/>
                      </a:moveTo>
                      <a:lnTo>
                        <a:pt x="1060" y="13"/>
                      </a:lnTo>
                      <a:lnTo>
                        <a:pt x="584" y="215"/>
                      </a:lnTo>
                      <a:lnTo>
                        <a:pt x="214" y="572"/>
                      </a:lnTo>
                      <a:lnTo>
                        <a:pt x="24" y="1049"/>
                      </a:lnTo>
                      <a:lnTo>
                        <a:pt x="0" y="1323"/>
                      </a:lnTo>
                      <a:lnTo>
                        <a:pt x="0" y="2918"/>
                      </a:lnTo>
                      <a:lnTo>
                        <a:pt x="0" y="3716"/>
                      </a:lnTo>
                      <a:lnTo>
                        <a:pt x="27802" y="3716"/>
                      </a:lnTo>
                      <a:lnTo>
                        <a:pt x="28124" y="3787"/>
                      </a:lnTo>
                      <a:lnTo>
                        <a:pt x="28422" y="3906"/>
                      </a:lnTo>
                      <a:lnTo>
                        <a:pt x="28683" y="4085"/>
                      </a:lnTo>
                      <a:lnTo>
                        <a:pt x="28910" y="4311"/>
                      </a:lnTo>
                      <a:lnTo>
                        <a:pt x="29076" y="4573"/>
                      </a:lnTo>
                      <a:lnTo>
                        <a:pt x="29207" y="4859"/>
                      </a:lnTo>
                      <a:lnTo>
                        <a:pt x="29267" y="5180"/>
                      </a:lnTo>
                      <a:lnTo>
                        <a:pt x="29279" y="5359"/>
                      </a:lnTo>
                      <a:lnTo>
                        <a:pt x="29279" y="20480"/>
                      </a:lnTo>
                      <a:lnTo>
                        <a:pt x="29267" y="20647"/>
                      </a:lnTo>
                      <a:lnTo>
                        <a:pt x="29207" y="20969"/>
                      </a:lnTo>
                      <a:lnTo>
                        <a:pt x="29076" y="21254"/>
                      </a:lnTo>
                      <a:lnTo>
                        <a:pt x="28910" y="21516"/>
                      </a:lnTo>
                      <a:lnTo>
                        <a:pt x="28683" y="21743"/>
                      </a:lnTo>
                      <a:lnTo>
                        <a:pt x="28422" y="21921"/>
                      </a:lnTo>
                      <a:lnTo>
                        <a:pt x="28124" y="22040"/>
                      </a:lnTo>
                      <a:lnTo>
                        <a:pt x="27802" y="22112"/>
                      </a:lnTo>
                      <a:lnTo>
                        <a:pt x="19777" y="22112"/>
                      </a:lnTo>
                      <a:lnTo>
                        <a:pt x="19051" y="23529"/>
                      </a:lnTo>
                      <a:lnTo>
                        <a:pt x="29541" y="23529"/>
                      </a:lnTo>
                      <a:lnTo>
                        <a:pt x="29815" y="23505"/>
                      </a:lnTo>
                      <a:lnTo>
                        <a:pt x="30291" y="23302"/>
                      </a:lnTo>
                      <a:lnTo>
                        <a:pt x="30648" y="22945"/>
                      </a:lnTo>
                      <a:lnTo>
                        <a:pt x="30851" y="22469"/>
                      </a:lnTo>
                      <a:lnTo>
                        <a:pt x="30874" y="22207"/>
                      </a:lnTo>
                      <a:lnTo>
                        <a:pt x="30874" y="20611"/>
                      </a:lnTo>
                      <a:lnTo>
                        <a:pt x="30874" y="5002"/>
                      </a:lnTo>
                      <a:lnTo>
                        <a:pt x="30874" y="3609"/>
                      </a:lnTo>
                      <a:lnTo>
                        <a:pt x="30851" y="3359"/>
                      </a:lnTo>
                      <a:lnTo>
                        <a:pt x="30672" y="2906"/>
                      </a:lnTo>
                      <a:lnTo>
                        <a:pt x="30517" y="2716"/>
                      </a:lnTo>
                      <a:lnTo>
                        <a:pt x="30350" y="2561"/>
                      </a:lnTo>
                      <a:lnTo>
                        <a:pt x="29934" y="2347"/>
                      </a:lnTo>
                      <a:lnTo>
                        <a:pt x="29707" y="2299"/>
                      </a:lnTo>
                      <a:lnTo>
                        <a:pt x="29624" y="2287"/>
                      </a:lnTo>
                      <a:lnTo>
                        <a:pt x="2143" y="2287"/>
                      </a:lnTo>
                      <a:lnTo>
                        <a:pt x="2000" y="2275"/>
                      </a:lnTo>
                      <a:lnTo>
                        <a:pt x="1750" y="2168"/>
                      </a:lnTo>
                      <a:lnTo>
                        <a:pt x="1560" y="1977"/>
                      </a:lnTo>
                      <a:lnTo>
                        <a:pt x="1453" y="1727"/>
                      </a:lnTo>
                      <a:lnTo>
                        <a:pt x="1441" y="1584"/>
                      </a:lnTo>
                      <a:lnTo>
                        <a:pt x="1453" y="1442"/>
                      </a:lnTo>
                      <a:lnTo>
                        <a:pt x="1560" y="1192"/>
                      </a:lnTo>
                      <a:lnTo>
                        <a:pt x="1750" y="1001"/>
                      </a:lnTo>
                      <a:lnTo>
                        <a:pt x="2000" y="894"/>
                      </a:lnTo>
                      <a:lnTo>
                        <a:pt x="2739" y="894"/>
                      </a:lnTo>
                      <a:lnTo>
                        <a:pt x="30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4038;p36">
                  <a:extLst>
                    <a:ext uri="{FF2B5EF4-FFF2-40B4-BE49-F238E27FC236}">
                      <a16:creationId xmlns:a16="http://schemas.microsoft.com/office/drawing/2014/main" id="{215D716A-B53A-4634-983B-B57E39868527}"/>
                    </a:ext>
                  </a:extLst>
                </p:cNvPr>
                <p:cNvSpPr/>
                <p:nvPr/>
              </p:nvSpPr>
              <p:spPr>
                <a:xfrm>
                  <a:off x="3303100" y="2284913"/>
                  <a:ext cx="925" cy="1200"/>
                </a:xfrm>
                <a:custGeom>
                  <a:avLst/>
                  <a:gdLst/>
                  <a:ahLst/>
                  <a:cxnLst/>
                  <a:rect l="l" t="t" r="r" b="b"/>
                  <a:pathLst>
                    <a:path w="37" h="48" extrusionOk="0">
                      <a:moveTo>
                        <a:pt x="36" y="0"/>
                      </a:moveTo>
                      <a:lnTo>
                        <a:pt x="24" y="12"/>
                      </a:lnTo>
                      <a:lnTo>
                        <a:pt x="1" y="24"/>
                      </a:lnTo>
                      <a:lnTo>
                        <a:pt x="36" y="48"/>
                      </a:lnTo>
                      <a:lnTo>
                        <a:pt x="36" y="0"/>
                      </a:lnTo>
                      <a:close/>
                    </a:path>
                  </a:pathLst>
                </a:custGeom>
                <a:solidFill>
                  <a:srgbClr val="6086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4039;p36">
                  <a:extLst>
                    <a:ext uri="{FF2B5EF4-FFF2-40B4-BE49-F238E27FC236}">
                      <a16:creationId xmlns:a16="http://schemas.microsoft.com/office/drawing/2014/main" id="{FD852A6B-AF53-4735-85C6-BBACAFD505A6}"/>
                    </a:ext>
                  </a:extLst>
                </p:cNvPr>
                <p:cNvSpPr/>
                <p:nvPr/>
              </p:nvSpPr>
              <p:spPr>
                <a:xfrm>
                  <a:off x="3303100" y="2284913"/>
                  <a:ext cx="925" cy="1200"/>
                </a:xfrm>
                <a:custGeom>
                  <a:avLst/>
                  <a:gdLst/>
                  <a:ahLst/>
                  <a:cxnLst/>
                  <a:rect l="l" t="t" r="r" b="b"/>
                  <a:pathLst>
                    <a:path w="37" h="48" extrusionOk="0">
                      <a:moveTo>
                        <a:pt x="36" y="0"/>
                      </a:moveTo>
                      <a:lnTo>
                        <a:pt x="24" y="12"/>
                      </a:lnTo>
                      <a:lnTo>
                        <a:pt x="1" y="24"/>
                      </a:lnTo>
                      <a:lnTo>
                        <a:pt x="36" y="48"/>
                      </a:lnTo>
                      <a:lnTo>
                        <a:pt x="36" y="0"/>
                      </a:lnTo>
                      <a:close/>
                    </a:path>
                  </a:pathLst>
                </a:custGeom>
                <a:solidFill>
                  <a:srgbClr val="5D5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4040;p36">
                  <a:extLst>
                    <a:ext uri="{FF2B5EF4-FFF2-40B4-BE49-F238E27FC236}">
                      <a16:creationId xmlns:a16="http://schemas.microsoft.com/office/drawing/2014/main" id="{5FF4FF2C-BD97-4C27-9085-BB6FBF04E70B}"/>
                    </a:ext>
                  </a:extLst>
                </p:cNvPr>
                <p:cNvSpPr/>
                <p:nvPr/>
              </p:nvSpPr>
              <p:spPr>
                <a:xfrm>
                  <a:off x="3303700" y="2307238"/>
                  <a:ext cx="325" cy="1500"/>
                </a:xfrm>
                <a:custGeom>
                  <a:avLst/>
                  <a:gdLst/>
                  <a:ahLst/>
                  <a:cxnLst/>
                  <a:rect l="l" t="t" r="r" b="b"/>
                  <a:pathLst>
                    <a:path w="13" h="60" extrusionOk="0">
                      <a:moveTo>
                        <a:pt x="12" y="0"/>
                      </a:moveTo>
                      <a:lnTo>
                        <a:pt x="0" y="60"/>
                      </a:lnTo>
                      <a:lnTo>
                        <a:pt x="12" y="36"/>
                      </a:lnTo>
                      <a:lnTo>
                        <a:pt x="12" y="0"/>
                      </a:lnTo>
                      <a:close/>
                    </a:path>
                  </a:pathLst>
                </a:custGeom>
                <a:solidFill>
                  <a:srgbClr val="3E8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4041;p36">
                  <a:extLst>
                    <a:ext uri="{FF2B5EF4-FFF2-40B4-BE49-F238E27FC236}">
                      <a16:creationId xmlns:a16="http://schemas.microsoft.com/office/drawing/2014/main" id="{80B9E20A-5F6E-4B2A-A318-5206E2C79139}"/>
                    </a:ext>
                  </a:extLst>
                </p:cNvPr>
                <p:cNvSpPr/>
                <p:nvPr/>
              </p:nvSpPr>
              <p:spPr>
                <a:xfrm>
                  <a:off x="3303700" y="2307238"/>
                  <a:ext cx="325" cy="1500"/>
                </a:xfrm>
                <a:custGeom>
                  <a:avLst/>
                  <a:gdLst/>
                  <a:ahLst/>
                  <a:cxnLst/>
                  <a:rect l="l" t="t" r="r" b="b"/>
                  <a:pathLst>
                    <a:path w="13" h="60" extrusionOk="0">
                      <a:moveTo>
                        <a:pt x="12" y="0"/>
                      </a:moveTo>
                      <a:lnTo>
                        <a:pt x="0" y="60"/>
                      </a:lnTo>
                      <a:lnTo>
                        <a:pt x="12" y="36"/>
                      </a:lnTo>
                      <a:lnTo>
                        <a:pt x="12" y="0"/>
                      </a:lnTo>
                      <a:close/>
                    </a:path>
                  </a:pathLst>
                </a:custGeom>
                <a:solidFill>
                  <a:srgbClr val="5D5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4042;p36">
                  <a:extLst>
                    <a:ext uri="{FF2B5EF4-FFF2-40B4-BE49-F238E27FC236}">
                      <a16:creationId xmlns:a16="http://schemas.microsoft.com/office/drawing/2014/main" id="{20C74799-8631-4DDE-BCF5-59D2ED8EA505}"/>
                    </a:ext>
                  </a:extLst>
                </p:cNvPr>
                <p:cNvSpPr/>
                <p:nvPr/>
              </p:nvSpPr>
              <p:spPr>
                <a:xfrm>
                  <a:off x="3302500" y="2387013"/>
                  <a:ext cx="1525" cy="6575"/>
                </a:xfrm>
                <a:custGeom>
                  <a:avLst/>
                  <a:gdLst/>
                  <a:ahLst/>
                  <a:cxnLst/>
                  <a:rect l="l" t="t" r="r" b="b"/>
                  <a:pathLst>
                    <a:path w="61" h="263" extrusionOk="0">
                      <a:moveTo>
                        <a:pt x="60" y="0"/>
                      </a:moveTo>
                      <a:lnTo>
                        <a:pt x="1" y="226"/>
                      </a:lnTo>
                      <a:lnTo>
                        <a:pt x="60" y="262"/>
                      </a:lnTo>
                      <a:lnTo>
                        <a:pt x="60" y="0"/>
                      </a:lnTo>
                      <a:close/>
                    </a:path>
                  </a:pathLst>
                </a:custGeom>
                <a:solidFill>
                  <a:srgbClr val="C1D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4043;p36">
                  <a:extLst>
                    <a:ext uri="{FF2B5EF4-FFF2-40B4-BE49-F238E27FC236}">
                      <a16:creationId xmlns:a16="http://schemas.microsoft.com/office/drawing/2014/main" id="{D3E84A50-AA27-439D-A743-77A4E2E332C1}"/>
                    </a:ext>
                  </a:extLst>
                </p:cNvPr>
                <p:cNvSpPr/>
                <p:nvPr/>
              </p:nvSpPr>
              <p:spPr>
                <a:xfrm>
                  <a:off x="3302500" y="2387013"/>
                  <a:ext cx="1525" cy="6575"/>
                </a:xfrm>
                <a:custGeom>
                  <a:avLst/>
                  <a:gdLst/>
                  <a:ahLst/>
                  <a:cxnLst/>
                  <a:rect l="l" t="t" r="r" b="b"/>
                  <a:pathLst>
                    <a:path w="61" h="263" extrusionOk="0">
                      <a:moveTo>
                        <a:pt x="60" y="0"/>
                      </a:moveTo>
                      <a:lnTo>
                        <a:pt x="1" y="226"/>
                      </a:lnTo>
                      <a:lnTo>
                        <a:pt x="60" y="262"/>
                      </a:lnTo>
                      <a:lnTo>
                        <a:pt x="60" y="0"/>
                      </a:lnTo>
                      <a:close/>
                    </a:path>
                  </a:pathLst>
                </a:custGeom>
                <a:solidFill>
                  <a:srgbClr val="5D5D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4044;p36">
                  <a:extLst>
                    <a:ext uri="{FF2B5EF4-FFF2-40B4-BE49-F238E27FC236}">
                      <a16:creationId xmlns:a16="http://schemas.microsoft.com/office/drawing/2014/main" id="{29055958-3C99-440E-B463-C6C83C520174}"/>
                    </a:ext>
                  </a:extLst>
                </p:cNvPr>
                <p:cNvSpPr/>
                <p:nvPr/>
              </p:nvSpPr>
              <p:spPr>
                <a:xfrm>
                  <a:off x="3316913" y="2564413"/>
                  <a:ext cx="494150" cy="35450"/>
                </a:xfrm>
                <a:custGeom>
                  <a:avLst/>
                  <a:gdLst/>
                  <a:ahLst/>
                  <a:cxnLst/>
                  <a:rect l="l" t="t" r="r" b="b"/>
                  <a:pathLst>
                    <a:path w="19766" h="1418" extrusionOk="0">
                      <a:moveTo>
                        <a:pt x="0" y="1"/>
                      </a:moveTo>
                      <a:lnTo>
                        <a:pt x="0" y="96"/>
                      </a:lnTo>
                      <a:lnTo>
                        <a:pt x="0" y="263"/>
                      </a:lnTo>
                      <a:lnTo>
                        <a:pt x="95" y="596"/>
                      </a:lnTo>
                      <a:lnTo>
                        <a:pt x="179" y="763"/>
                      </a:lnTo>
                      <a:lnTo>
                        <a:pt x="262" y="906"/>
                      </a:lnTo>
                      <a:lnTo>
                        <a:pt x="500" y="1144"/>
                      </a:lnTo>
                      <a:lnTo>
                        <a:pt x="798" y="1310"/>
                      </a:lnTo>
                      <a:lnTo>
                        <a:pt x="1143" y="1406"/>
                      </a:lnTo>
                      <a:lnTo>
                        <a:pt x="1322" y="1418"/>
                      </a:lnTo>
                      <a:lnTo>
                        <a:pt x="19039" y="1418"/>
                      </a:lnTo>
                      <a:lnTo>
                        <a:pt x="197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4045;p36">
                  <a:extLst>
                    <a:ext uri="{FF2B5EF4-FFF2-40B4-BE49-F238E27FC236}">
                      <a16:creationId xmlns:a16="http://schemas.microsoft.com/office/drawing/2014/main" id="{E1C3EFD0-BF6E-470D-ABCD-FDBD1E6FF0C0}"/>
                    </a:ext>
                  </a:extLst>
                </p:cNvPr>
                <p:cNvSpPr/>
                <p:nvPr/>
              </p:nvSpPr>
              <p:spPr>
                <a:xfrm>
                  <a:off x="3304300" y="2104513"/>
                  <a:ext cx="731975" cy="459925"/>
                </a:xfrm>
                <a:custGeom>
                  <a:avLst/>
                  <a:gdLst/>
                  <a:ahLst/>
                  <a:cxnLst/>
                  <a:rect l="l" t="t" r="r" b="b"/>
                  <a:pathLst>
                    <a:path w="29279" h="18397" extrusionOk="0">
                      <a:moveTo>
                        <a:pt x="0" y="1"/>
                      </a:moveTo>
                      <a:lnTo>
                        <a:pt x="0" y="918"/>
                      </a:lnTo>
                      <a:lnTo>
                        <a:pt x="0" y="2108"/>
                      </a:lnTo>
                      <a:lnTo>
                        <a:pt x="21968" y="14194"/>
                      </a:lnTo>
                      <a:lnTo>
                        <a:pt x="19777" y="18397"/>
                      </a:lnTo>
                      <a:lnTo>
                        <a:pt x="27802" y="18397"/>
                      </a:lnTo>
                      <a:lnTo>
                        <a:pt x="28124" y="18325"/>
                      </a:lnTo>
                      <a:lnTo>
                        <a:pt x="28422" y="18206"/>
                      </a:lnTo>
                      <a:lnTo>
                        <a:pt x="28683" y="18028"/>
                      </a:lnTo>
                      <a:lnTo>
                        <a:pt x="28910" y="17801"/>
                      </a:lnTo>
                      <a:lnTo>
                        <a:pt x="29076" y="17539"/>
                      </a:lnTo>
                      <a:lnTo>
                        <a:pt x="29207" y="17254"/>
                      </a:lnTo>
                      <a:lnTo>
                        <a:pt x="29267" y="16932"/>
                      </a:lnTo>
                      <a:lnTo>
                        <a:pt x="29279" y="16765"/>
                      </a:lnTo>
                      <a:lnTo>
                        <a:pt x="29279" y="1644"/>
                      </a:lnTo>
                      <a:lnTo>
                        <a:pt x="29267" y="1465"/>
                      </a:lnTo>
                      <a:lnTo>
                        <a:pt x="29207" y="1144"/>
                      </a:lnTo>
                      <a:lnTo>
                        <a:pt x="29076" y="858"/>
                      </a:lnTo>
                      <a:lnTo>
                        <a:pt x="28910" y="596"/>
                      </a:lnTo>
                      <a:lnTo>
                        <a:pt x="28683" y="370"/>
                      </a:lnTo>
                      <a:lnTo>
                        <a:pt x="28422" y="191"/>
                      </a:lnTo>
                      <a:lnTo>
                        <a:pt x="28124" y="72"/>
                      </a:lnTo>
                      <a:lnTo>
                        <a:pt x="27802" y="1"/>
                      </a:lnTo>
                      <a:close/>
                    </a:path>
                  </a:pathLst>
                </a:custGeom>
                <a:solidFill>
                  <a:srgbClr val="A156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4046;p36">
                  <a:extLst>
                    <a:ext uri="{FF2B5EF4-FFF2-40B4-BE49-F238E27FC236}">
                      <a16:creationId xmlns:a16="http://schemas.microsoft.com/office/drawing/2014/main" id="{E8A88C58-DCDB-48D9-A084-B9C0A3DC2877}"/>
                    </a:ext>
                  </a:extLst>
                </p:cNvPr>
                <p:cNvSpPr/>
                <p:nvPr/>
              </p:nvSpPr>
              <p:spPr>
                <a:xfrm>
                  <a:off x="3304000" y="2157213"/>
                  <a:ext cx="549225" cy="407225"/>
                </a:xfrm>
                <a:custGeom>
                  <a:avLst/>
                  <a:gdLst/>
                  <a:ahLst/>
                  <a:cxnLst/>
                  <a:rect l="l" t="t" r="r" b="b"/>
                  <a:pathLst>
                    <a:path w="21969" h="16289" extrusionOk="0">
                      <a:moveTo>
                        <a:pt x="0" y="0"/>
                      </a:moveTo>
                      <a:lnTo>
                        <a:pt x="0" y="96"/>
                      </a:lnTo>
                      <a:lnTo>
                        <a:pt x="0" y="4251"/>
                      </a:lnTo>
                      <a:lnTo>
                        <a:pt x="0" y="5096"/>
                      </a:lnTo>
                      <a:lnTo>
                        <a:pt x="0" y="5156"/>
                      </a:lnTo>
                      <a:lnTo>
                        <a:pt x="0" y="6001"/>
                      </a:lnTo>
                      <a:lnTo>
                        <a:pt x="0" y="6037"/>
                      </a:lnTo>
                      <a:lnTo>
                        <a:pt x="0" y="6632"/>
                      </a:lnTo>
                      <a:lnTo>
                        <a:pt x="0" y="7823"/>
                      </a:lnTo>
                      <a:lnTo>
                        <a:pt x="0" y="9192"/>
                      </a:lnTo>
                      <a:lnTo>
                        <a:pt x="0" y="9454"/>
                      </a:lnTo>
                      <a:lnTo>
                        <a:pt x="0" y="10442"/>
                      </a:lnTo>
                      <a:lnTo>
                        <a:pt x="0" y="14788"/>
                      </a:lnTo>
                      <a:lnTo>
                        <a:pt x="0" y="16289"/>
                      </a:lnTo>
                      <a:lnTo>
                        <a:pt x="19789" y="16289"/>
                      </a:lnTo>
                      <a:lnTo>
                        <a:pt x="21968" y="12098"/>
                      </a:lnTo>
                      <a:lnTo>
                        <a:pt x="0" y="0"/>
                      </a:lnTo>
                      <a:close/>
                    </a:path>
                  </a:pathLst>
                </a:custGeom>
                <a:solidFill>
                  <a:srgbClr val="A156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4047;p36">
                  <a:extLst>
                    <a:ext uri="{FF2B5EF4-FFF2-40B4-BE49-F238E27FC236}">
                      <a16:creationId xmlns:a16="http://schemas.microsoft.com/office/drawing/2014/main" id="{C9BECA9B-B4E4-423E-9D1C-5DB7B4CC0246}"/>
                    </a:ext>
                  </a:extLst>
                </p:cNvPr>
                <p:cNvSpPr/>
                <p:nvPr/>
              </p:nvSpPr>
              <p:spPr>
                <a:xfrm>
                  <a:off x="3304300" y="2104513"/>
                  <a:ext cx="732275" cy="460225"/>
                </a:xfrm>
                <a:custGeom>
                  <a:avLst/>
                  <a:gdLst/>
                  <a:ahLst/>
                  <a:cxnLst/>
                  <a:rect l="l" t="t" r="r" b="b"/>
                  <a:pathLst>
                    <a:path w="29291" h="18409" extrusionOk="0">
                      <a:moveTo>
                        <a:pt x="0" y="1"/>
                      </a:moveTo>
                      <a:lnTo>
                        <a:pt x="0" y="918"/>
                      </a:lnTo>
                      <a:lnTo>
                        <a:pt x="0" y="2108"/>
                      </a:lnTo>
                      <a:lnTo>
                        <a:pt x="0" y="2204"/>
                      </a:lnTo>
                      <a:lnTo>
                        <a:pt x="0" y="6371"/>
                      </a:lnTo>
                      <a:lnTo>
                        <a:pt x="0" y="7216"/>
                      </a:lnTo>
                      <a:lnTo>
                        <a:pt x="0" y="7264"/>
                      </a:lnTo>
                      <a:lnTo>
                        <a:pt x="0" y="8109"/>
                      </a:lnTo>
                      <a:lnTo>
                        <a:pt x="0" y="8145"/>
                      </a:lnTo>
                      <a:lnTo>
                        <a:pt x="0" y="8740"/>
                      </a:lnTo>
                      <a:lnTo>
                        <a:pt x="0" y="9931"/>
                      </a:lnTo>
                      <a:lnTo>
                        <a:pt x="0" y="11300"/>
                      </a:lnTo>
                      <a:lnTo>
                        <a:pt x="0" y="11562"/>
                      </a:lnTo>
                      <a:lnTo>
                        <a:pt x="0" y="12550"/>
                      </a:lnTo>
                      <a:lnTo>
                        <a:pt x="0" y="16908"/>
                      </a:lnTo>
                      <a:lnTo>
                        <a:pt x="0" y="18409"/>
                      </a:lnTo>
                      <a:lnTo>
                        <a:pt x="27826" y="18409"/>
                      </a:lnTo>
                      <a:lnTo>
                        <a:pt x="28148" y="18337"/>
                      </a:lnTo>
                      <a:lnTo>
                        <a:pt x="28433" y="18218"/>
                      </a:lnTo>
                      <a:lnTo>
                        <a:pt x="28695" y="18039"/>
                      </a:lnTo>
                      <a:lnTo>
                        <a:pt x="28922" y="17813"/>
                      </a:lnTo>
                      <a:lnTo>
                        <a:pt x="29100" y="17563"/>
                      </a:lnTo>
                      <a:lnTo>
                        <a:pt x="29219" y="17266"/>
                      </a:lnTo>
                      <a:lnTo>
                        <a:pt x="29291" y="16944"/>
                      </a:lnTo>
                      <a:lnTo>
                        <a:pt x="29291" y="16777"/>
                      </a:lnTo>
                      <a:lnTo>
                        <a:pt x="29291" y="1644"/>
                      </a:lnTo>
                      <a:lnTo>
                        <a:pt x="29279" y="1465"/>
                      </a:lnTo>
                      <a:lnTo>
                        <a:pt x="29207" y="1144"/>
                      </a:lnTo>
                      <a:lnTo>
                        <a:pt x="29088" y="858"/>
                      </a:lnTo>
                      <a:lnTo>
                        <a:pt x="28910" y="596"/>
                      </a:lnTo>
                      <a:lnTo>
                        <a:pt x="28683" y="370"/>
                      </a:lnTo>
                      <a:lnTo>
                        <a:pt x="28422" y="191"/>
                      </a:lnTo>
                      <a:lnTo>
                        <a:pt x="28124" y="72"/>
                      </a:lnTo>
                      <a:lnTo>
                        <a:pt x="27802" y="1"/>
                      </a:lnTo>
                      <a:close/>
                    </a:path>
                  </a:pathLst>
                </a:custGeom>
                <a:solidFill>
                  <a:srgbClr val="703F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4048;p36">
                  <a:extLst>
                    <a:ext uri="{FF2B5EF4-FFF2-40B4-BE49-F238E27FC236}">
                      <a16:creationId xmlns:a16="http://schemas.microsoft.com/office/drawing/2014/main" id="{8B0BC830-5E09-4557-B351-8A66B1211584}"/>
                    </a:ext>
                  </a:extLst>
                </p:cNvPr>
                <p:cNvSpPr/>
                <p:nvPr/>
              </p:nvSpPr>
              <p:spPr>
                <a:xfrm>
                  <a:off x="3865700" y="2283413"/>
                  <a:ext cx="252450" cy="115525"/>
                </a:xfrm>
                <a:custGeom>
                  <a:avLst/>
                  <a:gdLst/>
                  <a:ahLst/>
                  <a:cxnLst/>
                  <a:rect l="l" t="t" r="r" b="b"/>
                  <a:pathLst>
                    <a:path w="10098" h="4621" extrusionOk="0">
                      <a:moveTo>
                        <a:pt x="1334" y="1"/>
                      </a:moveTo>
                      <a:lnTo>
                        <a:pt x="1060" y="25"/>
                      </a:lnTo>
                      <a:lnTo>
                        <a:pt x="584" y="227"/>
                      </a:lnTo>
                      <a:lnTo>
                        <a:pt x="226" y="584"/>
                      </a:lnTo>
                      <a:lnTo>
                        <a:pt x="24" y="1060"/>
                      </a:lnTo>
                      <a:lnTo>
                        <a:pt x="0" y="1334"/>
                      </a:lnTo>
                      <a:lnTo>
                        <a:pt x="0" y="3299"/>
                      </a:lnTo>
                      <a:lnTo>
                        <a:pt x="24" y="3561"/>
                      </a:lnTo>
                      <a:lnTo>
                        <a:pt x="226" y="4037"/>
                      </a:lnTo>
                      <a:lnTo>
                        <a:pt x="584" y="4394"/>
                      </a:lnTo>
                      <a:lnTo>
                        <a:pt x="1060" y="4597"/>
                      </a:lnTo>
                      <a:lnTo>
                        <a:pt x="1334" y="4621"/>
                      </a:lnTo>
                      <a:lnTo>
                        <a:pt x="8776" y="4621"/>
                      </a:lnTo>
                      <a:lnTo>
                        <a:pt x="9037" y="4597"/>
                      </a:lnTo>
                      <a:lnTo>
                        <a:pt x="9514" y="4394"/>
                      </a:lnTo>
                      <a:lnTo>
                        <a:pt x="9871" y="4037"/>
                      </a:lnTo>
                      <a:lnTo>
                        <a:pt x="10073" y="3561"/>
                      </a:lnTo>
                      <a:lnTo>
                        <a:pt x="10097" y="3299"/>
                      </a:lnTo>
                      <a:lnTo>
                        <a:pt x="10097" y="1334"/>
                      </a:lnTo>
                      <a:lnTo>
                        <a:pt x="10073" y="1060"/>
                      </a:lnTo>
                      <a:lnTo>
                        <a:pt x="9871" y="584"/>
                      </a:lnTo>
                      <a:lnTo>
                        <a:pt x="9514" y="227"/>
                      </a:lnTo>
                      <a:lnTo>
                        <a:pt x="9037" y="25"/>
                      </a:lnTo>
                      <a:lnTo>
                        <a:pt x="8776" y="1"/>
                      </a:lnTo>
                      <a:close/>
                    </a:path>
                  </a:pathLst>
                </a:custGeom>
                <a:solidFill>
                  <a:srgbClr val="4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4049;p36">
                  <a:extLst>
                    <a:ext uri="{FF2B5EF4-FFF2-40B4-BE49-F238E27FC236}">
                      <a16:creationId xmlns:a16="http://schemas.microsoft.com/office/drawing/2014/main" id="{E8CB7644-D1A8-40FB-8D85-2B9F78BC437E}"/>
                    </a:ext>
                  </a:extLst>
                </p:cNvPr>
                <p:cNvSpPr/>
                <p:nvPr/>
              </p:nvSpPr>
              <p:spPr>
                <a:xfrm>
                  <a:off x="3891000" y="2309613"/>
                  <a:ext cx="64900" cy="64625"/>
                </a:xfrm>
                <a:custGeom>
                  <a:avLst/>
                  <a:gdLst/>
                  <a:ahLst/>
                  <a:cxnLst/>
                  <a:rect l="l" t="t" r="r" b="b"/>
                  <a:pathLst>
                    <a:path w="2596" h="2585" extrusionOk="0">
                      <a:moveTo>
                        <a:pt x="1298" y="1"/>
                      </a:moveTo>
                      <a:lnTo>
                        <a:pt x="1036" y="12"/>
                      </a:lnTo>
                      <a:lnTo>
                        <a:pt x="572" y="215"/>
                      </a:lnTo>
                      <a:lnTo>
                        <a:pt x="215" y="560"/>
                      </a:lnTo>
                      <a:lnTo>
                        <a:pt x="24" y="1024"/>
                      </a:lnTo>
                      <a:lnTo>
                        <a:pt x="0" y="1298"/>
                      </a:lnTo>
                      <a:lnTo>
                        <a:pt x="24" y="1560"/>
                      </a:lnTo>
                      <a:lnTo>
                        <a:pt x="215" y="2025"/>
                      </a:lnTo>
                      <a:lnTo>
                        <a:pt x="572" y="2370"/>
                      </a:lnTo>
                      <a:lnTo>
                        <a:pt x="1036" y="2572"/>
                      </a:lnTo>
                      <a:lnTo>
                        <a:pt x="1298" y="2584"/>
                      </a:lnTo>
                      <a:lnTo>
                        <a:pt x="1560" y="2572"/>
                      </a:lnTo>
                      <a:lnTo>
                        <a:pt x="2024" y="2370"/>
                      </a:lnTo>
                      <a:lnTo>
                        <a:pt x="2382" y="2025"/>
                      </a:lnTo>
                      <a:lnTo>
                        <a:pt x="2572" y="1560"/>
                      </a:lnTo>
                      <a:lnTo>
                        <a:pt x="2596" y="1298"/>
                      </a:lnTo>
                      <a:lnTo>
                        <a:pt x="2572" y="1024"/>
                      </a:lnTo>
                      <a:lnTo>
                        <a:pt x="2382" y="560"/>
                      </a:lnTo>
                      <a:lnTo>
                        <a:pt x="2024" y="215"/>
                      </a:lnTo>
                      <a:lnTo>
                        <a:pt x="1560" y="12"/>
                      </a:lnTo>
                      <a:lnTo>
                        <a:pt x="1298" y="1"/>
                      </a:lnTo>
                      <a:close/>
                    </a:path>
                  </a:pathLst>
                </a:custGeom>
                <a:solidFill>
                  <a:srgbClr val="F9DE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4050;p36">
                  <a:extLst>
                    <a:ext uri="{FF2B5EF4-FFF2-40B4-BE49-F238E27FC236}">
                      <a16:creationId xmlns:a16="http://schemas.microsoft.com/office/drawing/2014/main" id="{87F1453E-EE02-471F-A35B-089C7AA44A78}"/>
                    </a:ext>
                  </a:extLst>
                </p:cNvPr>
                <p:cNvSpPr/>
                <p:nvPr/>
              </p:nvSpPr>
              <p:spPr>
                <a:xfrm>
                  <a:off x="3014950" y="2071488"/>
                  <a:ext cx="826950" cy="718000"/>
                </a:xfrm>
                <a:custGeom>
                  <a:avLst/>
                  <a:gdLst/>
                  <a:ahLst/>
                  <a:cxnLst/>
                  <a:rect l="l" t="t" r="r" b="b"/>
                  <a:pathLst>
                    <a:path w="33078" h="28720" extrusionOk="0">
                      <a:moveTo>
                        <a:pt x="7633" y="0"/>
                      </a:moveTo>
                      <a:lnTo>
                        <a:pt x="1" y="14717"/>
                      </a:lnTo>
                      <a:lnTo>
                        <a:pt x="25446" y="28719"/>
                      </a:lnTo>
                      <a:lnTo>
                        <a:pt x="33078" y="14002"/>
                      </a:lnTo>
                      <a:lnTo>
                        <a:pt x="76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4051;p36">
                  <a:extLst>
                    <a:ext uri="{FF2B5EF4-FFF2-40B4-BE49-F238E27FC236}">
                      <a16:creationId xmlns:a16="http://schemas.microsoft.com/office/drawing/2014/main" id="{8990F60D-7CF6-4A97-9AD0-2E0658124768}"/>
                    </a:ext>
                  </a:extLst>
                </p:cNvPr>
                <p:cNvSpPr/>
                <p:nvPr/>
              </p:nvSpPr>
              <p:spPr>
                <a:xfrm>
                  <a:off x="3038775" y="2096788"/>
                  <a:ext cx="779325" cy="667675"/>
                </a:xfrm>
                <a:custGeom>
                  <a:avLst/>
                  <a:gdLst/>
                  <a:ahLst/>
                  <a:cxnLst/>
                  <a:rect l="l" t="t" r="r" b="b"/>
                  <a:pathLst>
                    <a:path w="31173" h="26707" extrusionOk="0">
                      <a:moveTo>
                        <a:pt x="6942" y="0"/>
                      </a:moveTo>
                      <a:lnTo>
                        <a:pt x="0" y="13348"/>
                      </a:lnTo>
                      <a:lnTo>
                        <a:pt x="24231" y="26707"/>
                      </a:lnTo>
                      <a:lnTo>
                        <a:pt x="31172" y="13360"/>
                      </a:lnTo>
                      <a:lnTo>
                        <a:pt x="69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4052;p36">
                  <a:extLst>
                    <a:ext uri="{FF2B5EF4-FFF2-40B4-BE49-F238E27FC236}">
                      <a16:creationId xmlns:a16="http://schemas.microsoft.com/office/drawing/2014/main" id="{42E8336C-4E3B-469B-B606-BACBFA7D948D}"/>
                    </a:ext>
                  </a:extLst>
                </p:cNvPr>
                <p:cNvSpPr/>
                <p:nvPr/>
              </p:nvSpPr>
              <p:spPr>
                <a:xfrm>
                  <a:off x="3091150" y="2152138"/>
                  <a:ext cx="674250" cy="558150"/>
                </a:xfrm>
                <a:custGeom>
                  <a:avLst/>
                  <a:gdLst/>
                  <a:ahLst/>
                  <a:cxnLst/>
                  <a:rect l="l" t="t" r="r" b="b"/>
                  <a:pathLst>
                    <a:path w="26970" h="22326" extrusionOk="0">
                      <a:moveTo>
                        <a:pt x="6990" y="1"/>
                      </a:moveTo>
                      <a:lnTo>
                        <a:pt x="6883" y="191"/>
                      </a:lnTo>
                      <a:lnTo>
                        <a:pt x="6633" y="501"/>
                      </a:lnTo>
                      <a:lnTo>
                        <a:pt x="6323" y="763"/>
                      </a:lnTo>
                      <a:lnTo>
                        <a:pt x="5978" y="953"/>
                      </a:lnTo>
                      <a:lnTo>
                        <a:pt x="5609" y="1061"/>
                      </a:lnTo>
                      <a:lnTo>
                        <a:pt x="5216" y="1108"/>
                      </a:lnTo>
                      <a:lnTo>
                        <a:pt x="4823" y="1072"/>
                      </a:lnTo>
                      <a:lnTo>
                        <a:pt x="4442" y="953"/>
                      </a:lnTo>
                      <a:lnTo>
                        <a:pt x="4252" y="858"/>
                      </a:lnTo>
                      <a:lnTo>
                        <a:pt x="4228" y="846"/>
                      </a:lnTo>
                      <a:lnTo>
                        <a:pt x="4216" y="834"/>
                      </a:lnTo>
                      <a:lnTo>
                        <a:pt x="1" y="8943"/>
                      </a:lnTo>
                      <a:lnTo>
                        <a:pt x="25" y="8955"/>
                      </a:lnTo>
                      <a:lnTo>
                        <a:pt x="49" y="8979"/>
                      </a:lnTo>
                      <a:lnTo>
                        <a:pt x="227" y="9086"/>
                      </a:lnTo>
                      <a:lnTo>
                        <a:pt x="537" y="9348"/>
                      </a:lnTo>
                      <a:lnTo>
                        <a:pt x="775" y="9657"/>
                      </a:lnTo>
                      <a:lnTo>
                        <a:pt x="965" y="10014"/>
                      </a:lnTo>
                      <a:lnTo>
                        <a:pt x="1073" y="10395"/>
                      </a:lnTo>
                      <a:lnTo>
                        <a:pt x="1120" y="10800"/>
                      </a:lnTo>
                      <a:lnTo>
                        <a:pt x="1084" y="11205"/>
                      </a:lnTo>
                      <a:lnTo>
                        <a:pt x="977" y="11598"/>
                      </a:lnTo>
                      <a:lnTo>
                        <a:pt x="894" y="11789"/>
                      </a:lnTo>
                      <a:lnTo>
                        <a:pt x="20016" y="22326"/>
                      </a:lnTo>
                      <a:lnTo>
                        <a:pt x="20123" y="22135"/>
                      </a:lnTo>
                      <a:lnTo>
                        <a:pt x="20385" y="21814"/>
                      </a:lnTo>
                      <a:lnTo>
                        <a:pt x="20695" y="21552"/>
                      </a:lnTo>
                      <a:lnTo>
                        <a:pt x="21028" y="21362"/>
                      </a:lnTo>
                      <a:lnTo>
                        <a:pt x="21409" y="21242"/>
                      </a:lnTo>
                      <a:lnTo>
                        <a:pt x="21790" y="21207"/>
                      </a:lnTo>
                      <a:lnTo>
                        <a:pt x="22183" y="21242"/>
                      </a:lnTo>
                      <a:lnTo>
                        <a:pt x="22564" y="21350"/>
                      </a:lnTo>
                      <a:lnTo>
                        <a:pt x="22755" y="21445"/>
                      </a:lnTo>
                      <a:lnTo>
                        <a:pt x="26970" y="13348"/>
                      </a:lnTo>
                      <a:lnTo>
                        <a:pt x="26791" y="13241"/>
                      </a:lnTo>
                      <a:lnTo>
                        <a:pt x="26482" y="12979"/>
                      </a:lnTo>
                      <a:lnTo>
                        <a:pt x="26231" y="12670"/>
                      </a:lnTo>
                      <a:lnTo>
                        <a:pt x="26053" y="12312"/>
                      </a:lnTo>
                      <a:lnTo>
                        <a:pt x="25934" y="11931"/>
                      </a:lnTo>
                      <a:lnTo>
                        <a:pt x="25886" y="11527"/>
                      </a:lnTo>
                      <a:lnTo>
                        <a:pt x="25922" y="11122"/>
                      </a:lnTo>
                      <a:lnTo>
                        <a:pt x="26029" y="10729"/>
                      </a:lnTo>
                      <a:lnTo>
                        <a:pt x="26124" y="10538"/>
                      </a:lnTo>
                      <a:lnTo>
                        <a:pt x="69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4053;p36">
                  <a:extLst>
                    <a:ext uri="{FF2B5EF4-FFF2-40B4-BE49-F238E27FC236}">
                      <a16:creationId xmlns:a16="http://schemas.microsoft.com/office/drawing/2014/main" id="{0C65D480-0D93-4226-9D05-EA901A1D37A3}"/>
                    </a:ext>
                  </a:extLst>
                </p:cNvPr>
                <p:cNvSpPr/>
                <p:nvPr/>
              </p:nvSpPr>
              <p:spPr>
                <a:xfrm>
                  <a:off x="3290000" y="2287888"/>
                  <a:ext cx="277150" cy="285475"/>
                </a:xfrm>
                <a:custGeom>
                  <a:avLst/>
                  <a:gdLst/>
                  <a:ahLst/>
                  <a:cxnLst/>
                  <a:rect l="l" t="t" r="r" b="b"/>
                  <a:pathLst>
                    <a:path w="11086" h="11419" extrusionOk="0">
                      <a:moveTo>
                        <a:pt x="5513" y="0"/>
                      </a:moveTo>
                      <a:lnTo>
                        <a:pt x="4454" y="107"/>
                      </a:lnTo>
                      <a:lnTo>
                        <a:pt x="3430" y="429"/>
                      </a:lnTo>
                      <a:lnTo>
                        <a:pt x="2489" y="941"/>
                      </a:lnTo>
                      <a:lnTo>
                        <a:pt x="1656" y="1643"/>
                      </a:lnTo>
                      <a:lnTo>
                        <a:pt x="1120" y="2286"/>
                      </a:lnTo>
                      <a:lnTo>
                        <a:pt x="798" y="2763"/>
                      </a:lnTo>
                      <a:lnTo>
                        <a:pt x="667" y="3025"/>
                      </a:lnTo>
                      <a:lnTo>
                        <a:pt x="536" y="3287"/>
                      </a:lnTo>
                      <a:lnTo>
                        <a:pt x="322" y="3822"/>
                      </a:lnTo>
                      <a:lnTo>
                        <a:pt x="96" y="4632"/>
                      </a:lnTo>
                      <a:lnTo>
                        <a:pt x="1" y="5739"/>
                      </a:lnTo>
                      <a:lnTo>
                        <a:pt x="108" y="6835"/>
                      </a:lnTo>
                      <a:lnTo>
                        <a:pt x="417" y="7883"/>
                      </a:lnTo>
                      <a:lnTo>
                        <a:pt x="917" y="8847"/>
                      </a:lnTo>
                      <a:lnTo>
                        <a:pt x="1596" y="9716"/>
                      </a:lnTo>
                      <a:lnTo>
                        <a:pt x="2227" y="10264"/>
                      </a:lnTo>
                      <a:lnTo>
                        <a:pt x="2692" y="10585"/>
                      </a:lnTo>
                      <a:lnTo>
                        <a:pt x="2942" y="10728"/>
                      </a:lnTo>
                      <a:lnTo>
                        <a:pt x="3192" y="10871"/>
                      </a:lnTo>
                      <a:lnTo>
                        <a:pt x="3716" y="11085"/>
                      </a:lnTo>
                      <a:lnTo>
                        <a:pt x="4501" y="11324"/>
                      </a:lnTo>
                      <a:lnTo>
                        <a:pt x="5573" y="11419"/>
                      </a:lnTo>
                      <a:lnTo>
                        <a:pt x="6633" y="11312"/>
                      </a:lnTo>
                      <a:lnTo>
                        <a:pt x="7657" y="10990"/>
                      </a:lnTo>
                      <a:lnTo>
                        <a:pt x="8597" y="10478"/>
                      </a:lnTo>
                      <a:lnTo>
                        <a:pt x="9431" y="9776"/>
                      </a:lnTo>
                      <a:lnTo>
                        <a:pt x="9967" y="9133"/>
                      </a:lnTo>
                      <a:lnTo>
                        <a:pt x="10288" y="8657"/>
                      </a:lnTo>
                      <a:lnTo>
                        <a:pt x="10431" y="8395"/>
                      </a:lnTo>
                      <a:lnTo>
                        <a:pt x="10550" y="8133"/>
                      </a:lnTo>
                      <a:lnTo>
                        <a:pt x="10764" y="7597"/>
                      </a:lnTo>
                      <a:lnTo>
                        <a:pt x="10991" y="6775"/>
                      </a:lnTo>
                      <a:lnTo>
                        <a:pt x="11086" y="5668"/>
                      </a:lnTo>
                      <a:lnTo>
                        <a:pt x="10967" y="4584"/>
                      </a:lnTo>
                      <a:lnTo>
                        <a:pt x="10657" y="3537"/>
                      </a:lnTo>
                      <a:lnTo>
                        <a:pt x="10169" y="2560"/>
                      </a:lnTo>
                      <a:lnTo>
                        <a:pt x="9490" y="1703"/>
                      </a:lnTo>
                      <a:lnTo>
                        <a:pt x="8859" y="1155"/>
                      </a:lnTo>
                      <a:lnTo>
                        <a:pt x="8395" y="834"/>
                      </a:lnTo>
                      <a:lnTo>
                        <a:pt x="8145" y="691"/>
                      </a:lnTo>
                      <a:lnTo>
                        <a:pt x="7895" y="548"/>
                      </a:lnTo>
                      <a:lnTo>
                        <a:pt x="7371" y="334"/>
                      </a:lnTo>
                      <a:lnTo>
                        <a:pt x="6585" y="107"/>
                      </a:lnTo>
                      <a:lnTo>
                        <a:pt x="55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4054;p36">
                  <a:extLst>
                    <a:ext uri="{FF2B5EF4-FFF2-40B4-BE49-F238E27FC236}">
                      <a16:creationId xmlns:a16="http://schemas.microsoft.com/office/drawing/2014/main" id="{7A879A6F-95A4-49FF-A29F-A57C22214AFB}"/>
                    </a:ext>
                  </a:extLst>
                </p:cNvPr>
                <p:cNvSpPr/>
                <p:nvPr/>
              </p:nvSpPr>
              <p:spPr>
                <a:xfrm>
                  <a:off x="3351325" y="2328663"/>
                  <a:ext cx="145875" cy="198275"/>
                </a:xfrm>
                <a:custGeom>
                  <a:avLst/>
                  <a:gdLst/>
                  <a:ahLst/>
                  <a:cxnLst/>
                  <a:rect l="l" t="t" r="r" b="b"/>
                  <a:pathLst>
                    <a:path w="5835" h="7931" extrusionOk="0">
                      <a:moveTo>
                        <a:pt x="4489" y="1"/>
                      </a:moveTo>
                      <a:lnTo>
                        <a:pt x="4001" y="834"/>
                      </a:lnTo>
                      <a:lnTo>
                        <a:pt x="3656" y="727"/>
                      </a:lnTo>
                      <a:lnTo>
                        <a:pt x="3168" y="691"/>
                      </a:lnTo>
                      <a:lnTo>
                        <a:pt x="2870" y="739"/>
                      </a:lnTo>
                      <a:lnTo>
                        <a:pt x="2584" y="846"/>
                      </a:lnTo>
                      <a:lnTo>
                        <a:pt x="2334" y="1001"/>
                      </a:lnTo>
                      <a:lnTo>
                        <a:pt x="1977" y="1346"/>
                      </a:lnTo>
                      <a:lnTo>
                        <a:pt x="1786" y="1644"/>
                      </a:lnTo>
                      <a:lnTo>
                        <a:pt x="1655" y="1882"/>
                      </a:lnTo>
                      <a:lnTo>
                        <a:pt x="1489" y="2310"/>
                      </a:lnTo>
                      <a:lnTo>
                        <a:pt x="1441" y="2691"/>
                      </a:lnTo>
                      <a:lnTo>
                        <a:pt x="1489" y="3037"/>
                      </a:lnTo>
                      <a:lnTo>
                        <a:pt x="1679" y="3513"/>
                      </a:lnTo>
                      <a:lnTo>
                        <a:pt x="2108" y="4037"/>
                      </a:lnTo>
                      <a:lnTo>
                        <a:pt x="2346" y="4263"/>
                      </a:lnTo>
                      <a:lnTo>
                        <a:pt x="2560" y="4477"/>
                      </a:lnTo>
                      <a:lnTo>
                        <a:pt x="2870" y="4811"/>
                      </a:lnTo>
                      <a:lnTo>
                        <a:pt x="3013" y="5073"/>
                      </a:lnTo>
                      <a:lnTo>
                        <a:pt x="3001" y="5311"/>
                      </a:lnTo>
                      <a:lnTo>
                        <a:pt x="2941" y="5442"/>
                      </a:lnTo>
                      <a:lnTo>
                        <a:pt x="2858" y="5561"/>
                      </a:lnTo>
                      <a:lnTo>
                        <a:pt x="2679" y="5716"/>
                      </a:lnTo>
                      <a:lnTo>
                        <a:pt x="2465" y="5775"/>
                      </a:lnTo>
                      <a:lnTo>
                        <a:pt x="2203" y="5704"/>
                      </a:lnTo>
                      <a:lnTo>
                        <a:pt x="2048" y="5621"/>
                      </a:lnTo>
                      <a:lnTo>
                        <a:pt x="1870" y="5501"/>
                      </a:lnTo>
                      <a:lnTo>
                        <a:pt x="1655" y="5263"/>
                      </a:lnTo>
                      <a:lnTo>
                        <a:pt x="1596" y="5025"/>
                      </a:lnTo>
                      <a:lnTo>
                        <a:pt x="1655" y="4775"/>
                      </a:lnTo>
                      <a:lnTo>
                        <a:pt x="1727" y="4656"/>
                      </a:lnTo>
                      <a:lnTo>
                        <a:pt x="334" y="3835"/>
                      </a:lnTo>
                      <a:lnTo>
                        <a:pt x="179" y="4120"/>
                      </a:lnTo>
                      <a:lnTo>
                        <a:pt x="36" y="4597"/>
                      </a:lnTo>
                      <a:lnTo>
                        <a:pt x="0" y="4918"/>
                      </a:lnTo>
                      <a:lnTo>
                        <a:pt x="24" y="5240"/>
                      </a:lnTo>
                      <a:lnTo>
                        <a:pt x="119" y="5573"/>
                      </a:lnTo>
                      <a:lnTo>
                        <a:pt x="298" y="5894"/>
                      </a:lnTo>
                      <a:lnTo>
                        <a:pt x="560" y="6216"/>
                      </a:lnTo>
                      <a:lnTo>
                        <a:pt x="727" y="6371"/>
                      </a:lnTo>
                      <a:lnTo>
                        <a:pt x="239" y="7204"/>
                      </a:lnTo>
                      <a:lnTo>
                        <a:pt x="1441" y="7930"/>
                      </a:lnTo>
                      <a:lnTo>
                        <a:pt x="1929" y="7097"/>
                      </a:lnTo>
                      <a:lnTo>
                        <a:pt x="2144" y="7168"/>
                      </a:lnTo>
                      <a:lnTo>
                        <a:pt x="2537" y="7264"/>
                      </a:lnTo>
                      <a:lnTo>
                        <a:pt x="2894" y="7276"/>
                      </a:lnTo>
                      <a:lnTo>
                        <a:pt x="3227" y="7216"/>
                      </a:lnTo>
                      <a:lnTo>
                        <a:pt x="3525" y="7097"/>
                      </a:lnTo>
                      <a:lnTo>
                        <a:pt x="3787" y="6918"/>
                      </a:lnTo>
                      <a:lnTo>
                        <a:pt x="4144" y="6561"/>
                      </a:lnTo>
                      <a:lnTo>
                        <a:pt x="4346" y="6252"/>
                      </a:lnTo>
                      <a:lnTo>
                        <a:pt x="4477" y="5990"/>
                      </a:lnTo>
                      <a:lnTo>
                        <a:pt x="4632" y="5525"/>
                      </a:lnTo>
                      <a:lnTo>
                        <a:pt x="4656" y="5097"/>
                      </a:lnTo>
                      <a:lnTo>
                        <a:pt x="4573" y="4704"/>
                      </a:lnTo>
                      <a:lnTo>
                        <a:pt x="4299" y="4192"/>
                      </a:lnTo>
                      <a:lnTo>
                        <a:pt x="3787" y="3620"/>
                      </a:lnTo>
                      <a:lnTo>
                        <a:pt x="3537" y="3370"/>
                      </a:lnTo>
                      <a:lnTo>
                        <a:pt x="3382" y="3227"/>
                      </a:lnTo>
                      <a:lnTo>
                        <a:pt x="3168" y="2965"/>
                      </a:lnTo>
                      <a:lnTo>
                        <a:pt x="3072" y="2739"/>
                      </a:lnTo>
                      <a:lnTo>
                        <a:pt x="3096" y="2513"/>
                      </a:lnTo>
                      <a:lnTo>
                        <a:pt x="3168" y="2394"/>
                      </a:lnTo>
                      <a:lnTo>
                        <a:pt x="3227" y="2299"/>
                      </a:lnTo>
                      <a:lnTo>
                        <a:pt x="3370" y="2191"/>
                      </a:lnTo>
                      <a:lnTo>
                        <a:pt x="3537" y="2156"/>
                      </a:lnTo>
                      <a:lnTo>
                        <a:pt x="3751" y="2215"/>
                      </a:lnTo>
                      <a:lnTo>
                        <a:pt x="3882" y="2287"/>
                      </a:lnTo>
                      <a:lnTo>
                        <a:pt x="4001" y="2370"/>
                      </a:lnTo>
                      <a:lnTo>
                        <a:pt x="4168" y="2549"/>
                      </a:lnTo>
                      <a:lnTo>
                        <a:pt x="4227" y="2763"/>
                      </a:lnTo>
                      <a:lnTo>
                        <a:pt x="4180" y="3025"/>
                      </a:lnTo>
                      <a:lnTo>
                        <a:pt x="4120" y="3180"/>
                      </a:lnTo>
                      <a:lnTo>
                        <a:pt x="5501" y="4001"/>
                      </a:lnTo>
                      <a:lnTo>
                        <a:pt x="5680" y="3608"/>
                      </a:lnTo>
                      <a:lnTo>
                        <a:pt x="5811" y="3072"/>
                      </a:lnTo>
                      <a:lnTo>
                        <a:pt x="5835" y="2751"/>
                      </a:lnTo>
                      <a:lnTo>
                        <a:pt x="5787" y="2453"/>
                      </a:lnTo>
                      <a:lnTo>
                        <a:pt x="5692" y="2168"/>
                      </a:lnTo>
                      <a:lnTo>
                        <a:pt x="5454" y="1775"/>
                      </a:lnTo>
                      <a:lnTo>
                        <a:pt x="5204" y="1548"/>
                      </a:lnTo>
                      <a:lnTo>
                        <a:pt x="5692" y="715"/>
                      </a:lnTo>
                      <a:lnTo>
                        <a:pt x="44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4055;p36">
                  <a:extLst>
                    <a:ext uri="{FF2B5EF4-FFF2-40B4-BE49-F238E27FC236}">
                      <a16:creationId xmlns:a16="http://schemas.microsoft.com/office/drawing/2014/main" id="{7B3EC5C8-3A63-4DBB-AA21-F0C5714BEED5}"/>
                    </a:ext>
                  </a:extLst>
                </p:cNvPr>
                <p:cNvSpPr/>
                <p:nvPr/>
              </p:nvSpPr>
              <p:spPr>
                <a:xfrm>
                  <a:off x="3304000" y="2066713"/>
                  <a:ext cx="38425" cy="37825"/>
                </a:xfrm>
                <a:custGeom>
                  <a:avLst/>
                  <a:gdLst/>
                  <a:ahLst/>
                  <a:cxnLst/>
                  <a:rect l="l" t="t" r="r" b="b"/>
                  <a:pathLst>
                    <a:path w="1537" h="1513" extrusionOk="0">
                      <a:moveTo>
                        <a:pt x="0" y="1"/>
                      </a:moveTo>
                      <a:lnTo>
                        <a:pt x="0" y="1513"/>
                      </a:lnTo>
                      <a:lnTo>
                        <a:pt x="1536" y="1513"/>
                      </a:lnTo>
                      <a:lnTo>
                        <a:pt x="1262" y="1501"/>
                      </a:lnTo>
                      <a:lnTo>
                        <a:pt x="822" y="1370"/>
                      </a:lnTo>
                      <a:lnTo>
                        <a:pt x="500" y="1156"/>
                      </a:lnTo>
                      <a:lnTo>
                        <a:pt x="274" y="882"/>
                      </a:lnTo>
                      <a:lnTo>
                        <a:pt x="72" y="441"/>
                      </a:lnTo>
                      <a:lnTo>
                        <a:pt x="0" y="1"/>
                      </a:lnTo>
                      <a:close/>
                    </a:path>
                  </a:pathLst>
                </a:custGeom>
                <a:solidFill>
                  <a:srgbClr val="703F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07345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EF92FA-E9E3-491A-B737-B6C5E39E8181}"/>
              </a:ext>
            </a:extLst>
          </p:cNvPr>
          <p:cNvSpPr txBox="1"/>
          <p:nvPr/>
        </p:nvSpPr>
        <p:spPr>
          <a:xfrm>
            <a:off x="6378360" y="2257211"/>
            <a:ext cx="5220741" cy="3046988"/>
          </a:xfrm>
          <a:prstGeom prst="rect">
            <a:avLst/>
          </a:prstGeom>
          <a:solidFill>
            <a:schemeClr val="accent2">
              <a:lumMod val="40000"/>
              <a:lumOff val="60000"/>
            </a:schemeClr>
          </a:solidFill>
        </p:spPr>
        <p:txBody>
          <a:bodyPr wrap="square">
            <a:spAutoFit/>
          </a:bodyPr>
          <a:lstStyle/>
          <a:p>
            <a:r>
              <a:rPr lang="en-US" sz="2400" b="0" i="0" dirty="0">
                <a:effectLst/>
                <a:latin typeface="Trebuchet MS" panose="020B0603020202020204" pitchFamily="34" charset="0"/>
              </a:rPr>
              <a:t>Luckily, this task can be automated with the power of machine learning and pretty much every commercial bank does so nowadays. In this project, we will build an automatic credit card approval predictor using machine learning techniques, just like the real banks do</a:t>
            </a:r>
            <a:endParaRPr lang="en-IN" sz="2400" dirty="0"/>
          </a:p>
        </p:txBody>
      </p:sp>
      <p:sp>
        <p:nvSpPr>
          <p:cNvPr id="4" name="Rectangle 3">
            <a:extLst>
              <a:ext uri="{FF2B5EF4-FFF2-40B4-BE49-F238E27FC236}">
                <a16:creationId xmlns:a16="http://schemas.microsoft.com/office/drawing/2014/main" id="{87A7D7A0-B024-4254-AB7C-B7F7C6ECD7DC}"/>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SOLUTION</a:t>
            </a:r>
          </a:p>
        </p:txBody>
      </p:sp>
      <p:grpSp>
        <p:nvGrpSpPr>
          <p:cNvPr id="5" name="Google Shape;3223;p33">
            <a:extLst>
              <a:ext uri="{FF2B5EF4-FFF2-40B4-BE49-F238E27FC236}">
                <a16:creationId xmlns:a16="http://schemas.microsoft.com/office/drawing/2014/main" id="{0125324A-5FC2-4481-91ED-1BBC935AB91F}"/>
              </a:ext>
            </a:extLst>
          </p:cNvPr>
          <p:cNvGrpSpPr/>
          <p:nvPr/>
        </p:nvGrpSpPr>
        <p:grpSpPr>
          <a:xfrm>
            <a:off x="299568" y="1394196"/>
            <a:ext cx="5494775" cy="5056707"/>
            <a:chOff x="2430025" y="1657243"/>
            <a:chExt cx="4283978" cy="3073160"/>
          </a:xfrm>
        </p:grpSpPr>
        <p:grpSp>
          <p:nvGrpSpPr>
            <p:cNvPr id="6" name="Google Shape;3224;p33">
              <a:extLst>
                <a:ext uri="{FF2B5EF4-FFF2-40B4-BE49-F238E27FC236}">
                  <a16:creationId xmlns:a16="http://schemas.microsoft.com/office/drawing/2014/main" id="{E0969ADA-5F0C-4629-BFEE-A3571936CD78}"/>
                </a:ext>
              </a:extLst>
            </p:cNvPr>
            <p:cNvGrpSpPr/>
            <p:nvPr/>
          </p:nvGrpSpPr>
          <p:grpSpPr>
            <a:xfrm rot="4705676">
              <a:off x="5632036" y="1706650"/>
              <a:ext cx="564369" cy="568029"/>
              <a:chOff x="3056175" y="881088"/>
              <a:chExt cx="273725" cy="275500"/>
            </a:xfrm>
          </p:grpSpPr>
          <p:sp>
            <p:nvSpPr>
              <p:cNvPr id="599" name="Google Shape;3225;p33">
                <a:extLst>
                  <a:ext uri="{FF2B5EF4-FFF2-40B4-BE49-F238E27FC236}">
                    <a16:creationId xmlns:a16="http://schemas.microsoft.com/office/drawing/2014/main" id="{1EA8C1E5-346F-471D-AECF-AE1DE17778A3}"/>
                  </a:ext>
                </a:extLst>
              </p:cNvPr>
              <p:cNvSpPr/>
              <p:nvPr/>
            </p:nvSpPr>
            <p:spPr>
              <a:xfrm>
                <a:off x="3072025" y="899613"/>
                <a:ext cx="241350" cy="241350"/>
              </a:xfrm>
              <a:custGeom>
                <a:avLst/>
                <a:gdLst/>
                <a:ahLst/>
                <a:cxnLst/>
                <a:rect l="l" t="t" r="r" b="b"/>
                <a:pathLst>
                  <a:path w="9654" h="9654" extrusionOk="0">
                    <a:moveTo>
                      <a:pt x="4787" y="1"/>
                    </a:moveTo>
                    <a:lnTo>
                      <a:pt x="4314" y="27"/>
                    </a:lnTo>
                    <a:lnTo>
                      <a:pt x="3858" y="99"/>
                    </a:lnTo>
                    <a:lnTo>
                      <a:pt x="3403" y="215"/>
                    </a:lnTo>
                    <a:lnTo>
                      <a:pt x="2974" y="376"/>
                    </a:lnTo>
                    <a:lnTo>
                      <a:pt x="2554" y="572"/>
                    </a:lnTo>
                    <a:lnTo>
                      <a:pt x="2153" y="813"/>
                    </a:lnTo>
                    <a:lnTo>
                      <a:pt x="1777" y="1090"/>
                    </a:lnTo>
                    <a:lnTo>
                      <a:pt x="1429" y="1394"/>
                    </a:lnTo>
                    <a:lnTo>
                      <a:pt x="1117" y="1742"/>
                    </a:lnTo>
                    <a:lnTo>
                      <a:pt x="831" y="2126"/>
                    </a:lnTo>
                    <a:lnTo>
                      <a:pt x="581" y="2537"/>
                    </a:lnTo>
                    <a:lnTo>
                      <a:pt x="375" y="2974"/>
                    </a:lnTo>
                    <a:lnTo>
                      <a:pt x="286" y="3206"/>
                    </a:lnTo>
                    <a:lnTo>
                      <a:pt x="206" y="3447"/>
                    </a:lnTo>
                    <a:lnTo>
                      <a:pt x="90" y="3921"/>
                    </a:lnTo>
                    <a:lnTo>
                      <a:pt x="18" y="4394"/>
                    </a:lnTo>
                    <a:lnTo>
                      <a:pt x="0" y="4867"/>
                    </a:lnTo>
                    <a:lnTo>
                      <a:pt x="27" y="5341"/>
                    </a:lnTo>
                    <a:lnTo>
                      <a:pt x="99" y="5805"/>
                    </a:lnTo>
                    <a:lnTo>
                      <a:pt x="215" y="6251"/>
                    </a:lnTo>
                    <a:lnTo>
                      <a:pt x="375" y="6689"/>
                    </a:lnTo>
                    <a:lnTo>
                      <a:pt x="572" y="7109"/>
                    </a:lnTo>
                    <a:lnTo>
                      <a:pt x="813" y="7502"/>
                    </a:lnTo>
                    <a:lnTo>
                      <a:pt x="1090" y="7877"/>
                    </a:lnTo>
                    <a:lnTo>
                      <a:pt x="1402" y="8225"/>
                    </a:lnTo>
                    <a:lnTo>
                      <a:pt x="1742" y="8546"/>
                    </a:lnTo>
                    <a:lnTo>
                      <a:pt x="2126" y="8823"/>
                    </a:lnTo>
                    <a:lnTo>
                      <a:pt x="2536" y="9073"/>
                    </a:lnTo>
                    <a:lnTo>
                      <a:pt x="2974" y="9288"/>
                    </a:lnTo>
                    <a:lnTo>
                      <a:pt x="3206" y="9377"/>
                    </a:lnTo>
                    <a:lnTo>
                      <a:pt x="3447" y="9457"/>
                    </a:lnTo>
                    <a:lnTo>
                      <a:pt x="3921" y="9573"/>
                    </a:lnTo>
                    <a:lnTo>
                      <a:pt x="4394" y="9636"/>
                    </a:lnTo>
                    <a:lnTo>
                      <a:pt x="4876" y="9654"/>
                    </a:lnTo>
                    <a:lnTo>
                      <a:pt x="5341" y="9627"/>
                    </a:lnTo>
                    <a:lnTo>
                      <a:pt x="5805" y="9556"/>
                    </a:lnTo>
                    <a:lnTo>
                      <a:pt x="6251" y="9439"/>
                    </a:lnTo>
                    <a:lnTo>
                      <a:pt x="6689" y="9279"/>
                    </a:lnTo>
                    <a:lnTo>
                      <a:pt x="7109" y="9082"/>
                    </a:lnTo>
                    <a:lnTo>
                      <a:pt x="7502" y="8850"/>
                    </a:lnTo>
                    <a:lnTo>
                      <a:pt x="7877" y="8573"/>
                    </a:lnTo>
                    <a:lnTo>
                      <a:pt x="8225" y="8261"/>
                    </a:lnTo>
                    <a:lnTo>
                      <a:pt x="8546" y="7912"/>
                    </a:lnTo>
                    <a:lnTo>
                      <a:pt x="8832" y="7537"/>
                    </a:lnTo>
                    <a:lnTo>
                      <a:pt x="9073" y="7118"/>
                    </a:lnTo>
                    <a:lnTo>
                      <a:pt x="9288" y="6680"/>
                    </a:lnTo>
                    <a:lnTo>
                      <a:pt x="9377" y="6448"/>
                    </a:lnTo>
                    <a:lnTo>
                      <a:pt x="9457" y="6207"/>
                    </a:lnTo>
                    <a:lnTo>
                      <a:pt x="9573" y="5734"/>
                    </a:lnTo>
                    <a:lnTo>
                      <a:pt x="9636" y="5260"/>
                    </a:lnTo>
                    <a:lnTo>
                      <a:pt x="9654" y="4787"/>
                    </a:lnTo>
                    <a:lnTo>
                      <a:pt x="9627" y="4314"/>
                    </a:lnTo>
                    <a:lnTo>
                      <a:pt x="9555" y="3858"/>
                    </a:lnTo>
                    <a:lnTo>
                      <a:pt x="9439" y="3403"/>
                    </a:lnTo>
                    <a:lnTo>
                      <a:pt x="9288" y="2965"/>
                    </a:lnTo>
                    <a:lnTo>
                      <a:pt x="9082" y="2554"/>
                    </a:lnTo>
                    <a:lnTo>
                      <a:pt x="8850" y="2153"/>
                    </a:lnTo>
                    <a:lnTo>
                      <a:pt x="8573" y="1778"/>
                    </a:lnTo>
                    <a:lnTo>
                      <a:pt x="8261" y="1429"/>
                    </a:lnTo>
                    <a:lnTo>
                      <a:pt x="7912" y="1117"/>
                    </a:lnTo>
                    <a:lnTo>
                      <a:pt x="7537" y="831"/>
                    </a:lnTo>
                    <a:lnTo>
                      <a:pt x="7126" y="581"/>
                    </a:lnTo>
                    <a:lnTo>
                      <a:pt x="6680" y="367"/>
                    </a:lnTo>
                    <a:lnTo>
                      <a:pt x="6448" y="286"/>
                    </a:lnTo>
                    <a:lnTo>
                      <a:pt x="6216" y="206"/>
                    </a:lnTo>
                    <a:lnTo>
                      <a:pt x="5733" y="90"/>
                    </a:lnTo>
                    <a:lnTo>
                      <a:pt x="5260" y="18"/>
                    </a:lnTo>
                    <a:lnTo>
                      <a:pt x="4787"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3226;p33">
                <a:extLst>
                  <a:ext uri="{FF2B5EF4-FFF2-40B4-BE49-F238E27FC236}">
                    <a16:creationId xmlns:a16="http://schemas.microsoft.com/office/drawing/2014/main" id="{EC7CCECF-6C46-4080-AC8F-42D162F7AC15}"/>
                  </a:ext>
                </a:extLst>
              </p:cNvPr>
              <p:cNvSpPr/>
              <p:nvPr/>
            </p:nvSpPr>
            <p:spPr>
              <a:xfrm>
                <a:off x="3074750" y="899838"/>
                <a:ext cx="241500" cy="241200"/>
              </a:xfrm>
              <a:prstGeom prst="ellipse">
                <a:avLst/>
              </a:prstGeom>
              <a:noFill/>
              <a:ln w="76200" cap="flat" cmpd="sng">
                <a:solidFill>
                  <a:srgbClr val="FBC2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3227;p33">
                <a:extLst>
                  <a:ext uri="{FF2B5EF4-FFF2-40B4-BE49-F238E27FC236}">
                    <a16:creationId xmlns:a16="http://schemas.microsoft.com/office/drawing/2014/main" id="{9008D469-3886-4D6A-87F4-1FEB1EE2251F}"/>
                  </a:ext>
                </a:extLst>
              </p:cNvPr>
              <p:cNvSpPr/>
              <p:nvPr/>
            </p:nvSpPr>
            <p:spPr>
              <a:xfrm>
                <a:off x="3252400" y="1110138"/>
                <a:ext cx="14775" cy="25025"/>
              </a:xfrm>
              <a:custGeom>
                <a:avLst/>
                <a:gdLst/>
                <a:ahLst/>
                <a:cxnLst/>
                <a:rect l="l" t="t" r="r" b="b"/>
                <a:pathLst>
                  <a:path w="591" h="1001" extrusionOk="0">
                    <a:moveTo>
                      <a:pt x="90" y="0"/>
                    </a:moveTo>
                    <a:lnTo>
                      <a:pt x="28" y="27"/>
                    </a:lnTo>
                    <a:lnTo>
                      <a:pt x="1" y="72"/>
                    </a:lnTo>
                    <a:lnTo>
                      <a:pt x="10" y="108"/>
                    </a:lnTo>
                    <a:lnTo>
                      <a:pt x="215" y="527"/>
                    </a:lnTo>
                    <a:lnTo>
                      <a:pt x="421" y="947"/>
                    </a:lnTo>
                    <a:lnTo>
                      <a:pt x="438" y="983"/>
                    </a:lnTo>
                    <a:lnTo>
                      <a:pt x="501" y="1001"/>
                    </a:lnTo>
                    <a:lnTo>
                      <a:pt x="563" y="983"/>
                    </a:lnTo>
                    <a:lnTo>
                      <a:pt x="590" y="929"/>
                    </a:lnTo>
                    <a:lnTo>
                      <a:pt x="572" y="893"/>
                    </a:lnTo>
                    <a:lnTo>
                      <a:pt x="376" y="474"/>
                    </a:lnTo>
                    <a:lnTo>
                      <a:pt x="170" y="54"/>
                    </a:lnTo>
                    <a:lnTo>
                      <a:pt x="153" y="18"/>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3228;p33">
                <a:extLst>
                  <a:ext uri="{FF2B5EF4-FFF2-40B4-BE49-F238E27FC236}">
                    <a16:creationId xmlns:a16="http://schemas.microsoft.com/office/drawing/2014/main" id="{99BB833B-6B0E-4B2A-9827-6AFD2837680B}"/>
                  </a:ext>
                </a:extLst>
              </p:cNvPr>
              <p:cNvSpPr/>
              <p:nvPr/>
            </p:nvSpPr>
            <p:spPr>
              <a:xfrm>
                <a:off x="3270500" y="1096738"/>
                <a:ext cx="18550" cy="19900"/>
              </a:xfrm>
              <a:custGeom>
                <a:avLst/>
                <a:gdLst/>
                <a:ahLst/>
                <a:cxnLst/>
                <a:rect l="l" t="t" r="r" b="b"/>
                <a:pathLst>
                  <a:path w="742" h="796" extrusionOk="0">
                    <a:moveTo>
                      <a:pt x="45" y="1"/>
                    </a:moveTo>
                    <a:lnTo>
                      <a:pt x="0" y="54"/>
                    </a:lnTo>
                    <a:lnTo>
                      <a:pt x="0" y="117"/>
                    </a:lnTo>
                    <a:lnTo>
                      <a:pt x="18" y="152"/>
                    </a:lnTo>
                    <a:lnTo>
                      <a:pt x="313" y="456"/>
                    </a:lnTo>
                    <a:lnTo>
                      <a:pt x="607" y="769"/>
                    </a:lnTo>
                    <a:lnTo>
                      <a:pt x="643" y="795"/>
                    </a:lnTo>
                    <a:lnTo>
                      <a:pt x="697" y="786"/>
                    </a:lnTo>
                    <a:lnTo>
                      <a:pt x="741" y="742"/>
                    </a:lnTo>
                    <a:lnTo>
                      <a:pt x="741" y="670"/>
                    </a:lnTo>
                    <a:lnTo>
                      <a:pt x="723" y="644"/>
                    </a:lnTo>
                    <a:lnTo>
                      <a:pt x="429" y="331"/>
                    </a:lnTo>
                    <a:lnTo>
                      <a:pt x="134" y="19"/>
                    </a:lnTo>
                    <a:lnTo>
                      <a:pt x="10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3229;p33">
                <a:extLst>
                  <a:ext uri="{FF2B5EF4-FFF2-40B4-BE49-F238E27FC236}">
                    <a16:creationId xmlns:a16="http://schemas.microsoft.com/office/drawing/2014/main" id="{F172737F-DACE-4DA3-9BE7-96146B4A23CB}"/>
                  </a:ext>
                </a:extLst>
              </p:cNvPr>
              <p:cNvSpPr/>
              <p:nvPr/>
            </p:nvSpPr>
            <p:spPr>
              <a:xfrm>
                <a:off x="3059975" y="999188"/>
                <a:ext cx="475" cy="6500"/>
              </a:xfrm>
              <a:custGeom>
                <a:avLst/>
                <a:gdLst/>
                <a:ahLst/>
                <a:cxnLst/>
                <a:rect l="l" t="t" r="r" b="b"/>
                <a:pathLst>
                  <a:path w="19" h="260" extrusionOk="0">
                    <a:moveTo>
                      <a:pt x="18" y="0"/>
                    </a:moveTo>
                    <a:lnTo>
                      <a:pt x="0" y="250"/>
                    </a:lnTo>
                    <a:lnTo>
                      <a:pt x="0" y="259"/>
                    </a:lnTo>
                    <a:lnTo>
                      <a:pt x="1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3230;p33">
                <a:extLst>
                  <a:ext uri="{FF2B5EF4-FFF2-40B4-BE49-F238E27FC236}">
                    <a16:creationId xmlns:a16="http://schemas.microsoft.com/office/drawing/2014/main" id="{F6E84C90-AF69-420D-8110-AF3E362BD623}"/>
                  </a:ext>
                </a:extLst>
              </p:cNvPr>
              <p:cNvSpPr/>
              <p:nvPr/>
            </p:nvSpPr>
            <p:spPr>
              <a:xfrm>
                <a:off x="3065550" y="966813"/>
                <a:ext cx="2250" cy="6725"/>
              </a:xfrm>
              <a:custGeom>
                <a:avLst/>
                <a:gdLst/>
                <a:ahLst/>
                <a:cxnLst/>
                <a:rect l="l" t="t" r="r" b="b"/>
                <a:pathLst>
                  <a:path w="90" h="269" extrusionOk="0">
                    <a:moveTo>
                      <a:pt x="90" y="0"/>
                    </a:moveTo>
                    <a:lnTo>
                      <a:pt x="36" y="134"/>
                    </a:lnTo>
                    <a:lnTo>
                      <a:pt x="0" y="268"/>
                    </a:lnTo>
                    <a:lnTo>
                      <a:pt x="45" y="134"/>
                    </a:lnTo>
                    <a:lnTo>
                      <a:pt x="90" y="9"/>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3231;p33">
                <a:extLst>
                  <a:ext uri="{FF2B5EF4-FFF2-40B4-BE49-F238E27FC236}">
                    <a16:creationId xmlns:a16="http://schemas.microsoft.com/office/drawing/2014/main" id="{450AE483-ED7F-4FEF-893F-FEA85C914282}"/>
                  </a:ext>
                </a:extLst>
              </p:cNvPr>
              <p:cNvSpPr/>
              <p:nvPr/>
            </p:nvSpPr>
            <p:spPr>
              <a:xfrm>
                <a:off x="3107750" y="966363"/>
                <a:ext cx="170575" cy="119900"/>
              </a:xfrm>
              <a:custGeom>
                <a:avLst/>
                <a:gdLst/>
                <a:ahLst/>
                <a:cxnLst/>
                <a:rect l="l" t="t" r="r" b="b"/>
                <a:pathLst>
                  <a:path w="6823" h="4796" extrusionOk="0">
                    <a:moveTo>
                      <a:pt x="1893" y="1"/>
                    </a:moveTo>
                    <a:lnTo>
                      <a:pt x="1634" y="224"/>
                    </a:lnTo>
                    <a:lnTo>
                      <a:pt x="1483" y="358"/>
                    </a:lnTo>
                    <a:lnTo>
                      <a:pt x="1233" y="661"/>
                    </a:lnTo>
                    <a:lnTo>
                      <a:pt x="1125" y="840"/>
                    </a:lnTo>
                    <a:lnTo>
                      <a:pt x="420" y="590"/>
                    </a:lnTo>
                    <a:lnTo>
                      <a:pt x="0" y="1778"/>
                    </a:lnTo>
                    <a:lnTo>
                      <a:pt x="777" y="2054"/>
                    </a:lnTo>
                    <a:lnTo>
                      <a:pt x="786" y="2322"/>
                    </a:lnTo>
                    <a:lnTo>
                      <a:pt x="929" y="2796"/>
                    </a:lnTo>
                    <a:lnTo>
                      <a:pt x="1188" y="3197"/>
                    </a:lnTo>
                    <a:lnTo>
                      <a:pt x="1572" y="3501"/>
                    </a:lnTo>
                    <a:lnTo>
                      <a:pt x="1813" y="3599"/>
                    </a:lnTo>
                    <a:lnTo>
                      <a:pt x="1974" y="3653"/>
                    </a:lnTo>
                    <a:lnTo>
                      <a:pt x="2286" y="3689"/>
                    </a:lnTo>
                    <a:lnTo>
                      <a:pt x="2572" y="3662"/>
                    </a:lnTo>
                    <a:lnTo>
                      <a:pt x="2840" y="3581"/>
                    </a:lnTo>
                    <a:lnTo>
                      <a:pt x="3215" y="3376"/>
                    </a:lnTo>
                    <a:lnTo>
                      <a:pt x="3653" y="2992"/>
                    </a:lnTo>
                    <a:lnTo>
                      <a:pt x="3849" y="2769"/>
                    </a:lnTo>
                    <a:lnTo>
                      <a:pt x="3992" y="2617"/>
                    </a:lnTo>
                    <a:lnTo>
                      <a:pt x="4215" y="2438"/>
                    </a:lnTo>
                    <a:lnTo>
                      <a:pt x="4429" y="2367"/>
                    </a:lnTo>
                    <a:lnTo>
                      <a:pt x="4501" y="2394"/>
                    </a:lnTo>
                    <a:lnTo>
                      <a:pt x="4572" y="2430"/>
                    </a:lnTo>
                    <a:lnTo>
                      <a:pt x="4662" y="2546"/>
                    </a:lnTo>
                    <a:lnTo>
                      <a:pt x="4679" y="2778"/>
                    </a:lnTo>
                    <a:lnTo>
                      <a:pt x="4635" y="2939"/>
                    </a:lnTo>
                    <a:lnTo>
                      <a:pt x="4554" y="3144"/>
                    </a:lnTo>
                    <a:lnTo>
                      <a:pt x="4295" y="3501"/>
                    </a:lnTo>
                    <a:lnTo>
                      <a:pt x="4135" y="3635"/>
                    </a:lnTo>
                    <a:lnTo>
                      <a:pt x="3715" y="3948"/>
                    </a:lnTo>
                    <a:lnTo>
                      <a:pt x="4751" y="4796"/>
                    </a:lnTo>
                    <a:lnTo>
                      <a:pt x="5010" y="4617"/>
                    </a:lnTo>
                    <a:lnTo>
                      <a:pt x="5188" y="4483"/>
                    </a:lnTo>
                    <a:lnTo>
                      <a:pt x="5528" y="4090"/>
                    </a:lnTo>
                    <a:lnTo>
                      <a:pt x="5662" y="3849"/>
                    </a:lnTo>
                    <a:lnTo>
                      <a:pt x="6394" y="4108"/>
                    </a:lnTo>
                    <a:lnTo>
                      <a:pt x="6823" y="2912"/>
                    </a:lnTo>
                    <a:lnTo>
                      <a:pt x="6019" y="2626"/>
                    </a:lnTo>
                    <a:lnTo>
                      <a:pt x="6010" y="2349"/>
                    </a:lnTo>
                    <a:lnTo>
                      <a:pt x="5867" y="1849"/>
                    </a:lnTo>
                    <a:lnTo>
                      <a:pt x="5590" y="1438"/>
                    </a:lnTo>
                    <a:lnTo>
                      <a:pt x="5188" y="1126"/>
                    </a:lnTo>
                    <a:lnTo>
                      <a:pt x="4938" y="1019"/>
                    </a:lnTo>
                    <a:lnTo>
                      <a:pt x="4760" y="965"/>
                    </a:lnTo>
                    <a:lnTo>
                      <a:pt x="4421" y="911"/>
                    </a:lnTo>
                    <a:lnTo>
                      <a:pt x="4117" y="938"/>
                    </a:lnTo>
                    <a:lnTo>
                      <a:pt x="3831" y="1019"/>
                    </a:lnTo>
                    <a:lnTo>
                      <a:pt x="3447" y="1215"/>
                    </a:lnTo>
                    <a:lnTo>
                      <a:pt x="3027" y="1563"/>
                    </a:lnTo>
                    <a:lnTo>
                      <a:pt x="2858" y="1751"/>
                    </a:lnTo>
                    <a:lnTo>
                      <a:pt x="2554" y="2072"/>
                    </a:lnTo>
                    <a:lnTo>
                      <a:pt x="2331" y="2215"/>
                    </a:lnTo>
                    <a:lnTo>
                      <a:pt x="2242" y="2224"/>
                    </a:lnTo>
                    <a:lnTo>
                      <a:pt x="2215" y="2206"/>
                    </a:lnTo>
                    <a:lnTo>
                      <a:pt x="2152" y="2179"/>
                    </a:lnTo>
                    <a:lnTo>
                      <a:pt x="2090" y="2081"/>
                    </a:lnTo>
                    <a:lnTo>
                      <a:pt x="2090" y="1894"/>
                    </a:lnTo>
                    <a:lnTo>
                      <a:pt x="2126" y="1787"/>
                    </a:lnTo>
                    <a:lnTo>
                      <a:pt x="2233" y="1545"/>
                    </a:lnTo>
                    <a:lnTo>
                      <a:pt x="2465" y="1251"/>
                    </a:lnTo>
                    <a:lnTo>
                      <a:pt x="2554" y="1179"/>
                    </a:lnTo>
                    <a:lnTo>
                      <a:pt x="2911" y="867"/>
                    </a:lnTo>
                    <a:lnTo>
                      <a:pt x="1893"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3232;p33">
                <a:extLst>
                  <a:ext uri="{FF2B5EF4-FFF2-40B4-BE49-F238E27FC236}">
                    <a16:creationId xmlns:a16="http://schemas.microsoft.com/office/drawing/2014/main" id="{C9F3FE4F-70DC-4C3F-8549-334CA2AB1242}"/>
                  </a:ext>
                </a:extLst>
              </p:cNvPr>
              <p:cNvSpPr/>
              <p:nvPr/>
            </p:nvSpPr>
            <p:spPr>
              <a:xfrm>
                <a:off x="3142125" y="1092288"/>
                <a:ext cx="78600" cy="22775"/>
              </a:xfrm>
              <a:custGeom>
                <a:avLst/>
                <a:gdLst/>
                <a:ahLst/>
                <a:cxnLst/>
                <a:rect l="l" t="t" r="r" b="b"/>
                <a:pathLst>
                  <a:path w="3144" h="911" extrusionOk="0">
                    <a:moveTo>
                      <a:pt x="108" y="0"/>
                    </a:moveTo>
                    <a:lnTo>
                      <a:pt x="45" y="9"/>
                    </a:lnTo>
                    <a:lnTo>
                      <a:pt x="0" y="63"/>
                    </a:lnTo>
                    <a:lnTo>
                      <a:pt x="0" y="116"/>
                    </a:lnTo>
                    <a:lnTo>
                      <a:pt x="27" y="143"/>
                    </a:lnTo>
                    <a:lnTo>
                      <a:pt x="197" y="268"/>
                    </a:lnTo>
                    <a:lnTo>
                      <a:pt x="545" y="482"/>
                    </a:lnTo>
                    <a:lnTo>
                      <a:pt x="911" y="661"/>
                    </a:lnTo>
                    <a:lnTo>
                      <a:pt x="1286" y="786"/>
                    </a:lnTo>
                    <a:lnTo>
                      <a:pt x="1679" y="875"/>
                    </a:lnTo>
                    <a:lnTo>
                      <a:pt x="2072" y="911"/>
                    </a:lnTo>
                    <a:lnTo>
                      <a:pt x="2474" y="911"/>
                    </a:lnTo>
                    <a:lnTo>
                      <a:pt x="2885" y="866"/>
                    </a:lnTo>
                    <a:lnTo>
                      <a:pt x="3090" y="822"/>
                    </a:lnTo>
                    <a:lnTo>
                      <a:pt x="3126" y="813"/>
                    </a:lnTo>
                    <a:lnTo>
                      <a:pt x="3144" y="759"/>
                    </a:lnTo>
                    <a:lnTo>
                      <a:pt x="3126" y="697"/>
                    </a:lnTo>
                    <a:lnTo>
                      <a:pt x="3072" y="661"/>
                    </a:lnTo>
                    <a:lnTo>
                      <a:pt x="3028" y="661"/>
                    </a:lnTo>
                    <a:lnTo>
                      <a:pt x="2840" y="706"/>
                    </a:lnTo>
                    <a:lnTo>
                      <a:pt x="2456" y="750"/>
                    </a:lnTo>
                    <a:lnTo>
                      <a:pt x="2072" y="750"/>
                    </a:lnTo>
                    <a:lnTo>
                      <a:pt x="1697" y="706"/>
                    </a:lnTo>
                    <a:lnTo>
                      <a:pt x="1143" y="572"/>
                    </a:lnTo>
                    <a:lnTo>
                      <a:pt x="625" y="339"/>
                    </a:lnTo>
                    <a:lnTo>
                      <a:pt x="295" y="134"/>
                    </a:lnTo>
                    <a:lnTo>
                      <a:pt x="143" y="18"/>
                    </a:lnTo>
                    <a:lnTo>
                      <a:pt x="108"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3233;p33">
                <a:extLst>
                  <a:ext uri="{FF2B5EF4-FFF2-40B4-BE49-F238E27FC236}">
                    <a16:creationId xmlns:a16="http://schemas.microsoft.com/office/drawing/2014/main" id="{9A720353-30D9-4269-827A-C813E438AAF7}"/>
                  </a:ext>
                </a:extLst>
              </p:cNvPr>
              <p:cNvSpPr/>
              <p:nvPr/>
            </p:nvSpPr>
            <p:spPr>
              <a:xfrm>
                <a:off x="3099475" y="1034013"/>
                <a:ext cx="29725" cy="50025"/>
              </a:xfrm>
              <a:custGeom>
                <a:avLst/>
                <a:gdLst/>
                <a:ahLst/>
                <a:cxnLst/>
                <a:rect l="l" t="t" r="r" b="b"/>
                <a:pathLst>
                  <a:path w="1189" h="2001" extrusionOk="0">
                    <a:moveTo>
                      <a:pt x="99" y="0"/>
                    </a:moveTo>
                    <a:lnTo>
                      <a:pt x="36" y="27"/>
                    </a:lnTo>
                    <a:lnTo>
                      <a:pt x="1" y="81"/>
                    </a:lnTo>
                    <a:lnTo>
                      <a:pt x="10" y="116"/>
                    </a:lnTo>
                    <a:lnTo>
                      <a:pt x="90" y="375"/>
                    </a:lnTo>
                    <a:lnTo>
                      <a:pt x="287" y="867"/>
                    </a:lnTo>
                    <a:lnTo>
                      <a:pt x="545" y="1331"/>
                    </a:lnTo>
                    <a:lnTo>
                      <a:pt x="849" y="1768"/>
                    </a:lnTo>
                    <a:lnTo>
                      <a:pt x="1019" y="1965"/>
                    </a:lnTo>
                    <a:lnTo>
                      <a:pt x="1055" y="1992"/>
                    </a:lnTo>
                    <a:lnTo>
                      <a:pt x="1117" y="2001"/>
                    </a:lnTo>
                    <a:lnTo>
                      <a:pt x="1171" y="1965"/>
                    </a:lnTo>
                    <a:lnTo>
                      <a:pt x="1188" y="1902"/>
                    </a:lnTo>
                    <a:lnTo>
                      <a:pt x="1162" y="1876"/>
                    </a:lnTo>
                    <a:lnTo>
                      <a:pt x="992" y="1670"/>
                    </a:lnTo>
                    <a:lnTo>
                      <a:pt x="688" y="1251"/>
                    </a:lnTo>
                    <a:lnTo>
                      <a:pt x="447" y="795"/>
                    </a:lnTo>
                    <a:lnTo>
                      <a:pt x="242" y="313"/>
                    </a:lnTo>
                    <a:lnTo>
                      <a:pt x="170" y="63"/>
                    </a:lnTo>
                    <a:lnTo>
                      <a:pt x="153" y="27"/>
                    </a:lnTo>
                    <a:lnTo>
                      <a:pt x="9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3234;p33">
                <a:extLst>
                  <a:ext uri="{FF2B5EF4-FFF2-40B4-BE49-F238E27FC236}">
                    <a16:creationId xmlns:a16="http://schemas.microsoft.com/office/drawing/2014/main" id="{8E582933-BA3E-4BA7-81B0-3557D07433BA}"/>
                  </a:ext>
                </a:extLst>
              </p:cNvPr>
              <p:cNvSpPr/>
              <p:nvPr/>
            </p:nvSpPr>
            <p:spPr>
              <a:xfrm>
                <a:off x="3159975" y="924388"/>
                <a:ext cx="93350" cy="25475"/>
              </a:xfrm>
              <a:custGeom>
                <a:avLst/>
                <a:gdLst/>
                <a:ahLst/>
                <a:cxnLst/>
                <a:rect l="l" t="t" r="r" b="b"/>
                <a:pathLst>
                  <a:path w="3734" h="1019" extrusionOk="0">
                    <a:moveTo>
                      <a:pt x="1260" y="1"/>
                    </a:moveTo>
                    <a:lnTo>
                      <a:pt x="778" y="10"/>
                    </a:lnTo>
                    <a:lnTo>
                      <a:pt x="295" y="81"/>
                    </a:lnTo>
                    <a:lnTo>
                      <a:pt x="63" y="144"/>
                    </a:lnTo>
                    <a:lnTo>
                      <a:pt x="28" y="153"/>
                    </a:lnTo>
                    <a:lnTo>
                      <a:pt x="1" y="206"/>
                    </a:lnTo>
                    <a:lnTo>
                      <a:pt x="19" y="269"/>
                    </a:lnTo>
                    <a:lnTo>
                      <a:pt x="81" y="304"/>
                    </a:lnTo>
                    <a:lnTo>
                      <a:pt x="117" y="304"/>
                    </a:lnTo>
                    <a:lnTo>
                      <a:pt x="340" y="242"/>
                    </a:lnTo>
                    <a:lnTo>
                      <a:pt x="804" y="179"/>
                    </a:lnTo>
                    <a:lnTo>
                      <a:pt x="1260" y="161"/>
                    </a:lnTo>
                    <a:lnTo>
                      <a:pt x="1706" y="206"/>
                    </a:lnTo>
                    <a:lnTo>
                      <a:pt x="2153" y="295"/>
                    </a:lnTo>
                    <a:lnTo>
                      <a:pt x="2590" y="429"/>
                    </a:lnTo>
                    <a:lnTo>
                      <a:pt x="3010" y="617"/>
                    </a:lnTo>
                    <a:lnTo>
                      <a:pt x="3403" y="858"/>
                    </a:lnTo>
                    <a:lnTo>
                      <a:pt x="3591" y="992"/>
                    </a:lnTo>
                    <a:lnTo>
                      <a:pt x="3626" y="1019"/>
                    </a:lnTo>
                    <a:lnTo>
                      <a:pt x="3689" y="1001"/>
                    </a:lnTo>
                    <a:lnTo>
                      <a:pt x="3734" y="956"/>
                    </a:lnTo>
                    <a:lnTo>
                      <a:pt x="3725" y="894"/>
                    </a:lnTo>
                    <a:lnTo>
                      <a:pt x="3698" y="867"/>
                    </a:lnTo>
                    <a:lnTo>
                      <a:pt x="3501" y="724"/>
                    </a:lnTo>
                    <a:lnTo>
                      <a:pt x="3091" y="474"/>
                    </a:lnTo>
                    <a:lnTo>
                      <a:pt x="2653" y="278"/>
                    </a:lnTo>
                    <a:lnTo>
                      <a:pt x="2198" y="126"/>
                    </a:lnTo>
                    <a:lnTo>
                      <a:pt x="1733" y="36"/>
                    </a:lnTo>
                    <a:lnTo>
                      <a:pt x="1260"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3235;p33">
                <a:extLst>
                  <a:ext uri="{FF2B5EF4-FFF2-40B4-BE49-F238E27FC236}">
                    <a16:creationId xmlns:a16="http://schemas.microsoft.com/office/drawing/2014/main" id="{A68AA120-2F71-424E-8B3E-D8A5D407A77C}"/>
                  </a:ext>
                </a:extLst>
              </p:cNvPr>
              <p:cNvSpPr/>
              <p:nvPr/>
            </p:nvSpPr>
            <p:spPr>
              <a:xfrm>
                <a:off x="3260000" y="957213"/>
                <a:ext cx="29050" cy="45575"/>
              </a:xfrm>
              <a:custGeom>
                <a:avLst/>
                <a:gdLst/>
                <a:ahLst/>
                <a:cxnLst/>
                <a:rect l="l" t="t" r="r" b="b"/>
                <a:pathLst>
                  <a:path w="1162" h="1823" extrusionOk="0">
                    <a:moveTo>
                      <a:pt x="99" y="0"/>
                    </a:moveTo>
                    <a:lnTo>
                      <a:pt x="45" y="9"/>
                    </a:lnTo>
                    <a:lnTo>
                      <a:pt x="0" y="54"/>
                    </a:lnTo>
                    <a:lnTo>
                      <a:pt x="0" y="117"/>
                    </a:lnTo>
                    <a:lnTo>
                      <a:pt x="18" y="152"/>
                    </a:lnTo>
                    <a:lnTo>
                      <a:pt x="188" y="322"/>
                    </a:lnTo>
                    <a:lnTo>
                      <a:pt x="483" y="697"/>
                    </a:lnTo>
                    <a:lnTo>
                      <a:pt x="733" y="1099"/>
                    </a:lnTo>
                    <a:lnTo>
                      <a:pt x="920" y="1536"/>
                    </a:lnTo>
                    <a:lnTo>
                      <a:pt x="992" y="1769"/>
                    </a:lnTo>
                    <a:lnTo>
                      <a:pt x="1010" y="1804"/>
                    </a:lnTo>
                    <a:lnTo>
                      <a:pt x="1063" y="1822"/>
                    </a:lnTo>
                    <a:lnTo>
                      <a:pt x="1126" y="1804"/>
                    </a:lnTo>
                    <a:lnTo>
                      <a:pt x="1161" y="1751"/>
                    </a:lnTo>
                    <a:lnTo>
                      <a:pt x="1152" y="1715"/>
                    </a:lnTo>
                    <a:lnTo>
                      <a:pt x="1081" y="1474"/>
                    </a:lnTo>
                    <a:lnTo>
                      <a:pt x="876" y="1018"/>
                    </a:lnTo>
                    <a:lnTo>
                      <a:pt x="617" y="590"/>
                    </a:lnTo>
                    <a:lnTo>
                      <a:pt x="313" y="206"/>
                    </a:lnTo>
                    <a:lnTo>
                      <a:pt x="134" y="27"/>
                    </a:lnTo>
                    <a:lnTo>
                      <a:pt x="9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3236;p33">
                <a:extLst>
                  <a:ext uri="{FF2B5EF4-FFF2-40B4-BE49-F238E27FC236}">
                    <a16:creationId xmlns:a16="http://schemas.microsoft.com/office/drawing/2014/main" id="{17C647E9-0D71-43D3-974D-E3B98F266052}"/>
                  </a:ext>
                </a:extLst>
              </p:cNvPr>
              <p:cNvSpPr/>
              <p:nvPr/>
            </p:nvSpPr>
            <p:spPr>
              <a:xfrm>
                <a:off x="3228975" y="947838"/>
                <a:ext cx="30150" cy="22125"/>
              </a:xfrm>
              <a:custGeom>
                <a:avLst/>
                <a:gdLst/>
                <a:ahLst/>
                <a:cxnLst/>
                <a:rect l="l" t="t" r="r" b="b"/>
                <a:pathLst>
                  <a:path w="1206" h="885" extrusionOk="0">
                    <a:moveTo>
                      <a:pt x="89" y="0"/>
                    </a:moveTo>
                    <a:lnTo>
                      <a:pt x="27" y="36"/>
                    </a:lnTo>
                    <a:lnTo>
                      <a:pt x="0" y="90"/>
                    </a:lnTo>
                    <a:lnTo>
                      <a:pt x="18" y="143"/>
                    </a:lnTo>
                    <a:lnTo>
                      <a:pt x="45" y="161"/>
                    </a:lnTo>
                    <a:lnTo>
                      <a:pt x="339" y="286"/>
                    </a:lnTo>
                    <a:lnTo>
                      <a:pt x="848" y="634"/>
                    </a:lnTo>
                    <a:lnTo>
                      <a:pt x="1072" y="858"/>
                    </a:lnTo>
                    <a:lnTo>
                      <a:pt x="1099" y="884"/>
                    </a:lnTo>
                    <a:lnTo>
                      <a:pt x="1161" y="876"/>
                    </a:lnTo>
                    <a:lnTo>
                      <a:pt x="1197" y="831"/>
                    </a:lnTo>
                    <a:lnTo>
                      <a:pt x="1206" y="768"/>
                    </a:lnTo>
                    <a:lnTo>
                      <a:pt x="1179" y="733"/>
                    </a:lnTo>
                    <a:lnTo>
                      <a:pt x="956" y="500"/>
                    </a:lnTo>
                    <a:lnTo>
                      <a:pt x="429" y="143"/>
                    </a:lnTo>
                    <a:lnTo>
                      <a:pt x="125" y="9"/>
                    </a:lnTo>
                    <a:lnTo>
                      <a:pt x="8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3237;p33">
                <a:extLst>
                  <a:ext uri="{FF2B5EF4-FFF2-40B4-BE49-F238E27FC236}">
                    <a16:creationId xmlns:a16="http://schemas.microsoft.com/office/drawing/2014/main" id="{DFA020BC-7218-40F3-9E6B-03FBD1ED5747}"/>
                  </a:ext>
                </a:extLst>
              </p:cNvPr>
              <p:cNvSpPr/>
              <p:nvPr/>
            </p:nvSpPr>
            <p:spPr>
              <a:xfrm>
                <a:off x="3293925" y="1055438"/>
                <a:ext cx="28600" cy="12300"/>
              </a:xfrm>
              <a:custGeom>
                <a:avLst/>
                <a:gdLst/>
                <a:ahLst/>
                <a:cxnLst/>
                <a:rect l="l" t="t" r="r" b="b"/>
                <a:pathLst>
                  <a:path w="1144" h="492" extrusionOk="0">
                    <a:moveTo>
                      <a:pt x="54" y="1"/>
                    </a:moveTo>
                    <a:lnTo>
                      <a:pt x="10" y="36"/>
                    </a:lnTo>
                    <a:lnTo>
                      <a:pt x="1" y="99"/>
                    </a:lnTo>
                    <a:lnTo>
                      <a:pt x="28" y="152"/>
                    </a:lnTo>
                    <a:lnTo>
                      <a:pt x="63" y="170"/>
                    </a:lnTo>
                    <a:lnTo>
                      <a:pt x="1046" y="483"/>
                    </a:lnTo>
                    <a:lnTo>
                      <a:pt x="1081" y="492"/>
                    </a:lnTo>
                    <a:lnTo>
                      <a:pt x="1126" y="456"/>
                    </a:lnTo>
                    <a:lnTo>
                      <a:pt x="1144" y="394"/>
                    </a:lnTo>
                    <a:lnTo>
                      <a:pt x="1108" y="331"/>
                    </a:lnTo>
                    <a:lnTo>
                      <a:pt x="1072" y="313"/>
                    </a:lnTo>
                    <a:lnTo>
                      <a:pt x="581" y="161"/>
                    </a:lnTo>
                    <a:lnTo>
                      <a:pt x="9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3238;p33">
                <a:extLst>
                  <a:ext uri="{FF2B5EF4-FFF2-40B4-BE49-F238E27FC236}">
                    <a16:creationId xmlns:a16="http://schemas.microsoft.com/office/drawing/2014/main" id="{85ADC204-55FD-4D62-A0B8-224DF2C95AF8}"/>
                  </a:ext>
                </a:extLst>
              </p:cNvPr>
              <p:cNvSpPr/>
              <p:nvPr/>
            </p:nvSpPr>
            <p:spPr>
              <a:xfrm>
                <a:off x="3299300" y="1025963"/>
                <a:ext cx="29925" cy="7625"/>
              </a:xfrm>
              <a:custGeom>
                <a:avLst/>
                <a:gdLst/>
                <a:ahLst/>
                <a:cxnLst/>
                <a:rect l="l" t="t" r="r" b="b"/>
                <a:pathLst>
                  <a:path w="1197" h="305" extrusionOk="0">
                    <a:moveTo>
                      <a:pt x="63" y="1"/>
                    </a:moveTo>
                    <a:lnTo>
                      <a:pt x="9" y="46"/>
                    </a:lnTo>
                    <a:lnTo>
                      <a:pt x="0" y="108"/>
                    </a:lnTo>
                    <a:lnTo>
                      <a:pt x="36" y="162"/>
                    </a:lnTo>
                    <a:lnTo>
                      <a:pt x="72" y="171"/>
                    </a:lnTo>
                    <a:lnTo>
                      <a:pt x="581" y="233"/>
                    </a:lnTo>
                    <a:lnTo>
                      <a:pt x="1098" y="304"/>
                    </a:lnTo>
                    <a:lnTo>
                      <a:pt x="1134" y="304"/>
                    </a:lnTo>
                    <a:lnTo>
                      <a:pt x="1188" y="260"/>
                    </a:lnTo>
                    <a:lnTo>
                      <a:pt x="1197" y="197"/>
                    </a:lnTo>
                    <a:lnTo>
                      <a:pt x="1170" y="144"/>
                    </a:lnTo>
                    <a:lnTo>
                      <a:pt x="1134" y="135"/>
                    </a:lnTo>
                    <a:lnTo>
                      <a:pt x="616" y="72"/>
                    </a:lnTo>
                    <a:lnTo>
                      <a:pt x="98"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3239;p33">
                <a:extLst>
                  <a:ext uri="{FF2B5EF4-FFF2-40B4-BE49-F238E27FC236}">
                    <a16:creationId xmlns:a16="http://schemas.microsoft.com/office/drawing/2014/main" id="{1C4C637B-EC02-40F9-AAE0-DE0B15A8C81F}"/>
                  </a:ext>
                </a:extLst>
              </p:cNvPr>
              <p:cNvSpPr/>
              <p:nvPr/>
            </p:nvSpPr>
            <p:spPr>
              <a:xfrm>
                <a:off x="3299525" y="992038"/>
                <a:ext cx="30375" cy="7175"/>
              </a:xfrm>
              <a:custGeom>
                <a:avLst/>
                <a:gdLst/>
                <a:ahLst/>
                <a:cxnLst/>
                <a:rect l="l" t="t" r="r" b="b"/>
                <a:pathLst>
                  <a:path w="1215" h="287" extrusionOk="0">
                    <a:moveTo>
                      <a:pt x="1125" y="1"/>
                    </a:moveTo>
                    <a:lnTo>
                      <a:pt x="598" y="63"/>
                    </a:lnTo>
                    <a:lnTo>
                      <a:pt x="71" y="117"/>
                    </a:lnTo>
                    <a:lnTo>
                      <a:pt x="36" y="126"/>
                    </a:lnTo>
                    <a:lnTo>
                      <a:pt x="0" y="179"/>
                    </a:lnTo>
                    <a:lnTo>
                      <a:pt x="9" y="242"/>
                    </a:lnTo>
                    <a:lnTo>
                      <a:pt x="54" y="286"/>
                    </a:lnTo>
                    <a:lnTo>
                      <a:pt x="89" y="286"/>
                    </a:lnTo>
                    <a:lnTo>
                      <a:pt x="1143" y="170"/>
                    </a:lnTo>
                    <a:lnTo>
                      <a:pt x="1179" y="161"/>
                    </a:lnTo>
                    <a:lnTo>
                      <a:pt x="1214" y="108"/>
                    </a:lnTo>
                    <a:lnTo>
                      <a:pt x="1206" y="45"/>
                    </a:lnTo>
                    <a:lnTo>
                      <a:pt x="116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3240;p33">
                <a:extLst>
                  <a:ext uri="{FF2B5EF4-FFF2-40B4-BE49-F238E27FC236}">
                    <a16:creationId xmlns:a16="http://schemas.microsoft.com/office/drawing/2014/main" id="{DB55E118-4D3B-4018-9556-7558FB2CF90F}"/>
                  </a:ext>
                </a:extLst>
              </p:cNvPr>
              <p:cNvSpPr/>
              <p:nvPr/>
            </p:nvSpPr>
            <p:spPr>
              <a:xfrm>
                <a:off x="3290575" y="962788"/>
                <a:ext cx="30625" cy="12075"/>
              </a:xfrm>
              <a:custGeom>
                <a:avLst/>
                <a:gdLst/>
                <a:ahLst/>
                <a:cxnLst/>
                <a:rect l="l" t="t" r="r" b="b"/>
                <a:pathLst>
                  <a:path w="1225" h="483" extrusionOk="0">
                    <a:moveTo>
                      <a:pt x="1108" y="1"/>
                    </a:moveTo>
                    <a:lnTo>
                      <a:pt x="581" y="161"/>
                    </a:lnTo>
                    <a:lnTo>
                      <a:pt x="54" y="322"/>
                    </a:lnTo>
                    <a:lnTo>
                      <a:pt x="19" y="331"/>
                    </a:lnTo>
                    <a:lnTo>
                      <a:pt x="1" y="394"/>
                    </a:lnTo>
                    <a:lnTo>
                      <a:pt x="19" y="447"/>
                    </a:lnTo>
                    <a:lnTo>
                      <a:pt x="72" y="483"/>
                    </a:lnTo>
                    <a:lnTo>
                      <a:pt x="117" y="474"/>
                    </a:lnTo>
                    <a:lnTo>
                      <a:pt x="644" y="322"/>
                    </a:lnTo>
                    <a:lnTo>
                      <a:pt x="1171" y="161"/>
                    </a:lnTo>
                    <a:lnTo>
                      <a:pt x="1206" y="153"/>
                    </a:lnTo>
                    <a:lnTo>
                      <a:pt x="1224" y="90"/>
                    </a:lnTo>
                    <a:lnTo>
                      <a:pt x="1206" y="36"/>
                    </a:lnTo>
                    <a:lnTo>
                      <a:pt x="1153"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3241;p33">
                <a:extLst>
                  <a:ext uri="{FF2B5EF4-FFF2-40B4-BE49-F238E27FC236}">
                    <a16:creationId xmlns:a16="http://schemas.microsoft.com/office/drawing/2014/main" id="{39A48BD8-B505-47A8-995F-C2B5041D0413}"/>
                  </a:ext>
                </a:extLst>
              </p:cNvPr>
              <p:cNvSpPr/>
              <p:nvPr/>
            </p:nvSpPr>
            <p:spPr>
              <a:xfrm>
                <a:off x="3278750" y="936888"/>
                <a:ext cx="27475" cy="19675"/>
              </a:xfrm>
              <a:custGeom>
                <a:avLst/>
                <a:gdLst/>
                <a:ahLst/>
                <a:cxnLst/>
                <a:rect l="l" t="t" r="r" b="b"/>
                <a:pathLst>
                  <a:path w="1099" h="787" extrusionOk="0">
                    <a:moveTo>
                      <a:pt x="1001" y="1"/>
                    </a:moveTo>
                    <a:lnTo>
                      <a:pt x="974" y="19"/>
                    </a:lnTo>
                    <a:lnTo>
                      <a:pt x="36" y="635"/>
                    </a:lnTo>
                    <a:lnTo>
                      <a:pt x="9" y="662"/>
                    </a:lnTo>
                    <a:lnTo>
                      <a:pt x="1" y="724"/>
                    </a:lnTo>
                    <a:lnTo>
                      <a:pt x="36" y="778"/>
                    </a:lnTo>
                    <a:lnTo>
                      <a:pt x="99" y="787"/>
                    </a:lnTo>
                    <a:lnTo>
                      <a:pt x="134" y="778"/>
                    </a:lnTo>
                    <a:lnTo>
                      <a:pt x="599" y="465"/>
                    </a:lnTo>
                    <a:lnTo>
                      <a:pt x="1063" y="153"/>
                    </a:lnTo>
                    <a:lnTo>
                      <a:pt x="1090" y="135"/>
                    </a:lnTo>
                    <a:lnTo>
                      <a:pt x="1099" y="72"/>
                    </a:lnTo>
                    <a:lnTo>
                      <a:pt x="1063" y="19"/>
                    </a:lnTo>
                    <a:lnTo>
                      <a:pt x="100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3242;p33">
                <a:extLst>
                  <a:ext uri="{FF2B5EF4-FFF2-40B4-BE49-F238E27FC236}">
                    <a16:creationId xmlns:a16="http://schemas.microsoft.com/office/drawing/2014/main" id="{366FE58A-02CC-4EA2-9E9B-9012F2D0BFBE}"/>
                  </a:ext>
                </a:extLst>
              </p:cNvPr>
              <p:cNvSpPr/>
              <p:nvPr/>
            </p:nvSpPr>
            <p:spPr>
              <a:xfrm>
                <a:off x="3262450" y="913238"/>
                <a:ext cx="17675" cy="23675"/>
              </a:xfrm>
              <a:custGeom>
                <a:avLst/>
                <a:gdLst/>
                <a:ahLst/>
                <a:cxnLst/>
                <a:rect l="l" t="t" r="r" b="b"/>
                <a:pathLst>
                  <a:path w="707" h="947" extrusionOk="0">
                    <a:moveTo>
                      <a:pt x="590" y="0"/>
                    </a:moveTo>
                    <a:lnTo>
                      <a:pt x="563" y="27"/>
                    </a:lnTo>
                    <a:lnTo>
                      <a:pt x="286" y="420"/>
                    </a:lnTo>
                    <a:lnTo>
                      <a:pt x="19" y="813"/>
                    </a:lnTo>
                    <a:lnTo>
                      <a:pt x="1" y="840"/>
                    </a:lnTo>
                    <a:lnTo>
                      <a:pt x="19" y="911"/>
                    </a:lnTo>
                    <a:lnTo>
                      <a:pt x="63" y="947"/>
                    </a:lnTo>
                    <a:lnTo>
                      <a:pt x="126" y="947"/>
                    </a:lnTo>
                    <a:lnTo>
                      <a:pt x="144" y="920"/>
                    </a:lnTo>
                    <a:lnTo>
                      <a:pt x="420" y="527"/>
                    </a:lnTo>
                    <a:lnTo>
                      <a:pt x="688" y="143"/>
                    </a:lnTo>
                    <a:lnTo>
                      <a:pt x="706" y="107"/>
                    </a:lnTo>
                    <a:lnTo>
                      <a:pt x="697" y="45"/>
                    </a:lnTo>
                    <a:lnTo>
                      <a:pt x="644"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3243;p33">
                <a:extLst>
                  <a:ext uri="{FF2B5EF4-FFF2-40B4-BE49-F238E27FC236}">
                    <a16:creationId xmlns:a16="http://schemas.microsoft.com/office/drawing/2014/main" id="{F1932658-5F8D-4BAB-8AD1-18D5C3DF7457}"/>
                  </a:ext>
                </a:extLst>
              </p:cNvPr>
              <p:cNvSpPr/>
              <p:nvPr/>
            </p:nvSpPr>
            <p:spPr>
              <a:xfrm>
                <a:off x="3237225" y="891588"/>
                <a:ext cx="10975" cy="31950"/>
              </a:xfrm>
              <a:custGeom>
                <a:avLst/>
                <a:gdLst/>
                <a:ahLst/>
                <a:cxnLst/>
                <a:rect l="l" t="t" r="r" b="b"/>
                <a:pathLst>
                  <a:path w="439" h="1278" extrusionOk="0">
                    <a:moveTo>
                      <a:pt x="331" y="0"/>
                    </a:moveTo>
                    <a:lnTo>
                      <a:pt x="277" y="27"/>
                    </a:lnTo>
                    <a:lnTo>
                      <a:pt x="268" y="63"/>
                    </a:lnTo>
                    <a:lnTo>
                      <a:pt x="135" y="625"/>
                    </a:lnTo>
                    <a:lnTo>
                      <a:pt x="1" y="1179"/>
                    </a:lnTo>
                    <a:lnTo>
                      <a:pt x="1" y="1215"/>
                    </a:lnTo>
                    <a:lnTo>
                      <a:pt x="36" y="1268"/>
                    </a:lnTo>
                    <a:lnTo>
                      <a:pt x="99" y="1277"/>
                    </a:lnTo>
                    <a:lnTo>
                      <a:pt x="152" y="1250"/>
                    </a:lnTo>
                    <a:lnTo>
                      <a:pt x="170" y="1215"/>
                    </a:lnTo>
                    <a:lnTo>
                      <a:pt x="304" y="652"/>
                    </a:lnTo>
                    <a:lnTo>
                      <a:pt x="429" y="98"/>
                    </a:lnTo>
                    <a:lnTo>
                      <a:pt x="438" y="63"/>
                    </a:lnTo>
                    <a:lnTo>
                      <a:pt x="393" y="9"/>
                    </a:lnTo>
                    <a:lnTo>
                      <a:pt x="331"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3244;p33">
                <a:extLst>
                  <a:ext uri="{FF2B5EF4-FFF2-40B4-BE49-F238E27FC236}">
                    <a16:creationId xmlns:a16="http://schemas.microsoft.com/office/drawing/2014/main" id="{5DD31611-EF57-4421-A380-0A54B3F27568}"/>
                  </a:ext>
                </a:extLst>
              </p:cNvPr>
              <p:cNvSpPr/>
              <p:nvPr/>
            </p:nvSpPr>
            <p:spPr>
              <a:xfrm>
                <a:off x="3210225" y="881538"/>
                <a:ext cx="4925" cy="30600"/>
              </a:xfrm>
              <a:custGeom>
                <a:avLst/>
                <a:gdLst/>
                <a:ahLst/>
                <a:cxnLst/>
                <a:rect l="l" t="t" r="r" b="b"/>
                <a:pathLst>
                  <a:path w="197" h="1224" extrusionOk="0">
                    <a:moveTo>
                      <a:pt x="80" y="0"/>
                    </a:moveTo>
                    <a:lnTo>
                      <a:pt x="27" y="45"/>
                    </a:lnTo>
                    <a:lnTo>
                      <a:pt x="27" y="89"/>
                    </a:lnTo>
                    <a:lnTo>
                      <a:pt x="9" y="616"/>
                    </a:lnTo>
                    <a:lnTo>
                      <a:pt x="0" y="1143"/>
                    </a:lnTo>
                    <a:lnTo>
                      <a:pt x="9" y="1188"/>
                    </a:lnTo>
                    <a:lnTo>
                      <a:pt x="54" y="1224"/>
                    </a:lnTo>
                    <a:lnTo>
                      <a:pt x="116" y="1215"/>
                    </a:lnTo>
                    <a:lnTo>
                      <a:pt x="161" y="1170"/>
                    </a:lnTo>
                    <a:lnTo>
                      <a:pt x="170" y="1134"/>
                    </a:lnTo>
                    <a:lnTo>
                      <a:pt x="179" y="599"/>
                    </a:lnTo>
                    <a:lnTo>
                      <a:pt x="196" y="72"/>
                    </a:lnTo>
                    <a:lnTo>
                      <a:pt x="188" y="36"/>
                    </a:lnTo>
                    <a:lnTo>
                      <a:pt x="143"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3245;p33">
                <a:extLst>
                  <a:ext uri="{FF2B5EF4-FFF2-40B4-BE49-F238E27FC236}">
                    <a16:creationId xmlns:a16="http://schemas.microsoft.com/office/drawing/2014/main" id="{DF37A1C9-35A6-4264-A563-973BDF1B2EB3}"/>
                  </a:ext>
                </a:extLst>
              </p:cNvPr>
              <p:cNvSpPr/>
              <p:nvPr/>
            </p:nvSpPr>
            <p:spPr>
              <a:xfrm>
                <a:off x="3132750" y="1066838"/>
                <a:ext cx="29925" cy="22350"/>
              </a:xfrm>
              <a:custGeom>
                <a:avLst/>
                <a:gdLst/>
                <a:ahLst/>
                <a:cxnLst/>
                <a:rect l="l" t="t" r="r" b="b"/>
                <a:pathLst>
                  <a:path w="1197" h="894" extrusionOk="0">
                    <a:moveTo>
                      <a:pt x="107" y="0"/>
                    </a:moveTo>
                    <a:lnTo>
                      <a:pt x="45" y="9"/>
                    </a:lnTo>
                    <a:lnTo>
                      <a:pt x="0" y="54"/>
                    </a:lnTo>
                    <a:lnTo>
                      <a:pt x="0" y="116"/>
                    </a:lnTo>
                    <a:lnTo>
                      <a:pt x="18" y="152"/>
                    </a:lnTo>
                    <a:lnTo>
                      <a:pt x="250" y="384"/>
                    </a:lnTo>
                    <a:lnTo>
                      <a:pt x="777" y="750"/>
                    </a:lnTo>
                    <a:lnTo>
                      <a:pt x="1072" y="884"/>
                    </a:lnTo>
                    <a:lnTo>
                      <a:pt x="1108" y="893"/>
                    </a:lnTo>
                    <a:lnTo>
                      <a:pt x="1170" y="866"/>
                    </a:lnTo>
                    <a:lnTo>
                      <a:pt x="1197" y="804"/>
                    </a:lnTo>
                    <a:lnTo>
                      <a:pt x="1179" y="750"/>
                    </a:lnTo>
                    <a:lnTo>
                      <a:pt x="1152" y="732"/>
                    </a:lnTo>
                    <a:lnTo>
                      <a:pt x="858" y="607"/>
                    </a:lnTo>
                    <a:lnTo>
                      <a:pt x="358" y="250"/>
                    </a:lnTo>
                    <a:lnTo>
                      <a:pt x="134" y="27"/>
                    </a:lnTo>
                    <a:lnTo>
                      <a:pt x="107"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3246;p33">
                <a:extLst>
                  <a:ext uri="{FF2B5EF4-FFF2-40B4-BE49-F238E27FC236}">
                    <a16:creationId xmlns:a16="http://schemas.microsoft.com/office/drawing/2014/main" id="{22B8F18D-3BAC-4FBC-A664-9AE30FCBDEBC}"/>
                  </a:ext>
                </a:extLst>
              </p:cNvPr>
              <p:cNvSpPr/>
              <p:nvPr/>
            </p:nvSpPr>
            <p:spPr>
              <a:xfrm>
                <a:off x="3068675" y="963238"/>
                <a:ext cx="27925" cy="14100"/>
              </a:xfrm>
              <a:custGeom>
                <a:avLst/>
                <a:gdLst/>
                <a:ahLst/>
                <a:cxnLst/>
                <a:rect l="l" t="t" r="r" b="b"/>
                <a:pathLst>
                  <a:path w="1117" h="564" extrusionOk="0">
                    <a:moveTo>
                      <a:pt x="63" y="1"/>
                    </a:moveTo>
                    <a:lnTo>
                      <a:pt x="18" y="27"/>
                    </a:lnTo>
                    <a:lnTo>
                      <a:pt x="0" y="90"/>
                    </a:lnTo>
                    <a:lnTo>
                      <a:pt x="27" y="152"/>
                    </a:lnTo>
                    <a:lnTo>
                      <a:pt x="54" y="170"/>
                    </a:lnTo>
                    <a:lnTo>
                      <a:pt x="536" y="367"/>
                    </a:lnTo>
                    <a:lnTo>
                      <a:pt x="1018" y="554"/>
                    </a:lnTo>
                    <a:lnTo>
                      <a:pt x="1054" y="563"/>
                    </a:lnTo>
                    <a:lnTo>
                      <a:pt x="1099" y="527"/>
                    </a:lnTo>
                    <a:lnTo>
                      <a:pt x="1117" y="465"/>
                    </a:lnTo>
                    <a:lnTo>
                      <a:pt x="1090" y="411"/>
                    </a:lnTo>
                    <a:lnTo>
                      <a:pt x="1063" y="385"/>
                    </a:lnTo>
                    <a:lnTo>
                      <a:pt x="581" y="197"/>
                    </a:lnTo>
                    <a:lnTo>
                      <a:pt x="99" y="9"/>
                    </a:lnTo>
                    <a:lnTo>
                      <a:pt x="63"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3247;p33">
                <a:extLst>
                  <a:ext uri="{FF2B5EF4-FFF2-40B4-BE49-F238E27FC236}">
                    <a16:creationId xmlns:a16="http://schemas.microsoft.com/office/drawing/2014/main" id="{BCA38A0E-582A-434A-AD2B-82AF8297D8C4}"/>
                  </a:ext>
                </a:extLst>
              </p:cNvPr>
              <p:cNvSpPr/>
              <p:nvPr/>
            </p:nvSpPr>
            <p:spPr>
              <a:xfrm>
                <a:off x="3059300" y="996738"/>
                <a:ext cx="29925" cy="9400"/>
              </a:xfrm>
              <a:custGeom>
                <a:avLst/>
                <a:gdLst/>
                <a:ahLst/>
                <a:cxnLst/>
                <a:rect l="l" t="t" r="r" b="b"/>
                <a:pathLst>
                  <a:path w="1197" h="376" extrusionOk="0">
                    <a:moveTo>
                      <a:pt x="72" y="0"/>
                    </a:moveTo>
                    <a:lnTo>
                      <a:pt x="18" y="36"/>
                    </a:lnTo>
                    <a:lnTo>
                      <a:pt x="0" y="98"/>
                    </a:lnTo>
                    <a:lnTo>
                      <a:pt x="36" y="152"/>
                    </a:lnTo>
                    <a:lnTo>
                      <a:pt x="72" y="170"/>
                    </a:lnTo>
                    <a:lnTo>
                      <a:pt x="581" y="277"/>
                    </a:lnTo>
                    <a:lnTo>
                      <a:pt x="1090" y="375"/>
                    </a:lnTo>
                    <a:lnTo>
                      <a:pt x="1126" y="375"/>
                    </a:lnTo>
                    <a:lnTo>
                      <a:pt x="1179" y="339"/>
                    </a:lnTo>
                    <a:lnTo>
                      <a:pt x="1197" y="277"/>
                    </a:lnTo>
                    <a:lnTo>
                      <a:pt x="1161" y="223"/>
                    </a:lnTo>
                    <a:lnTo>
                      <a:pt x="1126" y="214"/>
                    </a:lnTo>
                    <a:lnTo>
                      <a:pt x="617" y="107"/>
                    </a:lnTo>
                    <a:lnTo>
                      <a:pt x="108" y="9"/>
                    </a:lnTo>
                    <a:lnTo>
                      <a:pt x="72"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3248;p33">
                <a:extLst>
                  <a:ext uri="{FF2B5EF4-FFF2-40B4-BE49-F238E27FC236}">
                    <a16:creationId xmlns:a16="http://schemas.microsoft.com/office/drawing/2014/main" id="{A0C00681-FC09-4452-B52A-60B88C81AD8C}"/>
                  </a:ext>
                </a:extLst>
              </p:cNvPr>
              <p:cNvSpPr/>
              <p:nvPr/>
            </p:nvSpPr>
            <p:spPr>
              <a:xfrm>
                <a:off x="3056175" y="1032888"/>
                <a:ext cx="30375" cy="5400"/>
              </a:xfrm>
              <a:custGeom>
                <a:avLst/>
                <a:gdLst/>
                <a:ahLst/>
                <a:cxnLst/>
                <a:rect l="l" t="t" r="r" b="b"/>
                <a:pathLst>
                  <a:path w="1215" h="216" extrusionOk="0">
                    <a:moveTo>
                      <a:pt x="1134" y="1"/>
                    </a:moveTo>
                    <a:lnTo>
                      <a:pt x="81" y="45"/>
                    </a:lnTo>
                    <a:lnTo>
                      <a:pt x="45" y="45"/>
                    </a:lnTo>
                    <a:lnTo>
                      <a:pt x="0" y="99"/>
                    </a:lnTo>
                    <a:lnTo>
                      <a:pt x="0" y="161"/>
                    </a:lnTo>
                    <a:lnTo>
                      <a:pt x="45" y="206"/>
                    </a:lnTo>
                    <a:lnTo>
                      <a:pt x="81" y="215"/>
                    </a:lnTo>
                    <a:lnTo>
                      <a:pt x="608" y="188"/>
                    </a:lnTo>
                    <a:lnTo>
                      <a:pt x="1143" y="170"/>
                    </a:lnTo>
                    <a:lnTo>
                      <a:pt x="1179" y="161"/>
                    </a:lnTo>
                    <a:lnTo>
                      <a:pt x="1215" y="108"/>
                    </a:lnTo>
                    <a:lnTo>
                      <a:pt x="1215" y="45"/>
                    </a:lnTo>
                    <a:lnTo>
                      <a:pt x="1179"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3249;p33">
                <a:extLst>
                  <a:ext uri="{FF2B5EF4-FFF2-40B4-BE49-F238E27FC236}">
                    <a16:creationId xmlns:a16="http://schemas.microsoft.com/office/drawing/2014/main" id="{7D437403-E30D-4FFF-9A5A-9EDDDC418339}"/>
                  </a:ext>
                </a:extLst>
              </p:cNvPr>
              <p:cNvSpPr/>
              <p:nvPr/>
            </p:nvSpPr>
            <p:spPr>
              <a:xfrm>
                <a:off x="3062875" y="1057663"/>
                <a:ext cx="31050" cy="10300"/>
              </a:xfrm>
              <a:custGeom>
                <a:avLst/>
                <a:gdLst/>
                <a:ahLst/>
                <a:cxnLst/>
                <a:rect l="l" t="t" r="r" b="b"/>
                <a:pathLst>
                  <a:path w="1242" h="412" extrusionOk="0">
                    <a:moveTo>
                      <a:pt x="1170" y="1"/>
                    </a:moveTo>
                    <a:lnTo>
                      <a:pt x="1134" y="10"/>
                    </a:lnTo>
                    <a:lnTo>
                      <a:pt x="63" y="242"/>
                    </a:lnTo>
                    <a:lnTo>
                      <a:pt x="27" y="260"/>
                    </a:lnTo>
                    <a:lnTo>
                      <a:pt x="0" y="313"/>
                    </a:lnTo>
                    <a:lnTo>
                      <a:pt x="9" y="376"/>
                    </a:lnTo>
                    <a:lnTo>
                      <a:pt x="63" y="412"/>
                    </a:lnTo>
                    <a:lnTo>
                      <a:pt x="107" y="412"/>
                    </a:lnTo>
                    <a:lnTo>
                      <a:pt x="643" y="287"/>
                    </a:lnTo>
                    <a:lnTo>
                      <a:pt x="1179" y="171"/>
                    </a:lnTo>
                    <a:lnTo>
                      <a:pt x="1215" y="162"/>
                    </a:lnTo>
                    <a:lnTo>
                      <a:pt x="1242" y="108"/>
                    </a:lnTo>
                    <a:lnTo>
                      <a:pt x="1224" y="46"/>
                    </a:lnTo>
                    <a:lnTo>
                      <a:pt x="117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3250;p33">
                <a:extLst>
                  <a:ext uri="{FF2B5EF4-FFF2-40B4-BE49-F238E27FC236}">
                    <a16:creationId xmlns:a16="http://schemas.microsoft.com/office/drawing/2014/main" id="{23CA6FA3-1685-4E4C-B595-9DE1B682438F}"/>
                  </a:ext>
                </a:extLst>
              </p:cNvPr>
              <p:cNvSpPr/>
              <p:nvPr/>
            </p:nvSpPr>
            <p:spPr>
              <a:xfrm>
                <a:off x="3075825" y="1076863"/>
                <a:ext cx="28600" cy="18125"/>
              </a:xfrm>
              <a:custGeom>
                <a:avLst/>
                <a:gdLst/>
                <a:ahLst/>
                <a:cxnLst/>
                <a:rect l="l" t="t" r="r" b="b"/>
                <a:pathLst>
                  <a:path w="1144" h="725" extrusionOk="0">
                    <a:moveTo>
                      <a:pt x="1054" y="1"/>
                    </a:moveTo>
                    <a:lnTo>
                      <a:pt x="1018" y="10"/>
                    </a:lnTo>
                    <a:lnTo>
                      <a:pt x="527" y="287"/>
                    </a:lnTo>
                    <a:lnTo>
                      <a:pt x="45" y="563"/>
                    </a:lnTo>
                    <a:lnTo>
                      <a:pt x="9" y="581"/>
                    </a:lnTo>
                    <a:lnTo>
                      <a:pt x="0" y="644"/>
                    </a:lnTo>
                    <a:lnTo>
                      <a:pt x="27" y="697"/>
                    </a:lnTo>
                    <a:lnTo>
                      <a:pt x="89" y="724"/>
                    </a:lnTo>
                    <a:lnTo>
                      <a:pt x="125" y="706"/>
                    </a:lnTo>
                    <a:lnTo>
                      <a:pt x="1099" y="162"/>
                    </a:lnTo>
                    <a:lnTo>
                      <a:pt x="1134" y="135"/>
                    </a:lnTo>
                    <a:lnTo>
                      <a:pt x="1143" y="72"/>
                    </a:lnTo>
                    <a:lnTo>
                      <a:pt x="1116" y="19"/>
                    </a:lnTo>
                    <a:lnTo>
                      <a:pt x="1054"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3251;p33">
                <a:extLst>
                  <a:ext uri="{FF2B5EF4-FFF2-40B4-BE49-F238E27FC236}">
                    <a16:creationId xmlns:a16="http://schemas.microsoft.com/office/drawing/2014/main" id="{F6EE8BE9-F3B1-4C76-B3F7-CE4252FF418D}"/>
                  </a:ext>
                </a:extLst>
              </p:cNvPr>
              <p:cNvSpPr/>
              <p:nvPr/>
            </p:nvSpPr>
            <p:spPr>
              <a:xfrm>
                <a:off x="3100375" y="1097638"/>
                <a:ext cx="18775" cy="22800"/>
              </a:xfrm>
              <a:custGeom>
                <a:avLst/>
                <a:gdLst/>
                <a:ahLst/>
                <a:cxnLst/>
                <a:rect l="l" t="t" r="r" b="b"/>
                <a:pathLst>
                  <a:path w="751" h="912" extrusionOk="0">
                    <a:moveTo>
                      <a:pt x="643" y="0"/>
                    </a:moveTo>
                    <a:lnTo>
                      <a:pt x="617" y="18"/>
                    </a:lnTo>
                    <a:lnTo>
                      <a:pt x="313" y="393"/>
                    </a:lnTo>
                    <a:lnTo>
                      <a:pt x="18" y="759"/>
                    </a:lnTo>
                    <a:lnTo>
                      <a:pt x="0" y="795"/>
                    </a:lnTo>
                    <a:lnTo>
                      <a:pt x="9" y="858"/>
                    </a:lnTo>
                    <a:lnTo>
                      <a:pt x="54" y="902"/>
                    </a:lnTo>
                    <a:lnTo>
                      <a:pt x="108" y="911"/>
                    </a:lnTo>
                    <a:lnTo>
                      <a:pt x="134" y="884"/>
                    </a:lnTo>
                    <a:lnTo>
                      <a:pt x="733" y="143"/>
                    </a:lnTo>
                    <a:lnTo>
                      <a:pt x="751" y="108"/>
                    </a:lnTo>
                    <a:lnTo>
                      <a:pt x="742" y="45"/>
                    </a:lnTo>
                    <a:lnTo>
                      <a:pt x="69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3252;p33">
                <a:extLst>
                  <a:ext uri="{FF2B5EF4-FFF2-40B4-BE49-F238E27FC236}">
                    <a16:creationId xmlns:a16="http://schemas.microsoft.com/office/drawing/2014/main" id="{62F2212B-A661-4B1B-99A0-82FDB1DF14C3}"/>
                  </a:ext>
                </a:extLst>
              </p:cNvPr>
              <p:cNvSpPr/>
              <p:nvPr/>
            </p:nvSpPr>
            <p:spPr>
              <a:xfrm>
                <a:off x="3130525" y="1112813"/>
                <a:ext cx="12950" cy="31500"/>
              </a:xfrm>
              <a:custGeom>
                <a:avLst/>
                <a:gdLst/>
                <a:ahLst/>
                <a:cxnLst/>
                <a:rect l="l" t="t" r="r" b="b"/>
                <a:pathLst>
                  <a:path w="518" h="1260" extrusionOk="0">
                    <a:moveTo>
                      <a:pt x="429" y="1"/>
                    </a:moveTo>
                    <a:lnTo>
                      <a:pt x="366" y="27"/>
                    </a:lnTo>
                    <a:lnTo>
                      <a:pt x="348" y="54"/>
                    </a:lnTo>
                    <a:lnTo>
                      <a:pt x="9" y="1153"/>
                    </a:lnTo>
                    <a:lnTo>
                      <a:pt x="0" y="1188"/>
                    </a:lnTo>
                    <a:lnTo>
                      <a:pt x="36" y="1242"/>
                    </a:lnTo>
                    <a:lnTo>
                      <a:pt x="98" y="1260"/>
                    </a:lnTo>
                    <a:lnTo>
                      <a:pt x="161" y="1233"/>
                    </a:lnTo>
                    <a:lnTo>
                      <a:pt x="170" y="1197"/>
                    </a:lnTo>
                    <a:lnTo>
                      <a:pt x="348" y="652"/>
                    </a:lnTo>
                    <a:lnTo>
                      <a:pt x="518" y="99"/>
                    </a:lnTo>
                    <a:lnTo>
                      <a:pt x="518" y="63"/>
                    </a:lnTo>
                    <a:lnTo>
                      <a:pt x="482" y="10"/>
                    </a:lnTo>
                    <a:lnTo>
                      <a:pt x="429"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3253;p33">
                <a:extLst>
                  <a:ext uri="{FF2B5EF4-FFF2-40B4-BE49-F238E27FC236}">
                    <a16:creationId xmlns:a16="http://schemas.microsoft.com/office/drawing/2014/main" id="{3175E6D2-5625-4B57-B7E4-D3CBBB031142}"/>
                  </a:ext>
                </a:extLst>
              </p:cNvPr>
              <p:cNvSpPr/>
              <p:nvPr/>
            </p:nvSpPr>
            <p:spPr>
              <a:xfrm>
                <a:off x="3162875" y="1126213"/>
                <a:ext cx="6725" cy="30375"/>
              </a:xfrm>
              <a:custGeom>
                <a:avLst/>
                <a:gdLst/>
                <a:ahLst/>
                <a:cxnLst/>
                <a:rect l="l" t="t" r="r" b="b"/>
                <a:pathLst>
                  <a:path w="269" h="1215" extrusionOk="0">
                    <a:moveTo>
                      <a:pt x="162" y="0"/>
                    </a:moveTo>
                    <a:lnTo>
                      <a:pt x="108" y="45"/>
                    </a:lnTo>
                    <a:lnTo>
                      <a:pt x="99" y="81"/>
                    </a:lnTo>
                    <a:lnTo>
                      <a:pt x="46" y="608"/>
                    </a:lnTo>
                    <a:lnTo>
                      <a:pt x="1" y="1135"/>
                    </a:lnTo>
                    <a:lnTo>
                      <a:pt x="1" y="1170"/>
                    </a:lnTo>
                    <a:lnTo>
                      <a:pt x="46" y="1215"/>
                    </a:lnTo>
                    <a:lnTo>
                      <a:pt x="108" y="1215"/>
                    </a:lnTo>
                    <a:lnTo>
                      <a:pt x="162" y="1170"/>
                    </a:lnTo>
                    <a:lnTo>
                      <a:pt x="171" y="1135"/>
                    </a:lnTo>
                    <a:lnTo>
                      <a:pt x="215" y="608"/>
                    </a:lnTo>
                    <a:lnTo>
                      <a:pt x="269" y="81"/>
                    </a:lnTo>
                    <a:lnTo>
                      <a:pt x="269" y="36"/>
                    </a:lnTo>
                    <a:lnTo>
                      <a:pt x="224"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3254;p33">
                <a:extLst>
                  <a:ext uri="{FF2B5EF4-FFF2-40B4-BE49-F238E27FC236}">
                    <a16:creationId xmlns:a16="http://schemas.microsoft.com/office/drawing/2014/main" id="{5780DD56-E82B-42ED-8A99-56F841B454DC}"/>
                  </a:ext>
                </a:extLst>
              </p:cNvPr>
              <p:cNvSpPr/>
              <p:nvPr/>
            </p:nvSpPr>
            <p:spPr>
              <a:xfrm>
                <a:off x="3187900" y="881088"/>
                <a:ext cx="7150" cy="29725"/>
              </a:xfrm>
              <a:custGeom>
                <a:avLst/>
                <a:gdLst/>
                <a:ahLst/>
                <a:cxnLst/>
                <a:rect l="l" t="t" r="r" b="b"/>
                <a:pathLst>
                  <a:path w="286" h="1189" extrusionOk="0">
                    <a:moveTo>
                      <a:pt x="107" y="0"/>
                    </a:moveTo>
                    <a:lnTo>
                      <a:pt x="45" y="9"/>
                    </a:lnTo>
                    <a:lnTo>
                      <a:pt x="0" y="63"/>
                    </a:lnTo>
                    <a:lnTo>
                      <a:pt x="0" y="99"/>
                    </a:lnTo>
                    <a:lnTo>
                      <a:pt x="63" y="617"/>
                    </a:lnTo>
                    <a:lnTo>
                      <a:pt x="125" y="1126"/>
                    </a:lnTo>
                    <a:lnTo>
                      <a:pt x="134" y="1161"/>
                    </a:lnTo>
                    <a:lnTo>
                      <a:pt x="188" y="1188"/>
                    </a:lnTo>
                    <a:lnTo>
                      <a:pt x="250" y="1179"/>
                    </a:lnTo>
                    <a:lnTo>
                      <a:pt x="286" y="1126"/>
                    </a:lnTo>
                    <a:lnTo>
                      <a:pt x="286" y="1090"/>
                    </a:lnTo>
                    <a:lnTo>
                      <a:pt x="170" y="63"/>
                    </a:lnTo>
                    <a:lnTo>
                      <a:pt x="161" y="27"/>
                    </a:lnTo>
                    <a:lnTo>
                      <a:pt x="10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3255;p33">
                <a:extLst>
                  <a:ext uri="{FF2B5EF4-FFF2-40B4-BE49-F238E27FC236}">
                    <a16:creationId xmlns:a16="http://schemas.microsoft.com/office/drawing/2014/main" id="{1ABA9F65-05FB-4FAC-9709-7ED60F5E497B}"/>
                  </a:ext>
                </a:extLst>
              </p:cNvPr>
              <p:cNvSpPr/>
              <p:nvPr/>
            </p:nvSpPr>
            <p:spPr>
              <a:xfrm>
                <a:off x="3160425" y="881538"/>
                <a:ext cx="9175" cy="30150"/>
              </a:xfrm>
              <a:custGeom>
                <a:avLst/>
                <a:gdLst/>
                <a:ahLst/>
                <a:cxnLst/>
                <a:rect l="l" t="t" r="r" b="b"/>
                <a:pathLst>
                  <a:path w="367" h="1206" extrusionOk="0">
                    <a:moveTo>
                      <a:pt x="108" y="0"/>
                    </a:moveTo>
                    <a:lnTo>
                      <a:pt x="36" y="9"/>
                    </a:lnTo>
                    <a:lnTo>
                      <a:pt x="1" y="54"/>
                    </a:lnTo>
                    <a:lnTo>
                      <a:pt x="1" y="89"/>
                    </a:lnTo>
                    <a:lnTo>
                      <a:pt x="99" y="616"/>
                    </a:lnTo>
                    <a:lnTo>
                      <a:pt x="197" y="1134"/>
                    </a:lnTo>
                    <a:lnTo>
                      <a:pt x="215" y="1170"/>
                    </a:lnTo>
                    <a:lnTo>
                      <a:pt x="269" y="1206"/>
                    </a:lnTo>
                    <a:lnTo>
                      <a:pt x="331" y="1188"/>
                    </a:lnTo>
                    <a:lnTo>
                      <a:pt x="367" y="1143"/>
                    </a:lnTo>
                    <a:lnTo>
                      <a:pt x="367" y="1108"/>
                    </a:lnTo>
                    <a:lnTo>
                      <a:pt x="269" y="590"/>
                    </a:lnTo>
                    <a:lnTo>
                      <a:pt x="170" y="63"/>
                    </a:lnTo>
                    <a:lnTo>
                      <a:pt x="161" y="27"/>
                    </a:lnTo>
                    <a:lnTo>
                      <a:pt x="10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3256;p33">
                <a:extLst>
                  <a:ext uri="{FF2B5EF4-FFF2-40B4-BE49-F238E27FC236}">
                    <a16:creationId xmlns:a16="http://schemas.microsoft.com/office/drawing/2014/main" id="{91A76D17-26A3-4427-9C12-B4E5605BB301}"/>
                  </a:ext>
                </a:extLst>
              </p:cNvPr>
              <p:cNvSpPr/>
              <p:nvPr/>
            </p:nvSpPr>
            <p:spPr>
              <a:xfrm>
                <a:off x="3131850" y="892238"/>
                <a:ext cx="14100" cy="30175"/>
              </a:xfrm>
              <a:custGeom>
                <a:avLst/>
                <a:gdLst/>
                <a:ahLst/>
                <a:cxnLst/>
                <a:rect l="l" t="t" r="r" b="b"/>
                <a:pathLst>
                  <a:path w="564" h="1207" extrusionOk="0">
                    <a:moveTo>
                      <a:pt x="90" y="1"/>
                    </a:moveTo>
                    <a:lnTo>
                      <a:pt x="36" y="28"/>
                    </a:lnTo>
                    <a:lnTo>
                      <a:pt x="1" y="90"/>
                    </a:lnTo>
                    <a:lnTo>
                      <a:pt x="10" y="126"/>
                    </a:lnTo>
                    <a:lnTo>
                      <a:pt x="206" y="635"/>
                    </a:lnTo>
                    <a:lnTo>
                      <a:pt x="402" y="1153"/>
                    </a:lnTo>
                    <a:lnTo>
                      <a:pt x="420" y="1189"/>
                    </a:lnTo>
                    <a:lnTo>
                      <a:pt x="483" y="1206"/>
                    </a:lnTo>
                    <a:lnTo>
                      <a:pt x="536" y="1180"/>
                    </a:lnTo>
                    <a:lnTo>
                      <a:pt x="563" y="1117"/>
                    </a:lnTo>
                    <a:lnTo>
                      <a:pt x="554" y="1081"/>
                    </a:lnTo>
                    <a:lnTo>
                      <a:pt x="367" y="572"/>
                    </a:lnTo>
                    <a:lnTo>
                      <a:pt x="170" y="54"/>
                    </a:lnTo>
                    <a:lnTo>
                      <a:pt x="152" y="19"/>
                    </a:lnTo>
                    <a:lnTo>
                      <a:pt x="9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3257;p33">
                <a:extLst>
                  <a:ext uri="{FF2B5EF4-FFF2-40B4-BE49-F238E27FC236}">
                    <a16:creationId xmlns:a16="http://schemas.microsoft.com/office/drawing/2014/main" id="{157D4ED3-E8B6-48C2-9ECB-A6EB6B5902F8}"/>
                  </a:ext>
                </a:extLst>
              </p:cNvPr>
              <p:cNvSpPr/>
              <p:nvPr/>
            </p:nvSpPr>
            <p:spPr>
              <a:xfrm>
                <a:off x="3107300" y="909213"/>
                <a:ext cx="21450" cy="26150"/>
              </a:xfrm>
              <a:custGeom>
                <a:avLst/>
                <a:gdLst/>
                <a:ahLst/>
                <a:cxnLst/>
                <a:rect l="l" t="t" r="r" b="b"/>
                <a:pathLst>
                  <a:path w="858" h="1046" extrusionOk="0">
                    <a:moveTo>
                      <a:pt x="63" y="1"/>
                    </a:moveTo>
                    <a:lnTo>
                      <a:pt x="9" y="36"/>
                    </a:lnTo>
                    <a:lnTo>
                      <a:pt x="0" y="99"/>
                    </a:lnTo>
                    <a:lnTo>
                      <a:pt x="18" y="134"/>
                    </a:lnTo>
                    <a:lnTo>
                      <a:pt x="706" y="1019"/>
                    </a:lnTo>
                    <a:lnTo>
                      <a:pt x="733" y="1045"/>
                    </a:lnTo>
                    <a:lnTo>
                      <a:pt x="795" y="1045"/>
                    </a:lnTo>
                    <a:lnTo>
                      <a:pt x="840" y="1010"/>
                    </a:lnTo>
                    <a:lnTo>
                      <a:pt x="858" y="947"/>
                    </a:lnTo>
                    <a:lnTo>
                      <a:pt x="840" y="911"/>
                    </a:lnTo>
                    <a:lnTo>
                      <a:pt x="491" y="474"/>
                    </a:lnTo>
                    <a:lnTo>
                      <a:pt x="152" y="27"/>
                    </a:lnTo>
                    <a:lnTo>
                      <a:pt x="125"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3258;p33">
                <a:extLst>
                  <a:ext uri="{FF2B5EF4-FFF2-40B4-BE49-F238E27FC236}">
                    <a16:creationId xmlns:a16="http://schemas.microsoft.com/office/drawing/2014/main" id="{DBCF0DC4-3D93-49D7-AADB-CC1FBC070F98}"/>
                  </a:ext>
                </a:extLst>
              </p:cNvPr>
              <p:cNvSpPr/>
              <p:nvPr/>
            </p:nvSpPr>
            <p:spPr>
              <a:xfrm>
                <a:off x="3085650" y="936888"/>
                <a:ext cx="24800" cy="16325"/>
              </a:xfrm>
              <a:custGeom>
                <a:avLst/>
                <a:gdLst/>
                <a:ahLst/>
                <a:cxnLst/>
                <a:rect l="l" t="t" r="r" b="b"/>
                <a:pathLst>
                  <a:path w="992" h="653" extrusionOk="0">
                    <a:moveTo>
                      <a:pt x="98" y="1"/>
                    </a:moveTo>
                    <a:lnTo>
                      <a:pt x="36" y="19"/>
                    </a:lnTo>
                    <a:lnTo>
                      <a:pt x="0" y="72"/>
                    </a:lnTo>
                    <a:lnTo>
                      <a:pt x="0" y="135"/>
                    </a:lnTo>
                    <a:lnTo>
                      <a:pt x="36" y="153"/>
                    </a:lnTo>
                    <a:lnTo>
                      <a:pt x="438" y="394"/>
                    </a:lnTo>
                    <a:lnTo>
                      <a:pt x="848" y="635"/>
                    </a:lnTo>
                    <a:lnTo>
                      <a:pt x="884" y="653"/>
                    </a:lnTo>
                    <a:lnTo>
                      <a:pt x="947" y="635"/>
                    </a:lnTo>
                    <a:lnTo>
                      <a:pt x="991" y="581"/>
                    </a:lnTo>
                    <a:lnTo>
                      <a:pt x="982" y="519"/>
                    </a:lnTo>
                    <a:lnTo>
                      <a:pt x="956" y="501"/>
                    </a:lnTo>
                    <a:lnTo>
                      <a:pt x="545" y="260"/>
                    </a:lnTo>
                    <a:lnTo>
                      <a:pt x="134" y="19"/>
                    </a:lnTo>
                    <a:lnTo>
                      <a:pt x="98"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3259;p33">
                <a:extLst>
                  <a:ext uri="{FF2B5EF4-FFF2-40B4-BE49-F238E27FC236}">
                    <a16:creationId xmlns:a16="http://schemas.microsoft.com/office/drawing/2014/main" id="{8545488F-4207-4C28-872C-9E61E48E7C20}"/>
                  </a:ext>
                </a:extLst>
              </p:cNvPr>
              <p:cNvSpPr/>
              <p:nvPr/>
            </p:nvSpPr>
            <p:spPr>
              <a:xfrm>
                <a:off x="3187450" y="1127338"/>
                <a:ext cx="6275" cy="25250"/>
              </a:xfrm>
              <a:custGeom>
                <a:avLst/>
                <a:gdLst/>
                <a:ahLst/>
                <a:cxnLst/>
                <a:rect l="l" t="t" r="r" b="b"/>
                <a:pathLst>
                  <a:path w="251" h="1010" extrusionOk="0">
                    <a:moveTo>
                      <a:pt x="107" y="0"/>
                    </a:moveTo>
                    <a:lnTo>
                      <a:pt x="45" y="9"/>
                    </a:lnTo>
                    <a:lnTo>
                      <a:pt x="0" y="54"/>
                    </a:lnTo>
                    <a:lnTo>
                      <a:pt x="0" y="89"/>
                    </a:lnTo>
                    <a:lnTo>
                      <a:pt x="81" y="938"/>
                    </a:lnTo>
                    <a:lnTo>
                      <a:pt x="89" y="973"/>
                    </a:lnTo>
                    <a:lnTo>
                      <a:pt x="143" y="1009"/>
                    </a:lnTo>
                    <a:lnTo>
                      <a:pt x="206" y="1009"/>
                    </a:lnTo>
                    <a:lnTo>
                      <a:pt x="250" y="964"/>
                    </a:lnTo>
                    <a:lnTo>
                      <a:pt x="250" y="920"/>
                    </a:lnTo>
                    <a:lnTo>
                      <a:pt x="206" y="500"/>
                    </a:lnTo>
                    <a:lnTo>
                      <a:pt x="161" y="80"/>
                    </a:lnTo>
                    <a:lnTo>
                      <a:pt x="152" y="45"/>
                    </a:lnTo>
                    <a:lnTo>
                      <a:pt x="10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3260;p33">
                <a:extLst>
                  <a:ext uri="{FF2B5EF4-FFF2-40B4-BE49-F238E27FC236}">
                    <a16:creationId xmlns:a16="http://schemas.microsoft.com/office/drawing/2014/main" id="{EB4A49B7-80F9-45F1-860B-92B1E468FCB0}"/>
                  </a:ext>
                </a:extLst>
              </p:cNvPr>
              <p:cNvSpPr/>
              <p:nvPr/>
            </p:nvSpPr>
            <p:spPr>
              <a:xfrm>
                <a:off x="3214900" y="1126438"/>
                <a:ext cx="7175" cy="27475"/>
              </a:xfrm>
              <a:custGeom>
                <a:avLst/>
                <a:gdLst/>
                <a:ahLst/>
                <a:cxnLst/>
                <a:rect l="l" t="t" r="r" b="b"/>
                <a:pathLst>
                  <a:path w="287" h="1099" extrusionOk="0">
                    <a:moveTo>
                      <a:pt x="108" y="0"/>
                    </a:moveTo>
                    <a:lnTo>
                      <a:pt x="45" y="9"/>
                    </a:lnTo>
                    <a:lnTo>
                      <a:pt x="1" y="54"/>
                    </a:lnTo>
                    <a:lnTo>
                      <a:pt x="1" y="90"/>
                    </a:lnTo>
                    <a:lnTo>
                      <a:pt x="63" y="554"/>
                    </a:lnTo>
                    <a:lnTo>
                      <a:pt x="117" y="1027"/>
                    </a:lnTo>
                    <a:lnTo>
                      <a:pt x="126" y="1063"/>
                    </a:lnTo>
                    <a:lnTo>
                      <a:pt x="179" y="1099"/>
                    </a:lnTo>
                    <a:lnTo>
                      <a:pt x="242" y="1090"/>
                    </a:lnTo>
                    <a:lnTo>
                      <a:pt x="286" y="1045"/>
                    </a:lnTo>
                    <a:lnTo>
                      <a:pt x="286" y="1009"/>
                    </a:lnTo>
                    <a:lnTo>
                      <a:pt x="224" y="545"/>
                    </a:lnTo>
                    <a:lnTo>
                      <a:pt x="170" y="81"/>
                    </a:lnTo>
                    <a:lnTo>
                      <a:pt x="161" y="45"/>
                    </a:lnTo>
                    <a:lnTo>
                      <a:pt x="10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3261;p33">
                <a:extLst>
                  <a:ext uri="{FF2B5EF4-FFF2-40B4-BE49-F238E27FC236}">
                    <a16:creationId xmlns:a16="http://schemas.microsoft.com/office/drawing/2014/main" id="{6958526F-AE1A-430A-ACA3-74063553314C}"/>
                  </a:ext>
                </a:extLst>
              </p:cNvPr>
              <p:cNvSpPr/>
              <p:nvPr/>
            </p:nvSpPr>
            <p:spPr>
              <a:xfrm>
                <a:off x="3233425" y="1119738"/>
                <a:ext cx="10525" cy="25925"/>
              </a:xfrm>
              <a:custGeom>
                <a:avLst/>
                <a:gdLst/>
                <a:ahLst/>
                <a:cxnLst/>
                <a:rect l="l" t="t" r="r" b="b"/>
                <a:pathLst>
                  <a:path w="421" h="1037" extrusionOk="0">
                    <a:moveTo>
                      <a:pt x="90" y="0"/>
                    </a:moveTo>
                    <a:lnTo>
                      <a:pt x="36" y="27"/>
                    </a:lnTo>
                    <a:lnTo>
                      <a:pt x="1" y="81"/>
                    </a:lnTo>
                    <a:lnTo>
                      <a:pt x="1" y="117"/>
                    </a:lnTo>
                    <a:lnTo>
                      <a:pt x="126" y="554"/>
                    </a:lnTo>
                    <a:lnTo>
                      <a:pt x="251" y="983"/>
                    </a:lnTo>
                    <a:lnTo>
                      <a:pt x="269" y="1018"/>
                    </a:lnTo>
                    <a:lnTo>
                      <a:pt x="322" y="1036"/>
                    </a:lnTo>
                    <a:lnTo>
                      <a:pt x="385" y="1018"/>
                    </a:lnTo>
                    <a:lnTo>
                      <a:pt x="420" y="965"/>
                    </a:lnTo>
                    <a:lnTo>
                      <a:pt x="412" y="929"/>
                    </a:lnTo>
                    <a:lnTo>
                      <a:pt x="287" y="492"/>
                    </a:lnTo>
                    <a:lnTo>
                      <a:pt x="161" y="63"/>
                    </a:lnTo>
                    <a:lnTo>
                      <a:pt x="153" y="27"/>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3262;p33">
                <a:extLst>
                  <a:ext uri="{FF2B5EF4-FFF2-40B4-BE49-F238E27FC236}">
                    <a16:creationId xmlns:a16="http://schemas.microsoft.com/office/drawing/2014/main" id="{F4E733B4-E8B3-4E99-ABB6-534BCAAC7745}"/>
                  </a:ext>
                </a:extLst>
              </p:cNvPr>
              <p:cNvSpPr/>
              <p:nvPr/>
            </p:nvSpPr>
            <p:spPr>
              <a:xfrm>
                <a:off x="3286350" y="1074413"/>
                <a:ext cx="22775" cy="17225"/>
              </a:xfrm>
              <a:custGeom>
                <a:avLst/>
                <a:gdLst/>
                <a:ahLst/>
                <a:cxnLst/>
                <a:rect l="l" t="t" r="r" b="b"/>
                <a:pathLst>
                  <a:path w="911" h="689" extrusionOk="0">
                    <a:moveTo>
                      <a:pt x="107" y="1"/>
                    </a:moveTo>
                    <a:lnTo>
                      <a:pt x="36" y="19"/>
                    </a:lnTo>
                    <a:lnTo>
                      <a:pt x="0" y="63"/>
                    </a:lnTo>
                    <a:lnTo>
                      <a:pt x="0" y="126"/>
                    </a:lnTo>
                    <a:lnTo>
                      <a:pt x="27" y="152"/>
                    </a:lnTo>
                    <a:lnTo>
                      <a:pt x="402" y="411"/>
                    </a:lnTo>
                    <a:lnTo>
                      <a:pt x="768" y="670"/>
                    </a:lnTo>
                    <a:lnTo>
                      <a:pt x="804" y="688"/>
                    </a:lnTo>
                    <a:lnTo>
                      <a:pt x="875" y="670"/>
                    </a:lnTo>
                    <a:lnTo>
                      <a:pt x="911" y="626"/>
                    </a:lnTo>
                    <a:lnTo>
                      <a:pt x="911" y="563"/>
                    </a:lnTo>
                    <a:lnTo>
                      <a:pt x="884" y="536"/>
                    </a:lnTo>
                    <a:lnTo>
                      <a:pt x="509" y="277"/>
                    </a:lnTo>
                    <a:lnTo>
                      <a:pt x="134" y="19"/>
                    </a:lnTo>
                    <a:lnTo>
                      <a:pt x="10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3263;p33">
                <a:extLst>
                  <a:ext uri="{FF2B5EF4-FFF2-40B4-BE49-F238E27FC236}">
                    <a16:creationId xmlns:a16="http://schemas.microsoft.com/office/drawing/2014/main" id="{5B2FD3C4-4220-4074-A763-2994E9576E72}"/>
                  </a:ext>
                </a:extLst>
              </p:cNvPr>
              <p:cNvSpPr/>
              <p:nvPr/>
            </p:nvSpPr>
            <p:spPr>
              <a:xfrm>
                <a:off x="3107100" y="966738"/>
                <a:ext cx="170900" cy="119700"/>
              </a:xfrm>
              <a:custGeom>
                <a:avLst/>
                <a:gdLst/>
                <a:ahLst/>
                <a:cxnLst/>
                <a:rect l="l" t="t" r="r" b="b"/>
                <a:pathLst>
                  <a:path w="6836" h="4788" extrusionOk="0">
                    <a:moveTo>
                      <a:pt x="1894" y="1"/>
                    </a:moveTo>
                    <a:lnTo>
                      <a:pt x="1632" y="215"/>
                    </a:lnTo>
                    <a:lnTo>
                      <a:pt x="1477" y="346"/>
                    </a:lnTo>
                    <a:lnTo>
                      <a:pt x="1227" y="655"/>
                    </a:lnTo>
                    <a:lnTo>
                      <a:pt x="1120" y="834"/>
                    </a:lnTo>
                    <a:lnTo>
                      <a:pt x="417" y="572"/>
                    </a:lnTo>
                    <a:lnTo>
                      <a:pt x="1" y="1763"/>
                    </a:lnTo>
                    <a:lnTo>
                      <a:pt x="798" y="2048"/>
                    </a:lnTo>
                    <a:lnTo>
                      <a:pt x="798" y="2310"/>
                    </a:lnTo>
                    <a:lnTo>
                      <a:pt x="929" y="2787"/>
                    </a:lnTo>
                    <a:lnTo>
                      <a:pt x="1203" y="3180"/>
                    </a:lnTo>
                    <a:lnTo>
                      <a:pt x="1584" y="3489"/>
                    </a:lnTo>
                    <a:lnTo>
                      <a:pt x="1822" y="3584"/>
                    </a:lnTo>
                    <a:lnTo>
                      <a:pt x="1989" y="3644"/>
                    </a:lnTo>
                    <a:lnTo>
                      <a:pt x="2299" y="3680"/>
                    </a:lnTo>
                    <a:lnTo>
                      <a:pt x="2584" y="3656"/>
                    </a:lnTo>
                    <a:lnTo>
                      <a:pt x="2858" y="3573"/>
                    </a:lnTo>
                    <a:lnTo>
                      <a:pt x="3227" y="3370"/>
                    </a:lnTo>
                    <a:lnTo>
                      <a:pt x="3668" y="2977"/>
                    </a:lnTo>
                    <a:lnTo>
                      <a:pt x="3858" y="2763"/>
                    </a:lnTo>
                    <a:lnTo>
                      <a:pt x="4001" y="2608"/>
                    </a:lnTo>
                    <a:lnTo>
                      <a:pt x="4216" y="2430"/>
                    </a:lnTo>
                    <a:lnTo>
                      <a:pt x="4442" y="2370"/>
                    </a:lnTo>
                    <a:lnTo>
                      <a:pt x="4513" y="2394"/>
                    </a:lnTo>
                    <a:lnTo>
                      <a:pt x="4585" y="2430"/>
                    </a:lnTo>
                    <a:lnTo>
                      <a:pt x="4668" y="2537"/>
                    </a:lnTo>
                    <a:lnTo>
                      <a:pt x="4692" y="2763"/>
                    </a:lnTo>
                    <a:lnTo>
                      <a:pt x="4644" y="2930"/>
                    </a:lnTo>
                    <a:lnTo>
                      <a:pt x="4573" y="3132"/>
                    </a:lnTo>
                    <a:lnTo>
                      <a:pt x="4311" y="3489"/>
                    </a:lnTo>
                    <a:lnTo>
                      <a:pt x="4144" y="3632"/>
                    </a:lnTo>
                    <a:lnTo>
                      <a:pt x="3727" y="3942"/>
                    </a:lnTo>
                    <a:lnTo>
                      <a:pt x="4763" y="4787"/>
                    </a:lnTo>
                    <a:lnTo>
                      <a:pt x="5025" y="4608"/>
                    </a:lnTo>
                    <a:lnTo>
                      <a:pt x="5204" y="4466"/>
                    </a:lnTo>
                    <a:lnTo>
                      <a:pt x="5537" y="4073"/>
                    </a:lnTo>
                    <a:lnTo>
                      <a:pt x="5680" y="3834"/>
                    </a:lnTo>
                    <a:lnTo>
                      <a:pt x="6406" y="4085"/>
                    </a:lnTo>
                    <a:lnTo>
                      <a:pt x="6835" y="2906"/>
                    </a:lnTo>
                    <a:lnTo>
                      <a:pt x="6037" y="2620"/>
                    </a:lnTo>
                    <a:lnTo>
                      <a:pt x="6025" y="2346"/>
                    </a:lnTo>
                    <a:lnTo>
                      <a:pt x="5883" y="1846"/>
                    </a:lnTo>
                    <a:lnTo>
                      <a:pt x="5609" y="1417"/>
                    </a:lnTo>
                    <a:lnTo>
                      <a:pt x="5204" y="1108"/>
                    </a:lnTo>
                    <a:lnTo>
                      <a:pt x="4966" y="1013"/>
                    </a:lnTo>
                    <a:lnTo>
                      <a:pt x="4775" y="953"/>
                    </a:lnTo>
                    <a:lnTo>
                      <a:pt x="4442" y="905"/>
                    </a:lnTo>
                    <a:lnTo>
                      <a:pt x="4132" y="917"/>
                    </a:lnTo>
                    <a:lnTo>
                      <a:pt x="3858" y="1001"/>
                    </a:lnTo>
                    <a:lnTo>
                      <a:pt x="3466" y="1203"/>
                    </a:lnTo>
                    <a:lnTo>
                      <a:pt x="3037" y="1560"/>
                    </a:lnTo>
                    <a:lnTo>
                      <a:pt x="2858" y="1739"/>
                    </a:lnTo>
                    <a:lnTo>
                      <a:pt x="2549" y="2060"/>
                    </a:lnTo>
                    <a:lnTo>
                      <a:pt x="2275" y="2227"/>
                    </a:lnTo>
                    <a:lnTo>
                      <a:pt x="2203" y="2203"/>
                    </a:lnTo>
                    <a:lnTo>
                      <a:pt x="2144" y="2168"/>
                    </a:lnTo>
                    <a:lnTo>
                      <a:pt x="2084" y="2084"/>
                    </a:lnTo>
                    <a:lnTo>
                      <a:pt x="2084" y="1894"/>
                    </a:lnTo>
                    <a:lnTo>
                      <a:pt x="2120" y="1787"/>
                    </a:lnTo>
                    <a:lnTo>
                      <a:pt x="2227" y="1536"/>
                    </a:lnTo>
                    <a:lnTo>
                      <a:pt x="2465" y="1251"/>
                    </a:lnTo>
                    <a:lnTo>
                      <a:pt x="2549" y="1167"/>
                    </a:lnTo>
                    <a:lnTo>
                      <a:pt x="2906" y="858"/>
                    </a:lnTo>
                    <a:lnTo>
                      <a:pt x="189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3264;p33">
              <a:extLst>
                <a:ext uri="{FF2B5EF4-FFF2-40B4-BE49-F238E27FC236}">
                  <a16:creationId xmlns:a16="http://schemas.microsoft.com/office/drawing/2014/main" id="{C216B5F6-C84D-4288-9BCD-2A6A7D6FB748}"/>
                </a:ext>
              </a:extLst>
            </p:cNvPr>
            <p:cNvSpPr/>
            <p:nvPr/>
          </p:nvSpPr>
          <p:spPr>
            <a:xfrm>
              <a:off x="2810915" y="2027087"/>
              <a:ext cx="979" cy="13402"/>
            </a:xfrm>
            <a:custGeom>
              <a:avLst/>
              <a:gdLst/>
              <a:ahLst/>
              <a:cxnLst/>
              <a:rect l="l" t="t" r="r" b="b"/>
              <a:pathLst>
                <a:path w="19" h="260" extrusionOk="0">
                  <a:moveTo>
                    <a:pt x="18" y="0"/>
                  </a:moveTo>
                  <a:lnTo>
                    <a:pt x="0" y="250"/>
                  </a:lnTo>
                  <a:lnTo>
                    <a:pt x="0" y="259"/>
                  </a:lnTo>
                  <a:lnTo>
                    <a:pt x="1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3265;p33">
              <a:extLst>
                <a:ext uri="{FF2B5EF4-FFF2-40B4-BE49-F238E27FC236}">
                  <a16:creationId xmlns:a16="http://schemas.microsoft.com/office/drawing/2014/main" id="{776BE34C-6358-40A7-AC7B-BDCB188D2A18}"/>
                </a:ext>
              </a:extLst>
            </p:cNvPr>
            <p:cNvGrpSpPr/>
            <p:nvPr/>
          </p:nvGrpSpPr>
          <p:grpSpPr>
            <a:xfrm>
              <a:off x="2803080" y="1783588"/>
              <a:ext cx="564366" cy="568026"/>
              <a:chOff x="2803080" y="1783588"/>
              <a:chExt cx="564366" cy="568026"/>
            </a:xfrm>
          </p:grpSpPr>
          <p:sp>
            <p:nvSpPr>
              <p:cNvPr id="561" name="Google Shape;3266;p33">
                <a:extLst>
                  <a:ext uri="{FF2B5EF4-FFF2-40B4-BE49-F238E27FC236}">
                    <a16:creationId xmlns:a16="http://schemas.microsoft.com/office/drawing/2014/main" id="{0D0352BE-7CC9-49CB-B736-1D353EDD731E}"/>
                  </a:ext>
                </a:extLst>
              </p:cNvPr>
              <p:cNvSpPr/>
              <p:nvPr/>
            </p:nvSpPr>
            <p:spPr>
              <a:xfrm>
                <a:off x="2835760" y="1821783"/>
                <a:ext cx="497615" cy="497615"/>
              </a:xfrm>
              <a:custGeom>
                <a:avLst/>
                <a:gdLst/>
                <a:ahLst/>
                <a:cxnLst/>
                <a:rect l="l" t="t" r="r" b="b"/>
                <a:pathLst>
                  <a:path w="9654" h="9654" extrusionOk="0">
                    <a:moveTo>
                      <a:pt x="4787" y="1"/>
                    </a:moveTo>
                    <a:lnTo>
                      <a:pt x="4314" y="27"/>
                    </a:lnTo>
                    <a:lnTo>
                      <a:pt x="3858" y="99"/>
                    </a:lnTo>
                    <a:lnTo>
                      <a:pt x="3403" y="215"/>
                    </a:lnTo>
                    <a:lnTo>
                      <a:pt x="2974" y="376"/>
                    </a:lnTo>
                    <a:lnTo>
                      <a:pt x="2554" y="572"/>
                    </a:lnTo>
                    <a:lnTo>
                      <a:pt x="2153" y="813"/>
                    </a:lnTo>
                    <a:lnTo>
                      <a:pt x="1777" y="1090"/>
                    </a:lnTo>
                    <a:lnTo>
                      <a:pt x="1429" y="1394"/>
                    </a:lnTo>
                    <a:lnTo>
                      <a:pt x="1117" y="1742"/>
                    </a:lnTo>
                    <a:lnTo>
                      <a:pt x="831" y="2126"/>
                    </a:lnTo>
                    <a:lnTo>
                      <a:pt x="581" y="2537"/>
                    </a:lnTo>
                    <a:lnTo>
                      <a:pt x="375" y="2974"/>
                    </a:lnTo>
                    <a:lnTo>
                      <a:pt x="286" y="3206"/>
                    </a:lnTo>
                    <a:lnTo>
                      <a:pt x="206" y="3447"/>
                    </a:lnTo>
                    <a:lnTo>
                      <a:pt x="90" y="3921"/>
                    </a:lnTo>
                    <a:lnTo>
                      <a:pt x="18" y="4394"/>
                    </a:lnTo>
                    <a:lnTo>
                      <a:pt x="0" y="4867"/>
                    </a:lnTo>
                    <a:lnTo>
                      <a:pt x="27" y="5341"/>
                    </a:lnTo>
                    <a:lnTo>
                      <a:pt x="99" y="5805"/>
                    </a:lnTo>
                    <a:lnTo>
                      <a:pt x="215" y="6251"/>
                    </a:lnTo>
                    <a:lnTo>
                      <a:pt x="375" y="6689"/>
                    </a:lnTo>
                    <a:lnTo>
                      <a:pt x="572" y="7109"/>
                    </a:lnTo>
                    <a:lnTo>
                      <a:pt x="813" y="7502"/>
                    </a:lnTo>
                    <a:lnTo>
                      <a:pt x="1090" y="7877"/>
                    </a:lnTo>
                    <a:lnTo>
                      <a:pt x="1402" y="8225"/>
                    </a:lnTo>
                    <a:lnTo>
                      <a:pt x="1742" y="8546"/>
                    </a:lnTo>
                    <a:lnTo>
                      <a:pt x="2126" y="8823"/>
                    </a:lnTo>
                    <a:lnTo>
                      <a:pt x="2536" y="9073"/>
                    </a:lnTo>
                    <a:lnTo>
                      <a:pt x="2974" y="9288"/>
                    </a:lnTo>
                    <a:lnTo>
                      <a:pt x="3206" y="9377"/>
                    </a:lnTo>
                    <a:lnTo>
                      <a:pt x="3447" y="9457"/>
                    </a:lnTo>
                    <a:lnTo>
                      <a:pt x="3921" y="9573"/>
                    </a:lnTo>
                    <a:lnTo>
                      <a:pt x="4394" y="9636"/>
                    </a:lnTo>
                    <a:lnTo>
                      <a:pt x="4876" y="9654"/>
                    </a:lnTo>
                    <a:lnTo>
                      <a:pt x="5341" y="9627"/>
                    </a:lnTo>
                    <a:lnTo>
                      <a:pt x="5805" y="9556"/>
                    </a:lnTo>
                    <a:lnTo>
                      <a:pt x="6251" y="9439"/>
                    </a:lnTo>
                    <a:lnTo>
                      <a:pt x="6689" y="9279"/>
                    </a:lnTo>
                    <a:lnTo>
                      <a:pt x="7109" y="9082"/>
                    </a:lnTo>
                    <a:lnTo>
                      <a:pt x="7502" y="8850"/>
                    </a:lnTo>
                    <a:lnTo>
                      <a:pt x="7877" y="8573"/>
                    </a:lnTo>
                    <a:lnTo>
                      <a:pt x="8225" y="8261"/>
                    </a:lnTo>
                    <a:lnTo>
                      <a:pt x="8546" y="7912"/>
                    </a:lnTo>
                    <a:lnTo>
                      <a:pt x="8832" y="7537"/>
                    </a:lnTo>
                    <a:lnTo>
                      <a:pt x="9073" y="7118"/>
                    </a:lnTo>
                    <a:lnTo>
                      <a:pt x="9288" y="6680"/>
                    </a:lnTo>
                    <a:lnTo>
                      <a:pt x="9377" y="6448"/>
                    </a:lnTo>
                    <a:lnTo>
                      <a:pt x="9457" y="6207"/>
                    </a:lnTo>
                    <a:lnTo>
                      <a:pt x="9573" y="5734"/>
                    </a:lnTo>
                    <a:lnTo>
                      <a:pt x="9636" y="5260"/>
                    </a:lnTo>
                    <a:lnTo>
                      <a:pt x="9654" y="4787"/>
                    </a:lnTo>
                    <a:lnTo>
                      <a:pt x="9627" y="4314"/>
                    </a:lnTo>
                    <a:lnTo>
                      <a:pt x="9555" y="3858"/>
                    </a:lnTo>
                    <a:lnTo>
                      <a:pt x="9439" y="3403"/>
                    </a:lnTo>
                    <a:lnTo>
                      <a:pt x="9288" y="2965"/>
                    </a:lnTo>
                    <a:lnTo>
                      <a:pt x="9082" y="2554"/>
                    </a:lnTo>
                    <a:lnTo>
                      <a:pt x="8850" y="2153"/>
                    </a:lnTo>
                    <a:lnTo>
                      <a:pt x="8573" y="1778"/>
                    </a:lnTo>
                    <a:lnTo>
                      <a:pt x="8261" y="1429"/>
                    </a:lnTo>
                    <a:lnTo>
                      <a:pt x="7912" y="1117"/>
                    </a:lnTo>
                    <a:lnTo>
                      <a:pt x="7537" y="831"/>
                    </a:lnTo>
                    <a:lnTo>
                      <a:pt x="7126" y="581"/>
                    </a:lnTo>
                    <a:lnTo>
                      <a:pt x="6680" y="367"/>
                    </a:lnTo>
                    <a:lnTo>
                      <a:pt x="6448" y="286"/>
                    </a:lnTo>
                    <a:lnTo>
                      <a:pt x="6216" y="206"/>
                    </a:lnTo>
                    <a:lnTo>
                      <a:pt x="5733" y="90"/>
                    </a:lnTo>
                    <a:lnTo>
                      <a:pt x="5260" y="18"/>
                    </a:lnTo>
                    <a:lnTo>
                      <a:pt x="4787"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3267;p33">
                <a:extLst>
                  <a:ext uri="{FF2B5EF4-FFF2-40B4-BE49-F238E27FC236}">
                    <a16:creationId xmlns:a16="http://schemas.microsoft.com/office/drawing/2014/main" id="{AE7B4875-2746-4D42-889A-7B0E9A900528}"/>
                  </a:ext>
                </a:extLst>
              </p:cNvPr>
              <p:cNvSpPr/>
              <p:nvPr/>
            </p:nvSpPr>
            <p:spPr>
              <a:xfrm>
                <a:off x="2841375" y="1821925"/>
                <a:ext cx="498000" cy="498000"/>
              </a:xfrm>
              <a:prstGeom prst="ellipse">
                <a:avLst/>
              </a:prstGeom>
              <a:noFill/>
              <a:ln w="76200" cap="flat" cmpd="sng">
                <a:solidFill>
                  <a:srgbClr val="FBC2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3268;p33">
                <a:extLst>
                  <a:ext uri="{FF2B5EF4-FFF2-40B4-BE49-F238E27FC236}">
                    <a16:creationId xmlns:a16="http://schemas.microsoft.com/office/drawing/2014/main" id="{BB291E19-F74B-46F0-A52D-D20F1838C951}"/>
                  </a:ext>
                </a:extLst>
              </p:cNvPr>
              <p:cNvSpPr/>
              <p:nvPr/>
            </p:nvSpPr>
            <p:spPr>
              <a:xfrm>
                <a:off x="3207657" y="2255844"/>
                <a:ext cx="30463" cy="51597"/>
              </a:xfrm>
              <a:custGeom>
                <a:avLst/>
                <a:gdLst/>
                <a:ahLst/>
                <a:cxnLst/>
                <a:rect l="l" t="t" r="r" b="b"/>
                <a:pathLst>
                  <a:path w="591" h="1001" extrusionOk="0">
                    <a:moveTo>
                      <a:pt x="90" y="0"/>
                    </a:moveTo>
                    <a:lnTo>
                      <a:pt x="28" y="27"/>
                    </a:lnTo>
                    <a:lnTo>
                      <a:pt x="1" y="72"/>
                    </a:lnTo>
                    <a:lnTo>
                      <a:pt x="10" y="108"/>
                    </a:lnTo>
                    <a:lnTo>
                      <a:pt x="215" y="527"/>
                    </a:lnTo>
                    <a:lnTo>
                      <a:pt x="421" y="947"/>
                    </a:lnTo>
                    <a:lnTo>
                      <a:pt x="438" y="983"/>
                    </a:lnTo>
                    <a:lnTo>
                      <a:pt x="501" y="1001"/>
                    </a:lnTo>
                    <a:lnTo>
                      <a:pt x="563" y="983"/>
                    </a:lnTo>
                    <a:lnTo>
                      <a:pt x="590" y="929"/>
                    </a:lnTo>
                    <a:lnTo>
                      <a:pt x="572" y="893"/>
                    </a:lnTo>
                    <a:lnTo>
                      <a:pt x="376" y="474"/>
                    </a:lnTo>
                    <a:lnTo>
                      <a:pt x="170" y="54"/>
                    </a:lnTo>
                    <a:lnTo>
                      <a:pt x="153" y="18"/>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3269;p33">
                <a:extLst>
                  <a:ext uri="{FF2B5EF4-FFF2-40B4-BE49-F238E27FC236}">
                    <a16:creationId xmlns:a16="http://schemas.microsoft.com/office/drawing/2014/main" id="{5C9DE4E7-A585-4939-A5A6-2771AD67AA8F}"/>
                  </a:ext>
                </a:extLst>
              </p:cNvPr>
              <p:cNvSpPr/>
              <p:nvPr/>
            </p:nvSpPr>
            <p:spPr>
              <a:xfrm>
                <a:off x="3244976" y="2228216"/>
                <a:ext cx="38246" cy="41030"/>
              </a:xfrm>
              <a:custGeom>
                <a:avLst/>
                <a:gdLst/>
                <a:ahLst/>
                <a:cxnLst/>
                <a:rect l="l" t="t" r="r" b="b"/>
                <a:pathLst>
                  <a:path w="742" h="796" extrusionOk="0">
                    <a:moveTo>
                      <a:pt x="45" y="1"/>
                    </a:moveTo>
                    <a:lnTo>
                      <a:pt x="0" y="54"/>
                    </a:lnTo>
                    <a:lnTo>
                      <a:pt x="0" y="117"/>
                    </a:lnTo>
                    <a:lnTo>
                      <a:pt x="18" y="152"/>
                    </a:lnTo>
                    <a:lnTo>
                      <a:pt x="313" y="456"/>
                    </a:lnTo>
                    <a:lnTo>
                      <a:pt x="607" y="769"/>
                    </a:lnTo>
                    <a:lnTo>
                      <a:pt x="643" y="795"/>
                    </a:lnTo>
                    <a:lnTo>
                      <a:pt x="697" y="786"/>
                    </a:lnTo>
                    <a:lnTo>
                      <a:pt x="741" y="742"/>
                    </a:lnTo>
                    <a:lnTo>
                      <a:pt x="741" y="670"/>
                    </a:lnTo>
                    <a:lnTo>
                      <a:pt x="723" y="644"/>
                    </a:lnTo>
                    <a:lnTo>
                      <a:pt x="429" y="331"/>
                    </a:lnTo>
                    <a:lnTo>
                      <a:pt x="134" y="19"/>
                    </a:lnTo>
                    <a:lnTo>
                      <a:pt x="10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3270;p33">
                <a:extLst>
                  <a:ext uri="{FF2B5EF4-FFF2-40B4-BE49-F238E27FC236}">
                    <a16:creationId xmlns:a16="http://schemas.microsoft.com/office/drawing/2014/main" id="{1CF40DA3-7FC8-41A1-BEB8-BEFB9C83E28B}"/>
                  </a:ext>
                </a:extLst>
              </p:cNvPr>
              <p:cNvSpPr/>
              <p:nvPr/>
            </p:nvSpPr>
            <p:spPr>
              <a:xfrm>
                <a:off x="2822410" y="1960336"/>
                <a:ext cx="4639" cy="13866"/>
              </a:xfrm>
              <a:custGeom>
                <a:avLst/>
                <a:gdLst/>
                <a:ahLst/>
                <a:cxnLst/>
                <a:rect l="l" t="t" r="r" b="b"/>
                <a:pathLst>
                  <a:path w="90" h="269" extrusionOk="0">
                    <a:moveTo>
                      <a:pt x="90" y="0"/>
                    </a:moveTo>
                    <a:lnTo>
                      <a:pt x="36" y="134"/>
                    </a:lnTo>
                    <a:lnTo>
                      <a:pt x="0" y="268"/>
                    </a:lnTo>
                    <a:lnTo>
                      <a:pt x="45" y="134"/>
                    </a:lnTo>
                    <a:lnTo>
                      <a:pt x="90" y="9"/>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3271;p33">
                <a:extLst>
                  <a:ext uri="{FF2B5EF4-FFF2-40B4-BE49-F238E27FC236}">
                    <a16:creationId xmlns:a16="http://schemas.microsoft.com/office/drawing/2014/main" id="{971ABC55-D778-4AC9-BBCF-0EAA358B664E}"/>
                  </a:ext>
                </a:extLst>
              </p:cNvPr>
              <p:cNvSpPr/>
              <p:nvPr/>
            </p:nvSpPr>
            <p:spPr>
              <a:xfrm>
                <a:off x="2909418" y="1959408"/>
                <a:ext cx="351692" cy="247210"/>
              </a:xfrm>
              <a:custGeom>
                <a:avLst/>
                <a:gdLst/>
                <a:ahLst/>
                <a:cxnLst/>
                <a:rect l="l" t="t" r="r" b="b"/>
                <a:pathLst>
                  <a:path w="6823" h="4796" extrusionOk="0">
                    <a:moveTo>
                      <a:pt x="1893" y="1"/>
                    </a:moveTo>
                    <a:lnTo>
                      <a:pt x="1634" y="224"/>
                    </a:lnTo>
                    <a:lnTo>
                      <a:pt x="1483" y="358"/>
                    </a:lnTo>
                    <a:lnTo>
                      <a:pt x="1233" y="661"/>
                    </a:lnTo>
                    <a:lnTo>
                      <a:pt x="1125" y="840"/>
                    </a:lnTo>
                    <a:lnTo>
                      <a:pt x="420" y="590"/>
                    </a:lnTo>
                    <a:lnTo>
                      <a:pt x="0" y="1778"/>
                    </a:lnTo>
                    <a:lnTo>
                      <a:pt x="777" y="2054"/>
                    </a:lnTo>
                    <a:lnTo>
                      <a:pt x="786" y="2322"/>
                    </a:lnTo>
                    <a:lnTo>
                      <a:pt x="929" y="2796"/>
                    </a:lnTo>
                    <a:lnTo>
                      <a:pt x="1188" y="3197"/>
                    </a:lnTo>
                    <a:lnTo>
                      <a:pt x="1572" y="3501"/>
                    </a:lnTo>
                    <a:lnTo>
                      <a:pt x="1813" y="3599"/>
                    </a:lnTo>
                    <a:lnTo>
                      <a:pt x="1974" y="3653"/>
                    </a:lnTo>
                    <a:lnTo>
                      <a:pt x="2286" y="3689"/>
                    </a:lnTo>
                    <a:lnTo>
                      <a:pt x="2572" y="3662"/>
                    </a:lnTo>
                    <a:lnTo>
                      <a:pt x="2840" y="3581"/>
                    </a:lnTo>
                    <a:lnTo>
                      <a:pt x="3215" y="3376"/>
                    </a:lnTo>
                    <a:lnTo>
                      <a:pt x="3653" y="2992"/>
                    </a:lnTo>
                    <a:lnTo>
                      <a:pt x="3849" y="2769"/>
                    </a:lnTo>
                    <a:lnTo>
                      <a:pt x="3992" y="2617"/>
                    </a:lnTo>
                    <a:lnTo>
                      <a:pt x="4215" y="2438"/>
                    </a:lnTo>
                    <a:lnTo>
                      <a:pt x="4429" y="2367"/>
                    </a:lnTo>
                    <a:lnTo>
                      <a:pt x="4501" y="2394"/>
                    </a:lnTo>
                    <a:lnTo>
                      <a:pt x="4572" y="2430"/>
                    </a:lnTo>
                    <a:lnTo>
                      <a:pt x="4662" y="2546"/>
                    </a:lnTo>
                    <a:lnTo>
                      <a:pt x="4679" y="2778"/>
                    </a:lnTo>
                    <a:lnTo>
                      <a:pt x="4635" y="2939"/>
                    </a:lnTo>
                    <a:lnTo>
                      <a:pt x="4554" y="3144"/>
                    </a:lnTo>
                    <a:lnTo>
                      <a:pt x="4295" y="3501"/>
                    </a:lnTo>
                    <a:lnTo>
                      <a:pt x="4135" y="3635"/>
                    </a:lnTo>
                    <a:lnTo>
                      <a:pt x="3715" y="3948"/>
                    </a:lnTo>
                    <a:lnTo>
                      <a:pt x="4751" y="4796"/>
                    </a:lnTo>
                    <a:lnTo>
                      <a:pt x="5010" y="4617"/>
                    </a:lnTo>
                    <a:lnTo>
                      <a:pt x="5188" y="4483"/>
                    </a:lnTo>
                    <a:lnTo>
                      <a:pt x="5528" y="4090"/>
                    </a:lnTo>
                    <a:lnTo>
                      <a:pt x="5662" y="3849"/>
                    </a:lnTo>
                    <a:lnTo>
                      <a:pt x="6394" y="4108"/>
                    </a:lnTo>
                    <a:lnTo>
                      <a:pt x="6823" y="2912"/>
                    </a:lnTo>
                    <a:lnTo>
                      <a:pt x="6019" y="2626"/>
                    </a:lnTo>
                    <a:lnTo>
                      <a:pt x="6010" y="2349"/>
                    </a:lnTo>
                    <a:lnTo>
                      <a:pt x="5867" y="1849"/>
                    </a:lnTo>
                    <a:lnTo>
                      <a:pt x="5590" y="1438"/>
                    </a:lnTo>
                    <a:lnTo>
                      <a:pt x="5188" y="1126"/>
                    </a:lnTo>
                    <a:lnTo>
                      <a:pt x="4938" y="1019"/>
                    </a:lnTo>
                    <a:lnTo>
                      <a:pt x="4760" y="965"/>
                    </a:lnTo>
                    <a:lnTo>
                      <a:pt x="4421" y="911"/>
                    </a:lnTo>
                    <a:lnTo>
                      <a:pt x="4117" y="938"/>
                    </a:lnTo>
                    <a:lnTo>
                      <a:pt x="3831" y="1019"/>
                    </a:lnTo>
                    <a:lnTo>
                      <a:pt x="3447" y="1215"/>
                    </a:lnTo>
                    <a:lnTo>
                      <a:pt x="3027" y="1563"/>
                    </a:lnTo>
                    <a:lnTo>
                      <a:pt x="2858" y="1751"/>
                    </a:lnTo>
                    <a:lnTo>
                      <a:pt x="2554" y="2072"/>
                    </a:lnTo>
                    <a:lnTo>
                      <a:pt x="2331" y="2215"/>
                    </a:lnTo>
                    <a:lnTo>
                      <a:pt x="2242" y="2224"/>
                    </a:lnTo>
                    <a:lnTo>
                      <a:pt x="2215" y="2206"/>
                    </a:lnTo>
                    <a:lnTo>
                      <a:pt x="2152" y="2179"/>
                    </a:lnTo>
                    <a:lnTo>
                      <a:pt x="2090" y="2081"/>
                    </a:lnTo>
                    <a:lnTo>
                      <a:pt x="2090" y="1894"/>
                    </a:lnTo>
                    <a:lnTo>
                      <a:pt x="2126" y="1787"/>
                    </a:lnTo>
                    <a:lnTo>
                      <a:pt x="2233" y="1545"/>
                    </a:lnTo>
                    <a:lnTo>
                      <a:pt x="2465" y="1251"/>
                    </a:lnTo>
                    <a:lnTo>
                      <a:pt x="2554" y="1179"/>
                    </a:lnTo>
                    <a:lnTo>
                      <a:pt x="2911" y="867"/>
                    </a:lnTo>
                    <a:lnTo>
                      <a:pt x="1893"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3272;p33">
                <a:extLst>
                  <a:ext uri="{FF2B5EF4-FFF2-40B4-BE49-F238E27FC236}">
                    <a16:creationId xmlns:a16="http://schemas.microsoft.com/office/drawing/2014/main" id="{2E4C2D1C-28D6-4CF7-BFEC-581BE1517051}"/>
                  </a:ext>
                </a:extLst>
              </p:cNvPr>
              <p:cNvSpPr/>
              <p:nvPr/>
            </p:nvSpPr>
            <p:spPr>
              <a:xfrm>
                <a:off x="2980292" y="2219041"/>
                <a:ext cx="162057" cy="46957"/>
              </a:xfrm>
              <a:custGeom>
                <a:avLst/>
                <a:gdLst/>
                <a:ahLst/>
                <a:cxnLst/>
                <a:rect l="l" t="t" r="r" b="b"/>
                <a:pathLst>
                  <a:path w="3144" h="911" extrusionOk="0">
                    <a:moveTo>
                      <a:pt x="108" y="0"/>
                    </a:moveTo>
                    <a:lnTo>
                      <a:pt x="45" y="9"/>
                    </a:lnTo>
                    <a:lnTo>
                      <a:pt x="0" y="63"/>
                    </a:lnTo>
                    <a:lnTo>
                      <a:pt x="0" y="116"/>
                    </a:lnTo>
                    <a:lnTo>
                      <a:pt x="27" y="143"/>
                    </a:lnTo>
                    <a:lnTo>
                      <a:pt x="197" y="268"/>
                    </a:lnTo>
                    <a:lnTo>
                      <a:pt x="545" y="482"/>
                    </a:lnTo>
                    <a:lnTo>
                      <a:pt x="911" y="661"/>
                    </a:lnTo>
                    <a:lnTo>
                      <a:pt x="1286" y="786"/>
                    </a:lnTo>
                    <a:lnTo>
                      <a:pt x="1679" y="875"/>
                    </a:lnTo>
                    <a:lnTo>
                      <a:pt x="2072" y="911"/>
                    </a:lnTo>
                    <a:lnTo>
                      <a:pt x="2474" y="911"/>
                    </a:lnTo>
                    <a:lnTo>
                      <a:pt x="2885" y="866"/>
                    </a:lnTo>
                    <a:lnTo>
                      <a:pt x="3090" y="822"/>
                    </a:lnTo>
                    <a:lnTo>
                      <a:pt x="3126" y="813"/>
                    </a:lnTo>
                    <a:lnTo>
                      <a:pt x="3144" y="759"/>
                    </a:lnTo>
                    <a:lnTo>
                      <a:pt x="3126" y="697"/>
                    </a:lnTo>
                    <a:lnTo>
                      <a:pt x="3072" y="661"/>
                    </a:lnTo>
                    <a:lnTo>
                      <a:pt x="3028" y="661"/>
                    </a:lnTo>
                    <a:lnTo>
                      <a:pt x="2840" y="706"/>
                    </a:lnTo>
                    <a:lnTo>
                      <a:pt x="2456" y="750"/>
                    </a:lnTo>
                    <a:lnTo>
                      <a:pt x="2072" y="750"/>
                    </a:lnTo>
                    <a:lnTo>
                      <a:pt x="1697" y="706"/>
                    </a:lnTo>
                    <a:lnTo>
                      <a:pt x="1143" y="572"/>
                    </a:lnTo>
                    <a:lnTo>
                      <a:pt x="625" y="339"/>
                    </a:lnTo>
                    <a:lnTo>
                      <a:pt x="295" y="134"/>
                    </a:lnTo>
                    <a:lnTo>
                      <a:pt x="143" y="18"/>
                    </a:lnTo>
                    <a:lnTo>
                      <a:pt x="108"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3273;p33">
                <a:extLst>
                  <a:ext uri="{FF2B5EF4-FFF2-40B4-BE49-F238E27FC236}">
                    <a16:creationId xmlns:a16="http://schemas.microsoft.com/office/drawing/2014/main" id="{7D392313-E1B2-4D01-8ED9-E67B0F20CC5F}"/>
                  </a:ext>
                </a:extLst>
              </p:cNvPr>
              <p:cNvSpPr/>
              <p:nvPr/>
            </p:nvSpPr>
            <p:spPr>
              <a:xfrm>
                <a:off x="2892356" y="2098889"/>
                <a:ext cx="61287" cy="103142"/>
              </a:xfrm>
              <a:custGeom>
                <a:avLst/>
                <a:gdLst/>
                <a:ahLst/>
                <a:cxnLst/>
                <a:rect l="l" t="t" r="r" b="b"/>
                <a:pathLst>
                  <a:path w="1189" h="2001" extrusionOk="0">
                    <a:moveTo>
                      <a:pt x="99" y="0"/>
                    </a:moveTo>
                    <a:lnTo>
                      <a:pt x="36" y="27"/>
                    </a:lnTo>
                    <a:lnTo>
                      <a:pt x="1" y="81"/>
                    </a:lnTo>
                    <a:lnTo>
                      <a:pt x="10" y="116"/>
                    </a:lnTo>
                    <a:lnTo>
                      <a:pt x="90" y="375"/>
                    </a:lnTo>
                    <a:lnTo>
                      <a:pt x="287" y="867"/>
                    </a:lnTo>
                    <a:lnTo>
                      <a:pt x="545" y="1331"/>
                    </a:lnTo>
                    <a:lnTo>
                      <a:pt x="849" y="1768"/>
                    </a:lnTo>
                    <a:lnTo>
                      <a:pt x="1019" y="1965"/>
                    </a:lnTo>
                    <a:lnTo>
                      <a:pt x="1055" y="1992"/>
                    </a:lnTo>
                    <a:lnTo>
                      <a:pt x="1117" y="2001"/>
                    </a:lnTo>
                    <a:lnTo>
                      <a:pt x="1171" y="1965"/>
                    </a:lnTo>
                    <a:lnTo>
                      <a:pt x="1188" y="1902"/>
                    </a:lnTo>
                    <a:lnTo>
                      <a:pt x="1162" y="1876"/>
                    </a:lnTo>
                    <a:lnTo>
                      <a:pt x="992" y="1670"/>
                    </a:lnTo>
                    <a:lnTo>
                      <a:pt x="688" y="1251"/>
                    </a:lnTo>
                    <a:lnTo>
                      <a:pt x="447" y="795"/>
                    </a:lnTo>
                    <a:lnTo>
                      <a:pt x="242" y="313"/>
                    </a:lnTo>
                    <a:lnTo>
                      <a:pt x="170" y="63"/>
                    </a:lnTo>
                    <a:lnTo>
                      <a:pt x="153" y="27"/>
                    </a:lnTo>
                    <a:lnTo>
                      <a:pt x="9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3274;p33">
                <a:extLst>
                  <a:ext uri="{FF2B5EF4-FFF2-40B4-BE49-F238E27FC236}">
                    <a16:creationId xmlns:a16="http://schemas.microsoft.com/office/drawing/2014/main" id="{3DD263BC-4BC7-4417-AE3E-49A4CF30486B}"/>
                  </a:ext>
                </a:extLst>
              </p:cNvPr>
              <p:cNvSpPr/>
              <p:nvPr/>
            </p:nvSpPr>
            <p:spPr>
              <a:xfrm>
                <a:off x="3017095" y="1872864"/>
                <a:ext cx="192469" cy="52524"/>
              </a:xfrm>
              <a:custGeom>
                <a:avLst/>
                <a:gdLst/>
                <a:ahLst/>
                <a:cxnLst/>
                <a:rect l="l" t="t" r="r" b="b"/>
                <a:pathLst>
                  <a:path w="3734" h="1019" extrusionOk="0">
                    <a:moveTo>
                      <a:pt x="1260" y="1"/>
                    </a:moveTo>
                    <a:lnTo>
                      <a:pt x="778" y="10"/>
                    </a:lnTo>
                    <a:lnTo>
                      <a:pt x="295" y="81"/>
                    </a:lnTo>
                    <a:lnTo>
                      <a:pt x="63" y="144"/>
                    </a:lnTo>
                    <a:lnTo>
                      <a:pt x="28" y="153"/>
                    </a:lnTo>
                    <a:lnTo>
                      <a:pt x="1" y="206"/>
                    </a:lnTo>
                    <a:lnTo>
                      <a:pt x="19" y="269"/>
                    </a:lnTo>
                    <a:lnTo>
                      <a:pt x="81" y="304"/>
                    </a:lnTo>
                    <a:lnTo>
                      <a:pt x="117" y="304"/>
                    </a:lnTo>
                    <a:lnTo>
                      <a:pt x="340" y="242"/>
                    </a:lnTo>
                    <a:lnTo>
                      <a:pt x="804" y="179"/>
                    </a:lnTo>
                    <a:lnTo>
                      <a:pt x="1260" y="161"/>
                    </a:lnTo>
                    <a:lnTo>
                      <a:pt x="1706" y="206"/>
                    </a:lnTo>
                    <a:lnTo>
                      <a:pt x="2153" y="295"/>
                    </a:lnTo>
                    <a:lnTo>
                      <a:pt x="2590" y="429"/>
                    </a:lnTo>
                    <a:lnTo>
                      <a:pt x="3010" y="617"/>
                    </a:lnTo>
                    <a:lnTo>
                      <a:pt x="3403" y="858"/>
                    </a:lnTo>
                    <a:lnTo>
                      <a:pt x="3591" y="992"/>
                    </a:lnTo>
                    <a:lnTo>
                      <a:pt x="3626" y="1019"/>
                    </a:lnTo>
                    <a:lnTo>
                      <a:pt x="3689" y="1001"/>
                    </a:lnTo>
                    <a:lnTo>
                      <a:pt x="3734" y="956"/>
                    </a:lnTo>
                    <a:lnTo>
                      <a:pt x="3725" y="894"/>
                    </a:lnTo>
                    <a:lnTo>
                      <a:pt x="3698" y="867"/>
                    </a:lnTo>
                    <a:lnTo>
                      <a:pt x="3501" y="724"/>
                    </a:lnTo>
                    <a:lnTo>
                      <a:pt x="3091" y="474"/>
                    </a:lnTo>
                    <a:lnTo>
                      <a:pt x="2653" y="278"/>
                    </a:lnTo>
                    <a:lnTo>
                      <a:pt x="2198" y="126"/>
                    </a:lnTo>
                    <a:lnTo>
                      <a:pt x="1733" y="36"/>
                    </a:lnTo>
                    <a:lnTo>
                      <a:pt x="1260"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3275;p33">
                <a:extLst>
                  <a:ext uri="{FF2B5EF4-FFF2-40B4-BE49-F238E27FC236}">
                    <a16:creationId xmlns:a16="http://schemas.microsoft.com/office/drawing/2014/main" id="{FAD824A6-460F-4152-8DDA-8645EB50FD85}"/>
                  </a:ext>
                </a:extLst>
              </p:cNvPr>
              <p:cNvSpPr/>
              <p:nvPr/>
            </p:nvSpPr>
            <p:spPr>
              <a:xfrm>
                <a:off x="3223327" y="1940543"/>
                <a:ext cx="59895" cy="93967"/>
              </a:xfrm>
              <a:custGeom>
                <a:avLst/>
                <a:gdLst/>
                <a:ahLst/>
                <a:cxnLst/>
                <a:rect l="l" t="t" r="r" b="b"/>
                <a:pathLst>
                  <a:path w="1162" h="1823" extrusionOk="0">
                    <a:moveTo>
                      <a:pt x="99" y="0"/>
                    </a:moveTo>
                    <a:lnTo>
                      <a:pt x="45" y="9"/>
                    </a:lnTo>
                    <a:lnTo>
                      <a:pt x="0" y="54"/>
                    </a:lnTo>
                    <a:lnTo>
                      <a:pt x="0" y="117"/>
                    </a:lnTo>
                    <a:lnTo>
                      <a:pt x="18" y="152"/>
                    </a:lnTo>
                    <a:lnTo>
                      <a:pt x="188" y="322"/>
                    </a:lnTo>
                    <a:lnTo>
                      <a:pt x="483" y="697"/>
                    </a:lnTo>
                    <a:lnTo>
                      <a:pt x="733" y="1099"/>
                    </a:lnTo>
                    <a:lnTo>
                      <a:pt x="920" y="1536"/>
                    </a:lnTo>
                    <a:lnTo>
                      <a:pt x="992" y="1769"/>
                    </a:lnTo>
                    <a:lnTo>
                      <a:pt x="1010" y="1804"/>
                    </a:lnTo>
                    <a:lnTo>
                      <a:pt x="1063" y="1822"/>
                    </a:lnTo>
                    <a:lnTo>
                      <a:pt x="1126" y="1804"/>
                    </a:lnTo>
                    <a:lnTo>
                      <a:pt x="1161" y="1751"/>
                    </a:lnTo>
                    <a:lnTo>
                      <a:pt x="1152" y="1715"/>
                    </a:lnTo>
                    <a:lnTo>
                      <a:pt x="1081" y="1474"/>
                    </a:lnTo>
                    <a:lnTo>
                      <a:pt x="876" y="1018"/>
                    </a:lnTo>
                    <a:lnTo>
                      <a:pt x="617" y="590"/>
                    </a:lnTo>
                    <a:lnTo>
                      <a:pt x="313" y="206"/>
                    </a:lnTo>
                    <a:lnTo>
                      <a:pt x="134" y="27"/>
                    </a:lnTo>
                    <a:lnTo>
                      <a:pt x="9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3276;p33">
                <a:extLst>
                  <a:ext uri="{FF2B5EF4-FFF2-40B4-BE49-F238E27FC236}">
                    <a16:creationId xmlns:a16="http://schemas.microsoft.com/office/drawing/2014/main" id="{E40DF31E-EDB9-4B61-A727-87C35F309EB3}"/>
                  </a:ext>
                </a:extLst>
              </p:cNvPr>
              <p:cNvSpPr/>
              <p:nvPr/>
            </p:nvSpPr>
            <p:spPr>
              <a:xfrm>
                <a:off x="3159359" y="1921214"/>
                <a:ext cx="62163" cy="45617"/>
              </a:xfrm>
              <a:custGeom>
                <a:avLst/>
                <a:gdLst/>
                <a:ahLst/>
                <a:cxnLst/>
                <a:rect l="l" t="t" r="r" b="b"/>
                <a:pathLst>
                  <a:path w="1206" h="885" extrusionOk="0">
                    <a:moveTo>
                      <a:pt x="89" y="0"/>
                    </a:moveTo>
                    <a:lnTo>
                      <a:pt x="27" y="36"/>
                    </a:lnTo>
                    <a:lnTo>
                      <a:pt x="0" y="90"/>
                    </a:lnTo>
                    <a:lnTo>
                      <a:pt x="18" y="143"/>
                    </a:lnTo>
                    <a:lnTo>
                      <a:pt x="45" y="161"/>
                    </a:lnTo>
                    <a:lnTo>
                      <a:pt x="339" y="286"/>
                    </a:lnTo>
                    <a:lnTo>
                      <a:pt x="848" y="634"/>
                    </a:lnTo>
                    <a:lnTo>
                      <a:pt x="1072" y="858"/>
                    </a:lnTo>
                    <a:lnTo>
                      <a:pt x="1099" y="884"/>
                    </a:lnTo>
                    <a:lnTo>
                      <a:pt x="1161" y="876"/>
                    </a:lnTo>
                    <a:lnTo>
                      <a:pt x="1197" y="831"/>
                    </a:lnTo>
                    <a:lnTo>
                      <a:pt x="1206" y="768"/>
                    </a:lnTo>
                    <a:lnTo>
                      <a:pt x="1179" y="733"/>
                    </a:lnTo>
                    <a:lnTo>
                      <a:pt x="956" y="500"/>
                    </a:lnTo>
                    <a:lnTo>
                      <a:pt x="429" y="143"/>
                    </a:lnTo>
                    <a:lnTo>
                      <a:pt x="125" y="9"/>
                    </a:lnTo>
                    <a:lnTo>
                      <a:pt x="89"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3277;p33">
                <a:extLst>
                  <a:ext uri="{FF2B5EF4-FFF2-40B4-BE49-F238E27FC236}">
                    <a16:creationId xmlns:a16="http://schemas.microsoft.com/office/drawing/2014/main" id="{5C767C19-6E79-4CDA-8446-291AB56785A3}"/>
                  </a:ext>
                </a:extLst>
              </p:cNvPr>
              <p:cNvSpPr/>
              <p:nvPr/>
            </p:nvSpPr>
            <p:spPr>
              <a:xfrm>
                <a:off x="3293273" y="2143063"/>
                <a:ext cx="58967" cy="25360"/>
              </a:xfrm>
              <a:custGeom>
                <a:avLst/>
                <a:gdLst/>
                <a:ahLst/>
                <a:cxnLst/>
                <a:rect l="l" t="t" r="r" b="b"/>
                <a:pathLst>
                  <a:path w="1144" h="492" extrusionOk="0">
                    <a:moveTo>
                      <a:pt x="54" y="1"/>
                    </a:moveTo>
                    <a:lnTo>
                      <a:pt x="10" y="36"/>
                    </a:lnTo>
                    <a:lnTo>
                      <a:pt x="1" y="99"/>
                    </a:lnTo>
                    <a:lnTo>
                      <a:pt x="28" y="152"/>
                    </a:lnTo>
                    <a:lnTo>
                      <a:pt x="63" y="170"/>
                    </a:lnTo>
                    <a:lnTo>
                      <a:pt x="1046" y="483"/>
                    </a:lnTo>
                    <a:lnTo>
                      <a:pt x="1081" y="492"/>
                    </a:lnTo>
                    <a:lnTo>
                      <a:pt x="1126" y="456"/>
                    </a:lnTo>
                    <a:lnTo>
                      <a:pt x="1144" y="394"/>
                    </a:lnTo>
                    <a:lnTo>
                      <a:pt x="1108" y="331"/>
                    </a:lnTo>
                    <a:lnTo>
                      <a:pt x="1072" y="313"/>
                    </a:lnTo>
                    <a:lnTo>
                      <a:pt x="581" y="161"/>
                    </a:lnTo>
                    <a:lnTo>
                      <a:pt x="9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3278;p33">
                <a:extLst>
                  <a:ext uri="{FF2B5EF4-FFF2-40B4-BE49-F238E27FC236}">
                    <a16:creationId xmlns:a16="http://schemas.microsoft.com/office/drawing/2014/main" id="{6961EBA2-A9A0-43DB-9818-4BA8E9AFF877}"/>
                  </a:ext>
                </a:extLst>
              </p:cNvPr>
              <p:cNvSpPr/>
              <p:nvPr/>
            </p:nvSpPr>
            <p:spPr>
              <a:xfrm>
                <a:off x="3304355" y="2082292"/>
                <a:ext cx="61699" cy="15721"/>
              </a:xfrm>
              <a:custGeom>
                <a:avLst/>
                <a:gdLst/>
                <a:ahLst/>
                <a:cxnLst/>
                <a:rect l="l" t="t" r="r" b="b"/>
                <a:pathLst>
                  <a:path w="1197" h="305" extrusionOk="0">
                    <a:moveTo>
                      <a:pt x="63" y="1"/>
                    </a:moveTo>
                    <a:lnTo>
                      <a:pt x="9" y="46"/>
                    </a:lnTo>
                    <a:lnTo>
                      <a:pt x="0" y="108"/>
                    </a:lnTo>
                    <a:lnTo>
                      <a:pt x="36" y="162"/>
                    </a:lnTo>
                    <a:lnTo>
                      <a:pt x="72" y="171"/>
                    </a:lnTo>
                    <a:lnTo>
                      <a:pt x="581" y="233"/>
                    </a:lnTo>
                    <a:lnTo>
                      <a:pt x="1098" y="304"/>
                    </a:lnTo>
                    <a:lnTo>
                      <a:pt x="1134" y="304"/>
                    </a:lnTo>
                    <a:lnTo>
                      <a:pt x="1188" y="260"/>
                    </a:lnTo>
                    <a:lnTo>
                      <a:pt x="1197" y="197"/>
                    </a:lnTo>
                    <a:lnTo>
                      <a:pt x="1170" y="144"/>
                    </a:lnTo>
                    <a:lnTo>
                      <a:pt x="1134" y="135"/>
                    </a:lnTo>
                    <a:lnTo>
                      <a:pt x="616" y="72"/>
                    </a:lnTo>
                    <a:lnTo>
                      <a:pt x="98"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3279;p33">
                <a:extLst>
                  <a:ext uri="{FF2B5EF4-FFF2-40B4-BE49-F238E27FC236}">
                    <a16:creationId xmlns:a16="http://schemas.microsoft.com/office/drawing/2014/main" id="{5B530203-BF58-4E03-807E-122C916BA158}"/>
                  </a:ext>
                </a:extLst>
              </p:cNvPr>
              <p:cNvSpPr/>
              <p:nvPr/>
            </p:nvSpPr>
            <p:spPr>
              <a:xfrm>
                <a:off x="3304819" y="2012345"/>
                <a:ext cx="62627" cy="14793"/>
              </a:xfrm>
              <a:custGeom>
                <a:avLst/>
                <a:gdLst/>
                <a:ahLst/>
                <a:cxnLst/>
                <a:rect l="l" t="t" r="r" b="b"/>
                <a:pathLst>
                  <a:path w="1215" h="287" extrusionOk="0">
                    <a:moveTo>
                      <a:pt x="1125" y="1"/>
                    </a:moveTo>
                    <a:lnTo>
                      <a:pt x="598" y="63"/>
                    </a:lnTo>
                    <a:lnTo>
                      <a:pt x="71" y="117"/>
                    </a:lnTo>
                    <a:lnTo>
                      <a:pt x="36" y="126"/>
                    </a:lnTo>
                    <a:lnTo>
                      <a:pt x="0" y="179"/>
                    </a:lnTo>
                    <a:lnTo>
                      <a:pt x="9" y="242"/>
                    </a:lnTo>
                    <a:lnTo>
                      <a:pt x="54" y="286"/>
                    </a:lnTo>
                    <a:lnTo>
                      <a:pt x="89" y="286"/>
                    </a:lnTo>
                    <a:lnTo>
                      <a:pt x="1143" y="170"/>
                    </a:lnTo>
                    <a:lnTo>
                      <a:pt x="1179" y="161"/>
                    </a:lnTo>
                    <a:lnTo>
                      <a:pt x="1214" y="108"/>
                    </a:lnTo>
                    <a:lnTo>
                      <a:pt x="1206" y="45"/>
                    </a:lnTo>
                    <a:lnTo>
                      <a:pt x="116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3280;p33">
                <a:extLst>
                  <a:ext uri="{FF2B5EF4-FFF2-40B4-BE49-F238E27FC236}">
                    <a16:creationId xmlns:a16="http://schemas.microsoft.com/office/drawing/2014/main" id="{96AC99B5-8F95-409B-A68B-9541B516322F}"/>
                  </a:ext>
                </a:extLst>
              </p:cNvPr>
              <p:cNvSpPr/>
              <p:nvPr/>
            </p:nvSpPr>
            <p:spPr>
              <a:xfrm>
                <a:off x="3286366" y="1952037"/>
                <a:ext cx="63143" cy="24896"/>
              </a:xfrm>
              <a:custGeom>
                <a:avLst/>
                <a:gdLst/>
                <a:ahLst/>
                <a:cxnLst/>
                <a:rect l="l" t="t" r="r" b="b"/>
                <a:pathLst>
                  <a:path w="1225" h="483" extrusionOk="0">
                    <a:moveTo>
                      <a:pt x="1108" y="1"/>
                    </a:moveTo>
                    <a:lnTo>
                      <a:pt x="581" y="161"/>
                    </a:lnTo>
                    <a:lnTo>
                      <a:pt x="54" y="322"/>
                    </a:lnTo>
                    <a:lnTo>
                      <a:pt x="19" y="331"/>
                    </a:lnTo>
                    <a:lnTo>
                      <a:pt x="1" y="394"/>
                    </a:lnTo>
                    <a:lnTo>
                      <a:pt x="19" y="447"/>
                    </a:lnTo>
                    <a:lnTo>
                      <a:pt x="72" y="483"/>
                    </a:lnTo>
                    <a:lnTo>
                      <a:pt x="117" y="474"/>
                    </a:lnTo>
                    <a:lnTo>
                      <a:pt x="644" y="322"/>
                    </a:lnTo>
                    <a:lnTo>
                      <a:pt x="1171" y="161"/>
                    </a:lnTo>
                    <a:lnTo>
                      <a:pt x="1206" y="153"/>
                    </a:lnTo>
                    <a:lnTo>
                      <a:pt x="1224" y="90"/>
                    </a:lnTo>
                    <a:lnTo>
                      <a:pt x="1206" y="36"/>
                    </a:lnTo>
                    <a:lnTo>
                      <a:pt x="1153"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3281;p33">
                <a:extLst>
                  <a:ext uri="{FF2B5EF4-FFF2-40B4-BE49-F238E27FC236}">
                    <a16:creationId xmlns:a16="http://schemas.microsoft.com/office/drawing/2014/main" id="{FF1B2116-D555-4C29-9521-B31D7AF68125}"/>
                  </a:ext>
                </a:extLst>
              </p:cNvPr>
              <p:cNvSpPr/>
              <p:nvPr/>
            </p:nvSpPr>
            <p:spPr>
              <a:xfrm>
                <a:off x="3261986" y="1898637"/>
                <a:ext cx="56648" cy="40566"/>
              </a:xfrm>
              <a:custGeom>
                <a:avLst/>
                <a:gdLst/>
                <a:ahLst/>
                <a:cxnLst/>
                <a:rect l="l" t="t" r="r" b="b"/>
                <a:pathLst>
                  <a:path w="1099" h="787" extrusionOk="0">
                    <a:moveTo>
                      <a:pt x="1001" y="1"/>
                    </a:moveTo>
                    <a:lnTo>
                      <a:pt x="974" y="19"/>
                    </a:lnTo>
                    <a:lnTo>
                      <a:pt x="36" y="635"/>
                    </a:lnTo>
                    <a:lnTo>
                      <a:pt x="9" y="662"/>
                    </a:lnTo>
                    <a:lnTo>
                      <a:pt x="1" y="724"/>
                    </a:lnTo>
                    <a:lnTo>
                      <a:pt x="36" y="778"/>
                    </a:lnTo>
                    <a:lnTo>
                      <a:pt x="99" y="787"/>
                    </a:lnTo>
                    <a:lnTo>
                      <a:pt x="134" y="778"/>
                    </a:lnTo>
                    <a:lnTo>
                      <a:pt x="599" y="465"/>
                    </a:lnTo>
                    <a:lnTo>
                      <a:pt x="1063" y="153"/>
                    </a:lnTo>
                    <a:lnTo>
                      <a:pt x="1090" y="135"/>
                    </a:lnTo>
                    <a:lnTo>
                      <a:pt x="1099" y="72"/>
                    </a:lnTo>
                    <a:lnTo>
                      <a:pt x="1063" y="19"/>
                    </a:lnTo>
                    <a:lnTo>
                      <a:pt x="100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3282;p33">
                <a:extLst>
                  <a:ext uri="{FF2B5EF4-FFF2-40B4-BE49-F238E27FC236}">
                    <a16:creationId xmlns:a16="http://schemas.microsoft.com/office/drawing/2014/main" id="{2D542D69-7D01-40E1-B027-9AA783884843}"/>
                  </a:ext>
                </a:extLst>
              </p:cNvPr>
              <p:cNvSpPr/>
              <p:nvPr/>
            </p:nvSpPr>
            <p:spPr>
              <a:xfrm>
                <a:off x="3228378" y="1849875"/>
                <a:ext cx="36442" cy="48813"/>
              </a:xfrm>
              <a:custGeom>
                <a:avLst/>
                <a:gdLst/>
                <a:ahLst/>
                <a:cxnLst/>
                <a:rect l="l" t="t" r="r" b="b"/>
                <a:pathLst>
                  <a:path w="707" h="947" extrusionOk="0">
                    <a:moveTo>
                      <a:pt x="590" y="0"/>
                    </a:moveTo>
                    <a:lnTo>
                      <a:pt x="563" y="27"/>
                    </a:lnTo>
                    <a:lnTo>
                      <a:pt x="286" y="420"/>
                    </a:lnTo>
                    <a:lnTo>
                      <a:pt x="19" y="813"/>
                    </a:lnTo>
                    <a:lnTo>
                      <a:pt x="1" y="840"/>
                    </a:lnTo>
                    <a:lnTo>
                      <a:pt x="19" y="911"/>
                    </a:lnTo>
                    <a:lnTo>
                      <a:pt x="63" y="947"/>
                    </a:lnTo>
                    <a:lnTo>
                      <a:pt x="126" y="947"/>
                    </a:lnTo>
                    <a:lnTo>
                      <a:pt x="144" y="920"/>
                    </a:lnTo>
                    <a:lnTo>
                      <a:pt x="420" y="527"/>
                    </a:lnTo>
                    <a:lnTo>
                      <a:pt x="688" y="143"/>
                    </a:lnTo>
                    <a:lnTo>
                      <a:pt x="706" y="107"/>
                    </a:lnTo>
                    <a:lnTo>
                      <a:pt x="697" y="45"/>
                    </a:lnTo>
                    <a:lnTo>
                      <a:pt x="644"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3283;p33">
                <a:extLst>
                  <a:ext uri="{FF2B5EF4-FFF2-40B4-BE49-F238E27FC236}">
                    <a16:creationId xmlns:a16="http://schemas.microsoft.com/office/drawing/2014/main" id="{407C0C0A-494D-4A83-AD54-A797DAE59DCA}"/>
                  </a:ext>
                </a:extLst>
              </p:cNvPr>
              <p:cNvSpPr/>
              <p:nvPr/>
            </p:nvSpPr>
            <p:spPr>
              <a:xfrm>
                <a:off x="3176369" y="1805237"/>
                <a:ext cx="22628" cy="65875"/>
              </a:xfrm>
              <a:custGeom>
                <a:avLst/>
                <a:gdLst/>
                <a:ahLst/>
                <a:cxnLst/>
                <a:rect l="l" t="t" r="r" b="b"/>
                <a:pathLst>
                  <a:path w="439" h="1278" extrusionOk="0">
                    <a:moveTo>
                      <a:pt x="331" y="0"/>
                    </a:moveTo>
                    <a:lnTo>
                      <a:pt x="277" y="27"/>
                    </a:lnTo>
                    <a:lnTo>
                      <a:pt x="268" y="63"/>
                    </a:lnTo>
                    <a:lnTo>
                      <a:pt x="135" y="625"/>
                    </a:lnTo>
                    <a:lnTo>
                      <a:pt x="1" y="1179"/>
                    </a:lnTo>
                    <a:lnTo>
                      <a:pt x="1" y="1215"/>
                    </a:lnTo>
                    <a:lnTo>
                      <a:pt x="36" y="1268"/>
                    </a:lnTo>
                    <a:lnTo>
                      <a:pt x="99" y="1277"/>
                    </a:lnTo>
                    <a:lnTo>
                      <a:pt x="152" y="1250"/>
                    </a:lnTo>
                    <a:lnTo>
                      <a:pt x="170" y="1215"/>
                    </a:lnTo>
                    <a:lnTo>
                      <a:pt x="304" y="652"/>
                    </a:lnTo>
                    <a:lnTo>
                      <a:pt x="429" y="98"/>
                    </a:lnTo>
                    <a:lnTo>
                      <a:pt x="438" y="63"/>
                    </a:lnTo>
                    <a:lnTo>
                      <a:pt x="393" y="9"/>
                    </a:lnTo>
                    <a:lnTo>
                      <a:pt x="331"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3284;p33">
                <a:extLst>
                  <a:ext uri="{FF2B5EF4-FFF2-40B4-BE49-F238E27FC236}">
                    <a16:creationId xmlns:a16="http://schemas.microsoft.com/office/drawing/2014/main" id="{BEADD5B3-22D9-4525-919B-047668593F9F}"/>
                  </a:ext>
                </a:extLst>
              </p:cNvPr>
              <p:cNvSpPr/>
              <p:nvPr/>
            </p:nvSpPr>
            <p:spPr>
              <a:xfrm>
                <a:off x="3120701" y="1784516"/>
                <a:ext cx="10154" cy="63091"/>
              </a:xfrm>
              <a:custGeom>
                <a:avLst/>
                <a:gdLst/>
                <a:ahLst/>
                <a:cxnLst/>
                <a:rect l="l" t="t" r="r" b="b"/>
                <a:pathLst>
                  <a:path w="197" h="1224" extrusionOk="0">
                    <a:moveTo>
                      <a:pt x="80" y="0"/>
                    </a:moveTo>
                    <a:lnTo>
                      <a:pt x="27" y="45"/>
                    </a:lnTo>
                    <a:lnTo>
                      <a:pt x="27" y="89"/>
                    </a:lnTo>
                    <a:lnTo>
                      <a:pt x="9" y="616"/>
                    </a:lnTo>
                    <a:lnTo>
                      <a:pt x="0" y="1143"/>
                    </a:lnTo>
                    <a:lnTo>
                      <a:pt x="9" y="1188"/>
                    </a:lnTo>
                    <a:lnTo>
                      <a:pt x="54" y="1224"/>
                    </a:lnTo>
                    <a:lnTo>
                      <a:pt x="116" y="1215"/>
                    </a:lnTo>
                    <a:lnTo>
                      <a:pt x="161" y="1170"/>
                    </a:lnTo>
                    <a:lnTo>
                      <a:pt x="170" y="1134"/>
                    </a:lnTo>
                    <a:lnTo>
                      <a:pt x="179" y="599"/>
                    </a:lnTo>
                    <a:lnTo>
                      <a:pt x="196" y="72"/>
                    </a:lnTo>
                    <a:lnTo>
                      <a:pt x="188" y="36"/>
                    </a:lnTo>
                    <a:lnTo>
                      <a:pt x="143"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3285;p33">
                <a:extLst>
                  <a:ext uri="{FF2B5EF4-FFF2-40B4-BE49-F238E27FC236}">
                    <a16:creationId xmlns:a16="http://schemas.microsoft.com/office/drawing/2014/main" id="{26EED3EF-7AA8-470B-BD63-57AB36534661}"/>
                  </a:ext>
                </a:extLst>
              </p:cNvPr>
              <p:cNvSpPr/>
              <p:nvPr/>
            </p:nvSpPr>
            <p:spPr>
              <a:xfrm>
                <a:off x="2960963" y="2166568"/>
                <a:ext cx="61699" cy="46081"/>
              </a:xfrm>
              <a:custGeom>
                <a:avLst/>
                <a:gdLst/>
                <a:ahLst/>
                <a:cxnLst/>
                <a:rect l="l" t="t" r="r" b="b"/>
                <a:pathLst>
                  <a:path w="1197" h="894" extrusionOk="0">
                    <a:moveTo>
                      <a:pt x="107" y="0"/>
                    </a:moveTo>
                    <a:lnTo>
                      <a:pt x="45" y="9"/>
                    </a:lnTo>
                    <a:lnTo>
                      <a:pt x="0" y="54"/>
                    </a:lnTo>
                    <a:lnTo>
                      <a:pt x="0" y="116"/>
                    </a:lnTo>
                    <a:lnTo>
                      <a:pt x="18" y="152"/>
                    </a:lnTo>
                    <a:lnTo>
                      <a:pt x="250" y="384"/>
                    </a:lnTo>
                    <a:lnTo>
                      <a:pt x="777" y="750"/>
                    </a:lnTo>
                    <a:lnTo>
                      <a:pt x="1072" y="884"/>
                    </a:lnTo>
                    <a:lnTo>
                      <a:pt x="1108" y="893"/>
                    </a:lnTo>
                    <a:lnTo>
                      <a:pt x="1170" y="866"/>
                    </a:lnTo>
                    <a:lnTo>
                      <a:pt x="1197" y="804"/>
                    </a:lnTo>
                    <a:lnTo>
                      <a:pt x="1179" y="750"/>
                    </a:lnTo>
                    <a:lnTo>
                      <a:pt x="1152" y="732"/>
                    </a:lnTo>
                    <a:lnTo>
                      <a:pt x="858" y="607"/>
                    </a:lnTo>
                    <a:lnTo>
                      <a:pt x="358" y="250"/>
                    </a:lnTo>
                    <a:lnTo>
                      <a:pt x="134" y="27"/>
                    </a:lnTo>
                    <a:lnTo>
                      <a:pt x="107"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3286;p33">
                <a:extLst>
                  <a:ext uri="{FF2B5EF4-FFF2-40B4-BE49-F238E27FC236}">
                    <a16:creationId xmlns:a16="http://schemas.microsoft.com/office/drawing/2014/main" id="{B2C229B9-5E32-44FE-B4CD-E97D5E37F3E5}"/>
                  </a:ext>
                </a:extLst>
              </p:cNvPr>
              <p:cNvSpPr/>
              <p:nvPr/>
            </p:nvSpPr>
            <p:spPr>
              <a:xfrm>
                <a:off x="2828853" y="1952965"/>
                <a:ext cx="57576" cy="29071"/>
              </a:xfrm>
              <a:custGeom>
                <a:avLst/>
                <a:gdLst/>
                <a:ahLst/>
                <a:cxnLst/>
                <a:rect l="l" t="t" r="r" b="b"/>
                <a:pathLst>
                  <a:path w="1117" h="564" extrusionOk="0">
                    <a:moveTo>
                      <a:pt x="63" y="1"/>
                    </a:moveTo>
                    <a:lnTo>
                      <a:pt x="18" y="27"/>
                    </a:lnTo>
                    <a:lnTo>
                      <a:pt x="0" y="90"/>
                    </a:lnTo>
                    <a:lnTo>
                      <a:pt x="27" y="152"/>
                    </a:lnTo>
                    <a:lnTo>
                      <a:pt x="54" y="170"/>
                    </a:lnTo>
                    <a:lnTo>
                      <a:pt x="536" y="367"/>
                    </a:lnTo>
                    <a:lnTo>
                      <a:pt x="1018" y="554"/>
                    </a:lnTo>
                    <a:lnTo>
                      <a:pt x="1054" y="563"/>
                    </a:lnTo>
                    <a:lnTo>
                      <a:pt x="1099" y="527"/>
                    </a:lnTo>
                    <a:lnTo>
                      <a:pt x="1117" y="465"/>
                    </a:lnTo>
                    <a:lnTo>
                      <a:pt x="1090" y="411"/>
                    </a:lnTo>
                    <a:lnTo>
                      <a:pt x="1063" y="385"/>
                    </a:lnTo>
                    <a:lnTo>
                      <a:pt x="581" y="197"/>
                    </a:lnTo>
                    <a:lnTo>
                      <a:pt x="99" y="9"/>
                    </a:lnTo>
                    <a:lnTo>
                      <a:pt x="63"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3287;p33">
                <a:extLst>
                  <a:ext uri="{FF2B5EF4-FFF2-40B4-BE49-F238E27FC236}">
                    <a16:creationId xmlns:a16="http://schemas.microsoft.com/office/drawing/2014/main" id="{D41CF1E5-297F-42E7-9E9E-7122836EE84D}"/>
                  </a:ext>
                </a:extLst>
              </p:cNvPr>
              <p:cNvSpPr/>
              <p:nvPr/>
            </p:nvSpPr>
            <p:spPr>
              <a:xfrm>
                <a:off x="2809523" y="2022036"/>
                <a:ext cx="61699" cy="19381"/>
              </a:xfrm>
              <a:custGeom>
                <a:avLst/>
                <a:gdLst/>
                <a:ahLst/>
                <a:cxnLst/>
                <a:rect l="l" t="t" r="r" b="b"/>
                <a:pathLst>
                  <a:path w="1197" h="376" extrusionOk="0">
                    <a:moveTo>
                      <a:pt x="72" y="0"/>
                    </a:moveTo>
                    <a:lnTo>
                      <a:pt x="18" y="36"/>
                    </a:lnTo>
                    <a:lnTo>
                      <a:pt x="0" y="98"/>
                    </a:lnTo>
                    <a:lnTo>
                      <a:pt x="36" y="152"/>
                    </a:lnTo>
                    <a:lnTo>
                      <a:pt x="72" y="170"/>
                    </a:lnTo>
                    <a:lnTo>
                      <a:pt x="581" y="277"/>
                    </a:lnTo>
                    <a:lnTo>
                      <a:pt x="1090" y="375"/>
                    </a:lnTo>
                    <a:lnTo>
                      <a:pt x="1126" y="375"/>
                    </a:lnTo>
                    <a:lnTo>
                      <a:pt x="1179" y="339"/>
                    </a:lnTo>
                    <a:lnTo>
                      <a:pt x="1197" y="277"/>
                    </a:lnTo>
                    <a:lnTo>
                      <a:pt x="1161" y="223"/>
                    </a:lnTo>
                    <a:lnTo>
                      <a:pt x="1126" y="214"/>
                    </a:lnTo>
                    <a:lnTo>
                      <a:pt x="617" y="107"/>
                    </a:lnTo>
                    <a:lnTo>
                      <a:pt x="108" y="9"/>
                    </a:lnTo>
                    <a:lnTo>
                      <a:pt x="72"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3288;p33">
                <a:extLst>
                  <a:ext uri="{FF2B5EF4-FFF2-40B4-BE49-F238E27FC236}">
                    <a16:creationId xmlns:a16="http://schemas.microsoft.com/office/drawing/2014/main" id="{71552480-8523-46C0-81C2-887B8B6C10FC}"/>
                  </a:ext>
                </a:extLst>
              </p:cNvPr>
              <p:cNvSpPr/>
              <p:nvPr/>
            </p:nvSpPr>
            <p:spPr>
              <a:xfrm>
                <a:off x="2803080" y="2096570"/>
                <a:ext cx="62627" cy="11134"/>
              </a:xfrm>
              <a:custGeom>
                <a:avLst/>
                <a:gdLst/>
                <a:ahLst/>
                <a:cxnLst/>
                <a:rect l="l" t="t" r="r" b="b"/>
                <a:pathLst>
                  <a:path w="1215" h="216" extrusionOk="0">
                    <a:moveTo>
                      <a:pt x="1134" y="1"/>
                    </a:moveTo>
                    <a:lnTo>
                      <a:pt x="81" y="45"/>
                    </a:lnTo>
                    <a:lnTo>
                      <a:pt x="45" y="45"/>
                    </a:lnTo>
                    <a:lnTo>
                      <a:pt x="0" y="99"/>
                    </a:lnTo>
                    <a:lnTo>
                      <a:pt x="0" y="161"/>
                    </a:lnTo>
                    <a:lnTo>
                      <a:pt x="45" y="206"/>
                    </a:lnTo>
                    <a:lnTo>
                      <a:pt x="81" y="215"/>
                    </a:lnTo>
                    <a:lnTo>
                      <a:pt x="608" y="188"/>
                    </a:lnTo>
                    <a:lnTo>
                      <a:pt x="1143" y="170"/>
                    </a:lnTo>
                    <a:lnTo>
                      <a:pt x="1179" y="161"/>
                    </a:lnTo>
                    <a:lnTo>
                      <a:pt x="1215" y="108"/>
                    </a:lnTo>
                    <a:lnTo>
                      <a:pt x="1215" y="45"/>
                    </a:lnTo>
                    <a:lnTo>
                      <a:pt x="1179"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3289;p33">
                <a:extLst>
                  <a:ext uri="{FF2B5EF4-FFF2-40B4-BE49-F238E27FC236}">
                    <a16:creationId xmlns:a16="http://schemas.microsoft.com/office/drawing/2014/main" id="{9A111BBF-53F6-4D06-95A2-E8EDD7A35C57}"/>
                  </a:ext>
                </a:extLst>
              </p:cNvPr>
              <p:cNvSpPr/>
              <p:nvPr/>
            </p:nvSpPr>
            <p:spPr>
              <a:xfrm>
                <a:off x="2816894" y="2147651"/>
                <a:ext cx="64019" cy="21237"/>
              </a:xfrm>
              <a:custGeom>
                <a:avLst/>
                <a:gdLst/>
                <a:ahLst/>
                <a:cxnLst/>
                <a:rect l="l" t="t" r="r" b="b"/>
                <a:pathLst>
                  <a:path w="1242" h="412" extrusionOk="0">
                    <a:moveTo>
                      <a:pt x="1170" y="1"/>
                    </a:moveTo>
                    <a:lnTo>
                      <a:pt x="1134" y="10"/>
                    </a:lnTo>
                    <a:lnTo>
                      <a:pt x="63" y="242"/>
                    </a:lnTo>
                    <a:lnTo>
                      <a:pt x="27" y="260"/>
                    </a:lnTo>
                    <a:lnTo>
                      <a:pt x="0" y="313"/>
                    </a:lnTo>
                    <a:lnTo>
                      <a:pt x="9" y="376"/>
                    </a:lnTo>
                    <a:lnTo>
                      <a:pt x="63" y="412"/>
                    </a:lnTo>
                    <a:lnTo>
                      <a:pt x="107" y="412"/>
                    </a:lnTo>
                    <a:lnTo>
                      <a:pt x="643" y="287"/>
                    </a:lnTo>
                    <a:lnTo>
                      <a:pt x="1179" y="171"/>
                    </a:lnTo>
                    <a:lnTo>
                      <a:pt x="1215" y="162"/>
                    </a:lnTo>
                    <a:lnTo>
                      <a:pt x="1242" y="108"/>
                    </a:lnTo>
                    <a:lnTo>
                      <a:pt x="1224" y="46"/>
                    </a:lnTo>
                    <a:lnTo>
                      <a:pt x="117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3290;p33">
                <a:extLst>
                  <a:ext uri="{FF2B5EF4-FFF2-40B4-BE49-F238E27FC236}">
                    <a16:creationId xmlns:a16="http://schemas.microsoft.com/office/drawing/2014/main" id="{1EAE0129-F16C-436B-A443-B438BB99B913}"/>
                  </a:ext>
                </a:extLst>
              </p:cNvPr>
              <p:cNvSpPr/>
              <p:nvPr/>
            </p:nvSpPr>
            <p:spPr>
              <a:xfrm>
                <a:off x="2843595" y="2187237"/>
                <a:ext cx="58967" cy="37370"/>
              </a:xfrm>
              <a:custGeom>
                <a:avLst/>
                <a:gdLst/>
                <a:ahLst/>
                <a:cxnLst/>
                <a:rect l="l" t="t" r="r" b="b"/>
                <a:pathLst>
                  <a:path w="1144" h="725" extrusionOk="0">
                    <a:moveTo>
                      <a:pt x="1054" y="1"/>
                    </a:moveTo>
                    <a:lnTo>
                      <a:pt x="1018" y="10"/>
                    </a:lnTo>
                    <a:lnTo>
                      <a:pt x="527" y="287"/>
                    </a:lnTo>
                    <a:lnTo>
                      <a:pt x="45" y="563"/>
                    </a:lnTo>
                    <a:lnTo>
                      <a:pt x="9" y="581"/>
                    </a:lnTo>
                    <a:lnTo>
                      <a:pt x="0" y="644"/>
                    </a:lnTo>
                    <a:lnTo>
                      <a:pt x="27" y="697"/>
                    </a:lnTo>
                    <a:lnTo>
                      <a:pt x="89" y="724"/>
                    </a:lnTo>
                    <a:lnTo>
                      <a:pt x="125" y="706"/>
                    </a:lnTo>
                    <a:lnTo>
                      <a:pt x="1099" y="162"/>
                    </a:lnTo>
                    <a:lnTo>
                      <a:pt x="1134" y="135"/>
                    </a:lnTo>
                    <a:lnTo>
                      <a:pt x="1143" y="72"/>
                    </a:lnTo>
                    <a:lnTo>
                      <a:pt x="1116" y="19"/>
                    </a:lnTo>
                    <a:lnTo>
                      <a:pt x="1054"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3291;p33">
                <a:extLst>
                  <a:ext uri="{FF2B5EF4-FFF2-40B4-BE49-F238E27FC236}">
                    <a16:creationId xmlns:a16="http://schemas.microsoft.com/office/drawing/2014/main" id="{D94E0B9D-F972-4BDC-A4C4-2EAC48B8AE66}"/>
                  </a:ext>
                </a:extLst>
              </p:cNvPr>
              <p:cNvSpPr/>
              <p:nvPr/>
            </p:nvSpPr>
            <p:spPr>
              <a:xfrm>
                <a:off x="2894212" y="2230071"/>
                <a:ext cx="38710" cy="47009"/>
              </a:xfrm>
              <a:custGeom>
                <a:avLst/>
                <a:gdLst/>
                <a:ahLst/>
                <a:cxnLst/>
                <a:rect l="l" t="t" r="r" b="b"/>
                <a:pathLst>
                  <a:path w="751" h="912" extrusionOk="0">
                    <a:moveTo>
                      <a:pt x="643" y="0"/>
                    </a:moveTo>
                    <a:lnTo>
                      <a:pt x="617" y="18"/>
                    </a:lnTo>
                    <a:lnTo>
                      <a:pt x="313" y="393"/>
                    </a:lnTo>
                    <a:lnTo>
                      <a:pt x="18" y="759"/>
                    </a:lnTo>
                    <a:lnTo>
                      <a:pt x="0" y="795"/>
                    </a:lnTo>
                    <a:lnTo>
                      <a:pt x="9" y="858"/>
                    </a:lnTo>
                    <a:lnTo>
                      <a:pt x="54" y="902"/>
                    </a:lnTo>
                    <a:lnTo>
                      <a:pt x="108" y="911"/>
                    </a:lnTo>
                    <a:lnTo>
                      <a:pt x="134" y="884"/>
                    </a:lnTo>
                    <a:lnTo>
                      <a:pt x="733" y="143"/>
                    </a:lnTo>
                    <a:lnTo>
                      <a:pt x="751" y="108"/>
                    </a:lnTo>
                    <a:lnTo>
                      <a:pt x="742" y="45"/>
                    </a:lnTo>
                    <a:lnTo>
                      <a:pt x="69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3292;p33">
                <a:extLst>
                  <a:ext uri="{FF2B5EF4-FFF2-40B4-BE49-F238E27FC236}">
                    <a16:creationId xmlns:a16="http://schemas.microsoft.com/office/drawing/2014/main" id="{E6A04C6E-BFD3-4670-9B8E-84DC6F09D325}"/>
                  </a:ext>
                </a:extLst>
              </p:cNvPr>
              <p:cNvSpPr/>
              <p:nvPr/>
            </p:nvSpPr>
            <p:spPr>
              <a:xfrm>
                <a:off x="2956375" y="2261359"/>
                <a:ext cx="26700" cy="64947"/>
              </a:xfrm>
              <a:custGeom>
                <a:avLst/>
                <a:gdLst/>
                <a:ahLst/>
                <a:cxnLst/>
                <a:rect l="l" t="t" r="r" b="b"/>
                <a:pathLst>
                  <a:path w="518" h="1260" extrusionOk="0">
                    <a:moveTo>
                      <a:pt x="429" y="1"/>
                    </a:moveTo>
                    <a:lnTo>
                      <a:pt x="366" y="27"/>
                    </a:lnTo>
                    <a:lnTo>
                      <a:pt x="348" y="54"/>
                    </a:lnTo>
                    <a:lnTo>
                      <a:pt x="9" y="1153"/>
                    </a:lnTo>
                    <a:lnTo>
                      <a:pt x="0" y="1188"/>
                    </a:lnTo>
                    <a:lnTo>
                      <a:pt x="36" y="1242"/>
                    </a:lnTo>
                    <a:lnTo>
                      <a:pt x="98" y="1260"/>
                    </a:lnTo>
                    <a:lnTo>
                      <a:pt x="161" y="1233"/>
                    </a:lnTo>
                    <a:lnTo>
                      <a:pt x="170" y="1197"/>
                    </a:lnTo>
                    <a:lnTo>
                      <a:pt x="348" y="652"/>
                    </a:lnTo>
                    <a:lnTo>
                      <a:pt x="518" y="99"/>
                    </a:lnTo>
                    <a:lnTo>
                      <a:pt x="518" y="63"/>
                    </a:lnTo>
                    <a:lnTo>
                      <a:pt x="482" y="10"/>
                    </a:lnTo>
                    <a:lnTo>
                      <a:pt x="429"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3293;p33">
                <a:extLst>
                  <a:ext uri="{FF2B5EF4-FFF2-40B4-BE49-F238E27FC236}">
                    <a16:creationId xmlns:a16="http://schemas.microsoft.com/office/drawing/2014/main" id="{8D3CEF94-D955-43BF-ACEA-E393EF8C3326}"/>
                  </a:ext>
                </a:extLst>
              </p:cNvPr>
              <p:cNvSpPr/>
              <p:nvPr/>
            </p:nvSpPr>
            <p:spPr>
              <a:xfrm>
                <a:off x="3023074" y="2288987"/>
                <a:ext cx="13866" cy="62627"/>
              </a:xfrm>
              <a:custGeom>
                <a:avLst/>
                <a:gdLst/>
                <a:ahLst/>
                <a:cxnLst/>
                <a:rect l="l" t="t" r="r" b="b"/>
                <a:pathLst>
                  <a:path w="269" h="1215" extrusionOk="0">
                    <a:moveTo>
                      <a:pt x="162" y="0"/>
                    </a:moveTo>
                    <a:lnTo>
                      <a:pt x="108" y="45"/>
                    </a:lnTo>
                    <a:lnTo>
                      <a:pt x="99" y="81"/>
                    </a:lnTo>
                    <a:lnTo>
                      <a:pt x="46" y="608"/>
                    </a:lnTo>
                    <a:lnTo>
                      <a:pt x="1" y="1135"/>
                    </a:lnTo>
                    <a:lnTo>
                      <a:pt x="1" y="1170"/>
                    </a:lnTo>
                    <a:lnTo>
                      <a:pt x="46" y="1215"/>
                    </a:lnTo>
                    <a:lnTo>
                      <a:pt x="108" y="1215"/>
                    </a:lnTo>
                    <a:lnTo>
                      <a:pt x="162" y="1170"/>
                    </a:lnTo>
                    <a:lnTo>
                      <a:pt x="171" y="1135"/>
                    </a:lnTo>
                    <a:lnTo>
                      <a:pt x="215" y="608"/>
                    </a:lnTo>
                    <a:lnTo>
                      <a:pt x="269" y="81"/>
                    </a:lnTo>
                    <a:lnTo>
                      <a:pt x="269" y="36"/>
                    </a:lnTo>
                    <a:lnTo>
                      <a:pt x="224"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3294;p33">
                <a:extLst>
                  <a:ext uri="{FF2B5EF4-FFF2-40B4-BE49-F238E27FC236}">
                    <a16:creationId xmlns:a16="http://schemas.microsoft.com/office/drawing/2014/main" id="{B5EFEE94-3F55-454C-8779-303DBF892604}"/>
                  </a:ext>
                </a:extLst>
              </p:cNvPr>
              <p:cNvSpPr/>
              <p:nvPr/>
            </p:nvSpPr>
            <p:spPr>
              <a:xfrm>
                <a:off x="3074671" y="1783588"/>
                <a:ext cx="14742" cy="61287"/>
              </a:xfrm>
              <a:custGeom>
                <a:avLst/>
                <a:gdLst/>
                <a:ahLst/>
                <a:cxnLst/>
                <a:rect l="l" t="t" r="r" b="b"/>
                <a:pathLst>
                  <a:path w="286" h="1189" extrusionOk="0">
                    <a:moveTo>
                      <a:pt x="107" y="0"/>
                    </a:moveTo>
                    <a:lnTo>
                      <a:pt x="45" y="9"/>
                    </a:lnTo>
                    <a:lnTo>
                      <a:pt x="0" y="63"/>
                    </a:lnTo>
                    <a:lnTo>
                      <a:pt x="0" y="99"/>
                    </a:lnTo>
                    <a:lnTo>
                      <a:pt x="63" y="617"/>
                    </a:lnTo>
                    <a:lnTo>
                      <a:pt x="125" y="1126"/>
                    </a:lnTo>
                    <a:lnTo>
                      <a:pt x="134" y="1161"/>
                    </a:lnTo>
                    <a:lnTo>
                      <a:pt x="188" y="1188"/>
                    </a:lnTo>
                    <a:lnTo>
                      <a:pt x="250" y="1179"/>
                    </a:lnTo>
                    <a:lnTo>
                      <a:pt x="286" y="1126"/>
                    </a:lnTo>
                    <a:lnTo>
                      <a:pt x="286" y="1090"/>
                    </a:lnTo>
                    <a:lnTo>
                      <a:pt x="170" y="63"/>
                    </a:lnTo>
                    <a:lnTo>
                      <a:pt x="161" y="27"/>
                    </a:lnTo>
                    <a:lnTo>
                      <a:pt x="10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3295;p33">
                <a:extLst>
                  <a:ext uri="{FF2B5EF4-FFF2-40B4-BE49-F238E27FC236}">
                    <a16:creationId xmlns:a16="http://schemas.microsoft.com/office/drawing/2014/main" id="{D60FA1EA-993A-4A0E-A550-093B877D6955}"/>
                  </a:ext>
                </a:extLst>
              </p:cNvPr>
              <p:cNvSpPr/>
              <p:nvPr/>
            </p:nvSpPr>
            <p:spPr>
              <a:xfrm>
                <a:off x="3018023" y="1784516"/>
                <a:ext cx="18917" cy="62163"/>
              </a:xfrm>
              <a:custGeom>
                <a:avLst/>
                <a:gdLst/>
                <a:ahLst/>
                <a:cxnLst/>
                <a:rect l="l" t="t" r="r" b="b"/>
                <a:pathLst>
                  <a:path w="367" h="1206" extrusionOk="0">
                    <a:moveTo>
                      <a:pt x="108" y="0"/>
                    </a:moveTo>
                    <a:lnTo>
                      <a:pt x="36" y="9"/>
                    </a:lnTo>
                    <a:lnTo>
                      <a:pt x="1" y="54"/>
                    </a:lnTo>
                    <a:lnTo>
                      <a:pt x="1" y="89"/>
                    </a:lnTo>
                    <a:lnTo>
                      <a:pt x="99" y="616"/>
                    </a:lnTo>
                    <a:lnTo>
                      <a:pt x="197" y="1134"/>
                    </a:lnTo>
                    <a:lnTo>
                      <a:pt x="215" y="1170"/>
                    </a:lnTo>
                    <a:lnTo>
                      <a:pt x="269" y="1206"/>
                    </a:lnTo>
                    <a:lnTo>
                      <a:pt x="331" y="1188"/>
                    </a:lnTo>
                    <a:lnTo>
                      <a:pt x="367" y="1143"/>
                    </a:lnTo>
                    <a:lnTo>
                      <a:pt x="367" y="1108"/>
                    </a:lnTo>
                    <a:lnTo>
                      <a:pt x="269" y="590"/>
                    </a:lnTo>
                    <a:lnTo>
                      <a:pt x="170" y="63"/>
                    </a:lnTo>
                    <a:lnTo>
                      <a:pt x="161" y="27"/>
                    </a:lnTo>
                    <a:lnTo>
                      <a:pt x="10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3296;p33">
                <a:extLst>
                  <a:ext uri="{FF2B5EF4-FFF2-40B4-BE49-F238E27FC236}">
                    <a16:creationId xmlns:a16="http://schemas.microsoft.com/office/drawing/2014/main" id="{BD23C541-4FD3-4EA4-9B61-1E1314A1F79B}"/>
                  </a:ext>
                </a:extLst>
              </p:cNvPr>
              <p:cNvSpPr/>
              <p:nvPr/>
            </p:nvSpPr>
            <p:spPr>
              <a:xfrm>
                <a:off x="2959107" y="1806577"/>
                <a:ext cx="29071" cy="62215"/>
              </a:xfrm>
              <a:custGeom>
                <a:avLst/>
                <a:gdLst/>
                <a:ahLst/>
                <a:cxnLst/>
                <a:rect l="l" t="t" r="r" b="b"/>
                <a:pathLst>
                  <a:path w="564" h="1207" extrusionOk="0">
                    <a:moveTo>
                      <a:pt x="90" y="1"/>
                    </a:moveTo>
                    <a:lnTo>
                      <a:pt x="36" y="28"/>
                    </a:lnTo>
                    <a:lnTo>
                      <a:pt x="1" y="90"/>
                    </a:lnTo>
                    <a:lnTo>
                      <a:pt x="10" y="126"/>
                    </a:lnTo>
                    <a:lnTo>
                      <a:pt x="206" y="635"/>
                    </a:lnTo>
                    <a:lnTo>
                      <a:pt x="402" y="1153"/>
                    </a:lnTo>
                    <a:lnTo>
                      <a:pt x="420" y="1189"/>
                    </a:lnTo>
                    <a:lnTo>
                      <a:pt x="483" y="1206"/>
                    </a:lnTo>
                    <a:lnTo>
                      <a:pt x="536" y="1180"/>
                    </a:lnTo>
                    <a:lnTo>
                      <a:pt x="563" y="1117"/>
                    </a:lnTo>
                    <a:lnTo>
                      <a:pt x="554" y="1081"/>
                    </a:lnTo>
                    <a:lnTo>
                      <a:pt x="367" y="572"/>
                    </a:lnTo>
                    <a:lnTo>
                      <a:pt x="170" y="54"/>
                    </a:lnTo>
                    <a:lnTo>
                      <a:pt x="152" y="19"/>
                    </a:lnTo>
                    <a:lnTo>
                      <a:pt x="9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3297;p33">
                <a:extLst>
                  <a:ext uri="{FF2B5EF4-FFF2-40B4-BE49-F238E27FC236}">
                    <a16:creationId xmlns:a16="http://schemas.microsoft.com/office/drawing/2014/main" id="{2429E7BC-B83B-4752-A390-707EEE03E79E}"/>
                  </a:ext>
                </a:extLst>
              </p:cNvPr>
              <p:cNvSpPr/>
              <p:nvPr/>
            </p:nvSpPr>
            <p:spPr>
              <a:xfrm>
                <a:off x="2908490" y="1841577"/>
                <a:ext cx="44226" cy="53916"/>
              </a:xfrm>
              <a:custGeom>
                <a:avLst/>
                <a:gdLst/>
                <a:ahLst/>
                <a:cxnLst/>
                <a:rect l="l" t="t" r="r" b="b"/>
                <a:pathLst>
                  <a:path w="858" h="1046" extrusionOk="0">
                    <a:moveTo>
                      <a:pt x="63" y="1"/>
                    </a:moveTo>
                    <a:lnTo>
                      <a:pt x="9" y="36"/>
                    </a:lnTo>
                    <a:lnTo>
                      <a:pt x="0" y="99"/>
                    </a:lnTo>
                    <a:lnTo>
                      <a:pt x="18" y="134"/>
                    </a:lnTo>
                    <a:lnTo>
                      <a:pt x="706" y="1019"/>
                    </a:lnTo>
                    <a:lnTo>
                      <a:pt x="733" y="1045"/>
                    </a:lnTo>
                    <a:lnTo>
                      <a:pt x="795" y="1045"/>
                    </a:lnTo>
                    <a:lnTo>
                      <a:pt x="840" y="1010"/>
                    </a:lnTo>
                    <a:lnTo>
                      <a:pt x="858" y="947"/>
                    </a:lnTo>
                    <a:lnTo>
                      <a:pt x="840" y="911"/>
                    </a:lnTo>
                    <a:lnTo>
                      <a:pt x="491" y="474"/>
                    </a:lnTo>
                    <a:lnTo>
                      <a:pt x="152" y="27"/>
                    </a:lnTo>
                    <a:lnTo>
                      <a:pt x="125"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3298;p33">
                <a:extLst>
                  <a:ext uri="{FF2B5EF4-FFF2-40B4-BE49-F238E27FC236}">
                    <a16:creationId xmlns:a16="http://schemas.microsoft.com/office/drawing/2014/main" id="{9615A389-03D2-4B12-9341-60D9B50DD91F}"/>
                  </a:ext>
                </a:extLst>
              </p:cNvPr>
              <p:cNvSpPr/>
              <p:nvPr/>
            </p:nvSpPr>
            <p:spPr>
              <a:xfrm>
                <a:off x="2863852" y="1898637"/>
                <a:ext cx="51133" cy="33659"/>
              </a:xfrm>
              <a:custGeom>
                <a:avLst/>
                <a:gdLst/>
                <a:ahLst/>
                <a:cxnLst/>
                <a:rect l="l" t="t" r="r" b="b"/>
                <a:pathLst>
                  <a:path w="992" h="653" extrusionOk="0">
                    <a:moveTo>
                      <a:pt x="98" y="1"/>
                    </a:moveTo>
                    <a:lnTo>
                      <a:pt x="36" y="19"/>
                    </a:lnTo>
                    <a:lnTo>
                      <a:pt x="0" y="72"/>
                    </a:lnTo>
                    <a:lnTo>
                      <a:pt x="0" y="135"/>
                    </a:lnTo>
                    <a:lnTo>
                      <a:pt x="36" y="153"/>
                    </a:lnTo>
                    <a:lnTo>
                      <a:pt x="438" y="394"/>
                    </a:lnTo>
                    <a:lnTo>
                      <a:pt x="848" y="635"/>
                    </a:lnTo>
                    <a:lnTo>
                      <a:pt x="884" y="653"/>
                    </a:lnTo>
                    <a:lnTo>
                      <a:pt x="947" y="635"/>
                    </a:lnTo>
                    <a:lnTo>
                      <a:pt x="991" y="581"/>
                    </a:lnTo>
                    <a:lnTo>
                      <a:pt x="982" y="519"/>
                    </a:lnTo>
                    <a:lnTo>
                      <a:pt x="956" y="501"/>
                    </a:lnTo>
                    <a:lnTo>
                      <a:pt x="545" y="260"/>
                    </a:lnTo>
                    <a:lnTo>
                      <a:pt x="134" y="19"/>
                    </a:lnTo>
                    <a:lnTo>
                      <a:pt x="98"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3299;p33">
                <a:extLst>
                  <a:ext uri="{FF2B5EF4-FFF2-40B4-BE49-F238E27FC236}">
                    <a16:creationId xmlns:a16="http://schemas.microsoft.com/office/drawing/2014/main" id="{9F234916-7B1F-4691-AA69-5C8A550EB178}"/>
                  </a:ext>
                </a:extLst>
              </p:cNvPr>
              <p:cNvSpPr/>
              <p:nvPr/>
            </p:nvSpPr>
            <p:spPr>
              <a:xfrm>
                <a:off x="3073743" y="2291307"/>
                <a:ext cx="12938" cy="52060"/>
              </a:xfrm>
              <a:custGeom>
                <a:avLst/>
                <a:gdLst/>
                <a:ahLst/>
                <a:cxnLst/>
                <a:rect l="l" t="t" r="r" b="b"/>
                <a:pathLst>
                  <a:path w="251" h="1010" extrusionOk="0">
                    <a:moveTo>
                      <a:pt x="107" y="0"/>
                    </a:moveTo>
                    <a:lnTo>
                      <a:pt x="45" y="9"/>
                    </a:lnTo>
                    <a:lnTo>
                      <a:pt x="0" y="54"/>
                    </a:lnTo>
                    <a:lnTo>
                      <a:pt x="0" y="89"/>
                    </a:lnTo>
                    <a:lnTo>
                      <a:pt x="81" y="938"/>
                    </a:lnTo>
                    <a:lnTo>
                      <a:pt x="89" y="973"/>
                    </a:lnTo>
                    <a:lnTo>
                      <a:pt x="143" y="1009"/>
                    </a:lnTo>
                    <a:lnTo>
                      <a:pt x="206" y="1009"/>
                    </a:lnTo>
                    <a:lnTo>
                      <a:pt x="250" y="964"/>
                    </a:lnTo>
                    <a:lnTo>
                      <a:pt x="250" y="920"/>
                    </a:lnTo>
                    <a:lnTo>
                      <a:pt x="206" y="500"/>
                    </a:lnTo>
                    <a:lnTo>
                      <a:pt x="161" y="80"/>
                    </a:lnTo>
                    <a:lnTo>
                      <a:pt x="152" y="45"/>
                    </a:lnTo>
                    <a:lnTo>
                      <a:pt x="10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3300;p33">
                <a:extLst>
                  <a:ext uri="{FF2B5EF4-FFF2-40B4-BE49-F238E27FC236}">
                    <a16:creationId xmlns:a16="http://schemas.microsoft.com/office/drawing/2014/main" id="{0FBABDFA-F416-4AD0-AC0E-27DAF8140997}"/>
                  </a:ext>
                </a:extLst>
              </p:cNvPr>
              <p:cNvSpPr/>
              <p:nvPr/>
            </p:nvSpPr>
            <p:spPr>
              <a:xfrm>
                <a:off x="3130340" y="2289451"/>
                <a:ext cx="14793" cy="56648"/>
              </a:xfrm>
              <a:custGeom>
                <a:avLst/>
                <a:gdLst/>
                <a:ahLst/>
                <a:cxnLst/>
                <a:rect l="l" t="t" r="r" b="b"/>
                <a:pathLst>
                  <a:path w="287" h="1099" extrusionOk="0">
                    <a:moveTo>
                      <a:pt x="108" y="0"/>
                    </a:moveTo>
                    <a:lnTo>
                      <a:pt x="45" y="9"/>
                    </a:lnTo>
                    <a:lnTo>
                      <a:pt x="1" y="54"/>
                    </a:lnTo>
                    <a:lnTo>
                      <a:pt x="1" y="90"/>
                    </a:lnTo>
                    <a:lnTo>
                      <a:pt x="63" y="554"/>
                    </a:lnTo>
                    <a:lnTo>
                      <a:pt x="117" y="1027"/>
                    </a:lnTo>
                    <a:lnTo>
                      <a:pt x="126" y="1063"/>
                    </a:lnTo>
                    <a:lnTo>
                      <a:pt x="179" y="1099"/>
                    </a:lnTo>
                    <a:lnTo>
                      <a:pt x="242" y="1090"/>
                    </a:lnTo>
                    <a:lnTo>
                      <a:pt x="286" y="1045"/>
                    </a:lnTo>
                    <a:lnTo>
                      <a:pt x="286" y="1009"/>
                    </a:lnTo>
                    <a:lnTo>
                      <a:pt x="224" y="545"/>
                    </a:lnTo>
                    <a:lnTo>
                      <a:pt x="170" y="81"/>
                    </a:lnTo>
                    <a:lnTo>
                      <a:pt x="161" y="45"/>
                    </a:lnTo>
                    <a:lnTo>
                      <a:pt x="108"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3301;p33">
                <a:extLst>
                  <a:ext uri="{FF2B5EF4-FFF2-40B4-BE49-F238E27FC236}">
                    <a16:creationId xmlns:a16="http://schemas.microsoft.com/office/drawing/2014/main" id="{7ED76E83-07E6-4F76-810B-A0208136CE60}"/>
                  </a:ext>
                </a:extLst>
              </p:cNvPr>
              <p:cNvSpPr/>
              <p:nvPr/>
            </p:nvSpPr>
            <p:spPr>
              <a:xfrm>
                <a:off x="3168534" y="2275637"/>
                <a:ext cx="21700" cy="53452"/>
              </a:xfrm>
              <a:custGeom>
                <a:avLst/>
                <a:gdLst/>
                <a:ahLst/>
                <a:cxnLst/>
                <a:rect l="l" t="t" r="r" b="b"/>
                <a:pathLst>
                  <a:path w="421" h="1037" extrusionOk="0">
                    <a:moveTo>
                      <a:pt x="90" y="0"/>
                    </a:moveTo>
                    <a:lnTo>
                      <a:pt x="36" y="27"/>
                    </a:lnTo>
                    <a:lnTo>
                      <a:pt x="1" y="81"/>
                    </a:lnTo>
                    <a:lnTo>
                      <a:pt x="1" y="117"/>
                    </a:lnTo>
                    <a:lnTo>
                      <a:pt x="126" y="554"/>
                    </a:lnTo>
                    <a:lnTo>
                      <a:pt x="251" y="983"/>
                    </a:lnTo>
                    <a:lnTo>
                      <a:pt x="269" y="1018"/>
                    </a:lnTo>
                    <a:lnTo>
                      <a:pt x="322" y="1036"/>
                    </a:lnTo>
                    <a:lnTo>
                      <a:pt x="385" y="1018"/>
                    </a:lnTo>
                    <a:lnTo>
                      <a:pt x="420" y="965"/>
                    </a:lnTo>
                    <a:lnTo>
                      <a:pt x="412" y="929"/>
                    </a:lnTo>
                    <a:lnTo>
                      <a:pt x="287" y="492"/>
                    </a:lnTo>
                    <a:lnTo>
                      <a:pt x="161" y="63"/>
                    </a:lnTo>
                    <a:lnTo>
                      <a:pt x="153" y="27"/>
                    </a:lnTo>
                    <a:lnTo>
                      <a:pt x="90"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3302;p33">
                <a:extLst>
                  <a:ext uri="{FF2B5EF4-FFF2-40B4-BE49-F238E27FC236}">
                    <a16:creationId xmlns:a16="http://schemas.microsoft.com/office/drawing/2014/main" id="{F3ECDE7A-1C3B-4154-A7E1-3D2885A98A8F}"/>
                  </a:ext>
                </a:extLst>
              </p:cNvPr>
              <p:cNvSpPr/>
              <p:nvPr/>
            </p:nvSpPr>
            <p:spPr>
              <a:xfrm>
                <a:off x="3277655" y="2182186"/>
                <a:ext cx="46957" cy="35515"/>
              </a:xfrm>
              <a:custGeom>
                <a:avLst/>
                <a:gdLst/>
                <a:ahLst/>
                <a:cxnLst/>
                <a:rect l="l" t="t" r="r" b="b"/>
                <a:pathLst>
                  <a:path w="911" h="689" extrusionOk="0">
                    <a:moveTo>
                      <a:pt x="107" y="1"/>
                    </a:moveTo>
                    <a:lnTo>
                      <a:pt x="36" y="19"/>
                    </a:lnTo>
                    <a:lnTo>
                      <a:pt x="0" y="63"/>
                    </a:lnTo>
                    <a:lnTo>
                      <a:pt x="0" y="126"/>
                    </a:lnTo>
                    <a:lnTo>
                      <a:pt x="27" y="152"/>
                    </a:lnTo>
                    <a:lnTo>
                      <a:pt x="402" y="411"/>
                    </a:lnTo>
                    <a:lnTo>
                      <a:pt x="768" y="670"/>
                    </a:lnTo>
                    <a:lnTo>
                      <a:pt x="804" y="688"/>
                    </a:lnTo>
                    <a:lnTo>
                      <a:pt x="875" y="670"/>
                    </a:lnTo>
                    <a:lnTo>
                      <a:pt x="911" y="626"/>
                    </a:lnTo>
                    <a:lnTo>
                      <a:pt x="911" y="563"/>
                    </a:lnTo>
                    <a:lnTo>
                      <a:pt x="884" y="536"/>
                    </a:lnTo>
                    <a:lnTo>
                      <a:pt x="509" y="277"/>
                    </a:lnTo>
                    <a:lnTo>
                      <a:pt x="134" y="19"/>
                    </a:lnTo>
                    <a:lnTo>
                      <a:pt x="10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3303;p33">
                <a:extLst>
                  <a:ext uri="{FF2B5EF4-FFF2-40B4-BE49-F238E27FC236}">
                    <a16:creationId xmlns:a16="http://schemas.microsoft.com/office/drawing/2014/main" id="{7DB3DA06-34FF-4397-AEB7-5D2AFFE617A3}"/>
                  </a:ext>
                </a:extLst>
              </p:cNvPr>
              <p:cNvSpPr/>
              <p:nvPr/>
            </p:nvSpPr>
            <p:spPr>
              <a:xfrm>
                <a:off x="2908078" y="1960182"/>
                <a:ext cx="352362" cy="246797"/>
              </a:xfrm>
              <a:custGeom>
                <a:avLst/>
                <a:gdLst/>
                <a:ahLst/>
                <a:cxnLst/>
                <a:rect l="l" t="t" r="r" b="b"/>
                <a:pathLst>
                  <a:path w="6836" h="4788" extrusionOk="0">
                    <a:moveTo>
                      <a:pt x="1894" y="1"/>
                    </a:moveTo>
                    <a:lnTo>
                      <a:pt x="1632" y="215"/>
                    </a:lnTo>
                    <a:lnTo>
                      <a:pt x="1477" y="346"/>
                    </a:lnTo>
                    <a:lnTo>
                      <a:pt x="1227" y="655"/>
                    </a:lnTo>
                    <a:lnTo>
                      <a:pt x="1120" y="834"/>
                    </a:lnTo>
                    <a:lnTo>
                      <a:pt x="417" y="572"/>
                    </a:lnTo>
                    <a:lnTo>
                      <a:pt x="1" y="1763"/>
                    </a:lnTo>
                    <a:lnTo>
                      <a:pt x="798" y="2048"/>
                    </a:lnTo>
                    <a:lnTo>
                      <a:pt x="798" y="2310"/>
                    </a:lnTo>
                    <a:lnTo>
                      <a:pt x="929" y="2787"/>
                    </a:lnTo>
                    <a:lnTo>
                      <a:pt x="1203" y="3180"/>
                    </a:lnTo>
                    <a:lnTo>
                      <a:pt x="1584" y="3489"/>
                    </a:lnTo>
                    <a:lnTo>
                      <a:pt x="1822" y="3584"/>
                    </a:lnTo>
                    <a:lnTo>
                      <a:pt x="1989" y="3644"/>
                    </a:lnTo>
                    <a:lnTo>
                      <a:pt x="2299" y="3680"/>
                    </a:lnTo>
                    <a:lnTo>
                      <a:pt x="2584" y="3656"/>
                    </a:lnTo>
                    <a:lnTo>
                      <a:pt x="2858" y="3573"/>
                    </a:lnTo>
                    <a:lnTo>
                      <a:pt x="3227" y="3370"/>
                    </a:lnTo>
                    <a:lnTo>
                      <a:pt x="3668" y="2977"/>
                    </a:lnTo>
                    <a:lnTo>
                      <a:pt x="3858" y="2763"/>
                    </a:lnTo>
                    <a:lnTo>
                      <a:pt x="4001" y="2608"/>
                    </a:lnTo>
                    <a:lnTo>
                      <a:pt x="4216" y="2430"/>
                    </a:lnTo>
                    <a:lnTo>
                      <a:pt x="4442" y="2370"/>
                    </a:lnTo>
                    <a:lnTo>
                      <a:pt x="4513" y="2394"/>
                    </a:lnTo>
                    <a:lnTo>
                      <a:pt x="4585" y="2430"/>
                    </a:lnTo>
                    <a:lnTo>
                      <a:pt x="4668" y="2537"/>
                    </a:lnTo>
                    <a:lnTo>
                      <a:pt x="4692" y="2763"/>
                    </a:lnTo>
                    <a:lnTo>
                      <a:pt x="4644" y="2930"/>
                    </a:lnTo>
                    <a:lnTo>
                      <a:pt x="4573" y="3132"/>
                    </a:lnTo>
                    <a:lnTo>
                      <a:pt x="4311" y="3489"/>
                    </a:lnTo>
                    <a:lnTo>
                      <a:pt x="4144" y="3632"/>
                    </a:lnTo>
                    <a:lnTo>
                      <a:pt x="3727" y="3942"/>
                    </a:lnTo>
                    <a:lnTo>
                      <a:pt x="4763" y="4787"/>
                    </a:lnTo>
                    <a:lnTo>
                      <a:pt x="5025" y="4608"/>
                    </a:lnTo>
                    <a:lnTo>
                      <a:pt x="5204" y="4466"/>
                    </a:lnTo>
                    <a:lnTo>
                      <a:pt x="5537" y="4073"/>
                    </a:lnTo>
                    <a:lnTo>
                      <a:pt x="5680" y="3834"/>
                    </a:lnTo>
                    <a:lnTo>
                      <a:pt x="6406" y="4085"/>
                    </a:lnTo>
                    <a:lnTo>
                      <a:pt x="6835" y="2906"/>
                    </a:lnTo>
                    <a:lnTo>
                      <a:pt x="6037" y="2620"/>
                    </a:lnTo>
                    <a:lnTo>
                      <a:pt x="6025" y="2346"/>
                    </a:lnTo>
                    <a:lnTo>
                      <a:pt x="5883" y="1846"/>
                    </a:lnTo>
                    <a:lnTo>
                      <a:pt x="5609" y="1417"/>
                    </a:lnTo>
                    <a:lnTo>
                      <a:pt x="5204" y="1108"/>
                    </a:lnTo>
                    <a:lnTo>
                      <a:pt x="4966" y="1013"/>
                    </a:lnTo>
                    <a:lnTo>
                      <a:pt x="4775" y="953"/>
                    </a:lnTo>
                    <a:lnTo>
                      <a:pt x="4442" y="905"/>
                    </a:lnTo>
                    <a:lnTo>
                      <a:pt x="4132" y="917"/>
                    </a:lnTo>
                    <a:lnTo>
                      <a:pt x="3858" y="1001"/>
                    </a:lnTo>
                    <a:lnTo>
                      <a:pt x="3466" y="1203"/>
                    </a:lnTo>
                    <a:lnTo>
                      <a:pt x="3037" y="1560"/>
                    </a:lnTo>
                    <a:lnTo>
                      <a:pt x="2858" y="1739"/>
                    </a:lnTo>
                    <a:lnTo>
                      <a:pt x="2549" y="2060"/>
                    </a:lnTo>
                    <a:lnTo>
                      <a:pt x="2275" y="2227"/>
                    </a:lnTo>
                    <a:lnTo>
                      <a:pt x="2203" y="2203"/>
                    </a:lnTo>
                    <a:lnTo>
                      <a:pt x="2144" y="2168"/>
                    </a:lnTo>
                    <a:lnTo>
                      <a:pt x="2084" y="2084"/>
                    </a:lnTo>
                    <a:lnTo>
                      <a:pt x="2084" y="1894"/>
                    </a:lnTo>
                    <a:lnTo>
                      <a:pt x="2120" y="1787"/>
                    </a:lnTo>
                    <a:lnTo>
                      <a:pt x="2227" y="1536"/>
                    </a:lnTo>
                    <a:lnTo>
                      <a:pt x="2465" y="1251"/>
                    </a:lnTo>
                    <a:lnTo>
                      <a:pt x="2549" y="1167"/>
                    </a:lnTo>
                    <a:lnTo>
                      <a:pt x="2906" y="858"/>
                    </a:lnTo>
                    <a:lnTo>
                      <a:pt x="189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Google Shape;3304;p33">
              <a:extLst>
                <a:ext uri="{FF2B5EF4-FFF2-40B4-BE49-F238E27FC236}">
                  <a16:creationId xmlns:a16="http://schemas.microsoft.com/office/drawing/2014/main" id="{A0D82F3B-62E2-49FA-8B48-A4C6CCAEC086}"/>
                </a:ext>
              </a:extLst>
            </p:cNvPr>
            <p:cNvSpPr/>
            <p:nvPr/>
          </p:nvSpPr>
          <p:spPr>
            <a:xfrm>
              <a:off x="3303694" y="2982181"/>
              <a:ext cx="669312" cy="839153"/>
            </a:xfrm>
            <a:custGeom>
              <a:avLst/>
              <a:gdLst/>
              <a:ahLst/>
              <a:cxnLst/>
              <a:rect l="l" t="t" r="r" b="b"/>
              <a:pathLst>
                <a:path w="12985" h="16280" extrusionOk="0">
                  <a:moveTo>
                    <a:pt x="2179" y="1"/>
                  </a:moveTo>
                  <a:lnTo>
                    <a:pt x="1804" y="45"/>
                  </a:lnTo>
                  <a:lnTo>
                    <a:pt x="1447" y="134"/>
                  </a:lnTo>
                  <a:lnTo>
                    <a:pt x="1107" y="277"/>
                  </a:lnTo>
                  <a:lnTo>
                    <a:pt x="947" y="367"/>
                  </a:lnTo>
                  <a:lnTo>
                    <a:pt x="786" y="465"/>
                  </a:lnTo>
                  <a:lnTo>
                    <a:pt x="500" y="706"/>
                  </a:lnTo>
                  <a:lnTo>
                    <a:pt x="375" y="849"/>
                  </a:lnTo>
                  <a:lnTo>
                    <a:pt x="286" y="983"/>
                  </a:lnTo>
                  <a:lnTo>
                    <a:pt x="143" y="1251"/>
                  </a:lnTo>
                  <a:lnTo>
                    <a:pt x="45" y="1545"/>
                  </a:lnTo>
                  <a:lnTo>
                    <a:pt x="0" y="1858"/>
                  </a:lnTo>
                  <a:lnTo>
                    <a:pt x="0" y="2331"/>
                  </a:lnTo>
                  <a:lnTo>
                    <a:pt x="143" y="2965"/>
                  </a:lnTo>
                  <a:lnTo>
                    <a:pt x="268" y="3260"/>
                  </a:lnTo>
                  <a:lnTo>
                    <a:pt x="402" y="3537"/>
                  </a:lnTo>
                  <a:lnTo>
                    <a:pt x="750" y="4064"/>
                  </a:lnTo>
                  <a:lnTo>
                    <a:pt x="1348" y="4805"/>
                  </a:lnTo>
                  <a:lnTo>
                    <a:pt x="1768" y="5278"/>
                  </a:lnTo>
                  <a:lnTo>
                    <a:pt x="1974" y="5528"/>
                  </a:lnTo>
                  <a:lnTo>
                    <a:pt x="2358" y="6037"/>
                  </a:lnTo>
                  <a:lnTo>
                    <a:pt x="2679" y="6582"/>
                  </a:lnTo>
                  <a:lnTo>
                    <a:pt x="2902" y="7171"/>
                  </a:lnTo>
                  <a:lnTo>
                    <a:pt x="2965" y="7475"/>
                  </a:lnTo>
                  <a:lnTo>
                    <a:pt x="2992" y="7725"/>
                  </a:lnTo>
                  <a:lnTo>
                    <a:pt x="2992" y="8225"/>
                  </a:lnTo>
                  <a:lnTo>
                    <a:pt x="2920" y="8966"/>
                  </a:lnTo>
                  <a:lnTo>
                    <a:pt x="2867" y="9466"/>
                  </a:lnTo>
                  <a:lnTo>
                    <a:pt x="2858" y="9716"/>
                  </a:lnTo>
                  <a:lnTo>
                    <a:pt x="2875" y="10225"/>
                  </a:lnTo>
                  <a:lnTo>
                    <a:pt x="2992" y="10716"/>
                  </a:lnTo>
                  <a:lnTo>
                    <a:pt x="3206" y="11154"/>
                  </a:lnTo>
                  <a:lnTo>
                    <a:pt x="3367" y="11342"/>
                  </a:lnTo>
                  <a:lnTo>
                    <a:pt x="3483" y="11458"/>
                  </a:lnTo>
                  <a:lnTo>
                    <a:pt x="3742" y="11627"/>
                  </a:lnTo>
                  <a:lnTo>
                    <a:pt x="4170" y="11815"/>
                  </a:lnTo>
                  <a:lnTo>
                    <a:pt x="5144" y="12002"/>
                  </a:lnTo>
                  <a:lnTo>
                    <a:pt x="5796" y="12118"/>
                  </a:lnTo>
                  <a:lnTo>
                    <a:pt x="5947" y="12163"/>
                  </a:lnTo>
                  <a:lnTo>
                    <a:pt x="6242" y="12288"/>
                  </a:lnTo>
                  <a:lnTo>
                    <a:pt x="6358" y="12386"/>
                  </a:lnTo>
                  <a:lnTo>
                    <a:pt x="6430" y="12476"/>
                  </a:lnTo>
                  <a:lnTo>
                    <a:pt x="6537" y="12699"/>
                  </a:lnTo>
                  <a:lnTo>
                    <a:pt x="6581" y="12806"/>
                  </a:lnTo>
                  <a:lnTo>
                    <a:pt x="6814" y="13583"/>
                  </a:lnTo>
                  <a:lnTo>
                    <a:pt x="7073" y="14342"/>
                  </a:lnTo>
                  <a:lnTo>
                    <a:pt x="7153" y="14530"/>
                  </a:lnTo>
                  <a:lnTo>
                    <a:pt x="7349" y="14887"/>
                  </a:lnTo>
                  <a:lnTo>
                    <a:pt x="7590" y="15208"/>
                  </a:lnTo>
                  <a:lnTo>
                    <a:pt x="7885" y="15476"/>
                  </a:lnTo>
                  <a:lnTo>
                    <a:pt x="8055" y="15592"/>
                  </a:lnTo>
                  <a:lnTo>
                    <a:pt x="8242" y="15690"/>
                  </a:lnTo>
                  <a:lnTo>
                    <a:pt x="8635" y="15815"/>
                  </a:lnTo>
                  <a:lnTo>
                    <a:pt x="9064" y="15869"/>
                  </a:lnTo>
                  <a:lnTo>
                    <a:pt x="9493" y="15869"/>
                  </a:lnTo>
                  <a:lnTo>
                    <a:pt x="9698" y="15851"/>
                  </a:lnTo>
                  <a:lnTo>
                    <a:pt x="10127" y="15815"/>
                  </a:lnTo>
                  <a:lnTo>
                    <a:pt x="10761" y="15753"/>
                  </a:lnTo>
                  <a:lnTo>
                    <a:pt x="11180" y="15753"/>
                  </a:lnTo>
                  <a:lnTo>
                    <a:pt x="11395" y="15771"/>
                  </a:lnTo>
                  <a:lnTo>
                    <a:pt x="11546" y="15798"/>
                  </a:lnTo>
                  <a:lnTo>
                    <a:pt x="11859" y="15878"/>
                  </a:lnTo>
                  <a:lnTo>
                    <a:pt x="12154" y="16003"/>
                  </a:lnTo>
                  <a:lnTo>
                    <a:pt x="12413" y="16173"/>
                  </a:lnTo>
                  <a:lnTo>
                    <a:pt x="12529" y="16280"/>
                  </a:lnTo>
                  <a:lnTo>
                    <a:pt x="12547" y="16262"/>
                  </a:lnTo>
                  <a:lnTo>
                    <a:pt x="12431" y="16119"/>
                  </a:lnTo>
                  <a:lnTo>
                    <a:pt x="12359" y="15949"/>
                  </a:lnTo>
                  <a:lnTo>
                    <a:pt x="12198" y="15556"/>
                  </a:lnTo>
                  <a:lnTo>
                    <a:pt x="12029" y="14949"/>
                  </a:lnTo>
                  <a:lnTo>
                    <a:pt x="11975" y="14538"/>
                  </a:lnTo>
                  <a:lnTo>
                    <a:pt x="11984" y="14324"/>
                  </a:lnTo>
                  <a:lnTo>
                    <a:pt x="12002" y="14083"/>
                  </a:lnTo>
                  <a:lnTo>
                    <a:pt x="12127" y="13619"/>
                  </a:lnTo>
                  <a:lnTo>
                    <a:pt x="12395" y="12940"/>
                  </a:lnTo>
                  <a:lnTo>
                    <a:pt x="12573" y="12494"/>
                  </a:lnTo>
                  <a:lnTo>
                    <a:pt x="12725" y="12074"/>
                  </a:lnTo>
                  <a:lnTo>
                    <a:pt x="12922" y="11208"/>
                  </a:lnTo>
                  <a:lnTo>
                    <a:pt x="12975" y="10761"/>
                  </a:lnTo>
                  <a:lnTo>
                    <a:pt x="12984" y="10565"/>
                  </a:lnTo>
                  <a:lnTo>
                    <a:pt x="12957" y="10172"/>
                  </a:lnTo>
                  <a:lnTo>
                    <a:pt x="12904" y="9984"/>
                  </a:lnTo>
                  <a:lnTo>
                    <a:pt x="12832" y="9841"/>
                  </a:lnTo>
                  <a:lnTo>
                    <a:pt x="12654" y="9609"/>
                  </a:lnTo>
                  <a:lnTo>
                    <a:pt x="12288" y="9323"/>
                  </a:lnTo>
                  <a:lnTo>
                    <a:pt x="11698" y="9029"/>
                  </a:lnTo>
                  <a:lnTo>
                    <a:pt x="11261" y="8797"/>
                  </a:lnTo>
                  <a:lnTo>
                    <a:pt x="10993" y="8609"/>
                  </a:lnTo>
                  <a:lnTo>
                    <a:pt x="10877" y="8502"/>
                  </a:lnTo>
                  <a:lnTo>
                    <a:pt x="10743" y="8341"/>
                  </a:lnTo>
                  <a:lnTo>
                    <a:pt x="10537" y="7984"/>
                  </a:lnTo>
                  <a:lnTo>
                    <a:pt x="10412" y="7582"/>
                  </a:lnTo>
                  <a:lnTo>
                    <a:pt x="10350" y="7162"/>
                  </a:lnTo>
                  <a:lnTo>
                    <a:pt x="10287" y="6493"/>
                  </a:lnTo>
                  <a:lnTo>
                    <a:pt x="10207" y="5832"/>
                  </a:lnTo>
                  <a:lnTo>
                    <a:pt x="10109" y="5403"/>
                  </a:lnTo>
                  <a:lnTo>
                    <a:pt x="10028" y="5198"/>
                  </a:lnTo>
                  <a:lnTo>
                    <a:pt x="9912" y="4966"/>
                  </a:lnTo>
                  <a:lnTo>
                    <a:pt x="9573" y="4555"/>
                  </a:lnTo>
                  <a:lnTo>
                    <a:pt x="9153" y="4233"/>
                  </a:lnTo>
                  <a:lnTo>
                    <a:pt x="8662" y="4028"/>
                  </a:lnTo>
                  <a:lnTo>
                    <a:pt x="8403" y="3983"/>
                  </a:lnTo>
                  <a:lnTo>
                    <a:pt x="8135" y="3956"/>
                  </a:lnTo>
                  <a:lnTo>
                    <a:pt x="7617" y="3948"/>
                  </a:lnTo>
                  <a:lnTo>
                    <a:pt x="7358" y="3921"/>
                  </a:lnTo>
                  <a:lnTo>
                    <a:pt x="7198" y="3894"/>
                  </a:lnTo>
                  <a:lnTo>
                    <a:pt x="6903" y="3787"/>
                  </a:lnTo>
                  <a:lnTo>
                    <a:pt x="6483" y="3564"/>
                  </a:lnTo>
                  <a:lnTo>
                    <a:pt x="6001" y="3144"/>
                  </a:lnTo>
                  <a:lnTo>
                    <a:pt x="5581" y="2653"/>
                  </a:lnTo>
                  <a:lnTo>
                    <a:pt x="5394" y="2385"/>
                  </a:lnTo>
                  <a:lnTo>
                    <a:pt x="5037" y="1849"/>
                  </a:lnTo>
                  <a:lnTo>
                    <a:pt x="4465" y="1072"/>
                  </a:lnTo>
                  <a:lnTo>
                    <a:pt x="4019" y="617"/>
                  </a:lnTo>
                  <a:lnTo>
                    <a:pt x="3760" y="429"/>
                  </a:lnTo>
                  <a:lnTo>
                    <a:pt x="3599" y="331"/>
                  </a:lnTo>
                  <a:lnTo>
                    <a:pt x="3268" y="179"/>
                  </a:lnTo>
                  <a:lnTo>
                    <a:pt x="2911" y="72"/>
                  </a:lnTo>
                  <a:lnTo>
                    <a:pt x="2545" y="9"/>
                  </a:lnTo>
                  <a:lnTo>
                    <a:pt x="2179"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305;p33">
              <a:extLst>
                <a:ext uri="{FF2B5EF4-FFF2-40B4-BE49-F238E27FC236}">
                  <a16:creationId xmlns:a16="http://schemas.microsoft.com/office/drawing/2014/main" id="{876647DD-378A-4125-872F-6B2BF2EF8074}"/>
                </a:ext>
              </a:extLst>
            </p:cNvPr>
            <p:cNvSpPr/>
            <p:nvPr/>
          </p:nvSpPr>
          <p:spPr>
            <a:xfrm>
              <a:off x="3367660" y="3042024"/>
              <a:ext cx="583232" cy="763227"/>
            </a:xfrm>
            <a:custGeom>
              <a:avLst/>
              <a:gdLst/>
              <a:ahLst/>
              <a:cxnLst/>
              <a:rect l="l" t="t" r="r" b="b"/>
              <a:pathLst>
                <a:path w="11315" h="14807" extrusionOk="0">
                  <a:moveTo>
                    <a:pt x="99" y="0"/>
                  </a:moveTo>
                  <a:lnTo>
                    <a:pt x="36" y="9"/>
                  </a:lnTo>
                  <a:lnTo>
                    <a:pt x="0" y="54"/>
                  </a:lnTo>
                  <a:lnTo>
                    <a:pt x="9" y="116"/>
                  </a:lnTo>
                  <a:lnTo>
                    <a:pt x="27" y="134"/>
                  </a:lnTo>
                  <a:lnTo>
                    <a:pt x="411" y="447"/>
                  </a:lnTo>
                  <a:lnTo>
                    <a:pt x="1152" y="1117"/>
                  </a:lnTo>
                  <a:lnTo>
                    <a:pt x="1840" y="1831"/>
                  </a:lnTo>
                  <a:lnTo>
                    <a:pt x="2492" y="2572"/>
                  </a:lnTo>
                  <a:lnTo>
                    <a:pt x="2804" y="2965"/>
                  </a:lnTo>
                  <a:lnTo>
                    <a:pt x="3563" y="3939"/>
                  </a:lnTo>
                  <a:lnTo>
                    <a:pt x="4287" y="4957"/>
                  </a:lnTo>
                  <a:lnTo>
                    <a:pt x="3438" y="4671"/>
                  </a:lnTo>
                  <a:lnTo>
                    <a:pt x="1697" y="4233"/>
                  </a:lnTo>
                  <a:lnTo>
                    <a:pt x="813" y="4072"/>
                  </a:lnTo>
                  <a:lnTo>
                    <a:pt x="786" y="4072"/>
                  </a:lnTo>
                  <a:lnTo>
                    <a:pt x="741" y="4108"/>
                  </a:lnTo>
                  <a:lnTo>
                    <a:pt x="733" y="4171"/>
                  </a:lnTo>
                  <a:lnTo>
                    <a:pt x="759" y="4215"/>
                  </a:lnTo>
                  <a:lnTo>
                    <a:pt x="795" y="4224"/>
                  </a:lnTo>
                  <a:lnTo>
                    <a:pt x="1259" y="4305"/>
                  </a:lnTo>
                  <a:lnTo>
                    <a:pt x="2179" y="4501"/>
                  </a:lnTo>
                  <a:lnTo>
                    <a:pt x="3090" y="4733"/>
                  </a:lnTo>
                  <a:lnTo>
                    <a:pt x="3992" y="5010"/>
                  </a:lnTo>
                  <a:lnTo>
                    <a:pt x="4438" y="5171"/>
                  </a:lnTo>
                  <a:lnTo>
                    <a:pt x="5671" y="6993"/>
                  </a:lnTo>
                  <a:lnTo>
                    <a:pt x="6885" y="8832"/>
                  </a:lnTo>
                  <a:lnTo>
                    <a:pt x="7019" y="9029"/>
                  </a:lnTo>
                  <a:lnTo>
                    <a:pt x="7144" y="9225"/>
                  </a:lnTo>
                  <a:lnTo>
                    <a:pt x="6608" y="9002"/>
                  </a:lnTo>
                  <a:lnTo>
                    <a:pt x="5519" y="8600"/>
                  </a:lnTo>
                  <a:lnTo>
                    <a:pt x="4412" y="8252"/>
                  </a:lnTo>
                  <a:lnTo>
                    <a:pt x="3287" y="7957"/>
                  </a:lnTo>
                  <a:lnTo>
                    <a:pt x="2715" y="7841"/>
                  </a:lnTo>
                  <a:lnTo>
                    <a:pt x="2679" y="7841"/>
                  </a:lnTo>
                  <a:lnTo>
                    <a:pt x="2635" y="7868"/>
                  </a:lnTo>
                  <a:lnTo>
                    <a:pt x="2626" y="7930"/>
                  </a:lnTo>
                  <a:lnTo>
                    <a:pt x="2652" y="7975"/>
                  </a:lnTo>
                  <a:lnTo>
                    <a:pt x="2688" y="7993"/>
                  </a:lnTo>
                  <a:lnTo>
                    <a:pt x="3287" y="8118"/>
                  </a:lnTo>
                  <a:lnTo>
                    <a:pt x="4456" y="8421"/>
                  </a:lnTo>
                  <a:lnTo>
                    <a:pt x="5608" y="8787"/>
                  </a:lnTo>
                  <a:lnTo>
                    <a:pt x="6742" y="9216"/>
                  </a:lnTo>
                  <a:lnTo>
                    <a:pt x="7305" y="9457"/>
                  </a:lnTo>
                  <a:lnTo>
                    <a:pt x="9073" y="12100"/>
                  </a:lnTo>
                  <a:lnTo>
                    <a:pt x="9475" y="12717"/>
                  </a:lnTo>
                  <a:lnTo>
                    <a:pt x="9886" y="13333"/>
                  </a:lnTo>
                  <a:lnTo>
                    <a:pt x="8832" y="12931"/>
                  </a:lnTo>
                  <a:lnTo>
                    <a:pt x="7234" y="12377"/>
                  </a:lnTo>
                  <a:lnTo>
                    <a:pt x="6153" y="12065"/>
                  </a:lnTo>
                  <a:lnTo>
                    <a:pt x="5599" y="11940"/>
                  </a:lnTo>
                  <a:lnTo>
                    <a:pt x="5573" y="11940"/>
                  </a:lnTo>
                  <a:lnTo>
                    <a:pt x="5528" y="11967"/>
                  </a:lnTo>
                  <a:lnTo>
                    <a:pt x="5519" y="12029"/>
                  </a:lnTo>
                  <a:lnTo>
                    <a:pt x="5546" y="12074"/>
                  </a:lnTo>
                  <a:lnTo>
                    <a:pt x="5582" y="12092"/>
                  </a:lnTo>
                  <a:lnTo>
                    <a:pt x="6135" y="12217"/>
                  </a:lnTo>
                  <a:lnTo>
                    <a:pt x="7234" y="12538"/>
                  </a:lnTo>
                  <a:lnTo>
                    <a:pt x="8850" y="13101"/>
                  </a:lnTo>
                  <a:lnTo>
                    <a:pt x="9921" y="13511"/>
                  </a:lnTo>
                  <a:lnTo>
                    <a:pt x="9966" y="13520"/>
                  </a:lnTo>
                  <a:lnTo>
                    <a:pt x="10002" y="13502"/>
                  </a:lnTo>
                  <a:lnTo>
                    <a:pt x="10261" y="13860"/>
                  </a:lnTo>
                  <a:lnTo>
                    <a:pt x="10698" y="14360"/>
                  </a:lnTo>
                  <a:lnTo>
                    <a:pt x="11020" y="14654"/>
                  </a:lnTo>
                  <a:lnTo>
                    <a:pt x="11190" y="14797"/>
                  </a:lnTo>
                  <a:lnTo>
                    <a:pt x="11225" y="14806"/>
                  </a:lnTo>
                  <a:lnTo>
                    <a:pt x="11279" y="14797"/>
                  </a:lnTo>
                  <a:lnTo>
                    <a:pt x="11315" y="14753"/>
                  </a:lnTo>
                  <a:lnTo>
                    <a:pt x="11315" y="14699"/>
                  </a:lnTo>
                  <a:lnTo>
                    <a:pt x="11288" y="14672"/>
                  </a:lnTo>
                  <a:lnTo>
                    <a:pt x="11118" y="14538"/>
                  </a:lnTo>
                  <a:lnTo>
                    <a:pt x="10797" y="14235"/>
                  </a:lnTo>
                  <a:lnTo>
                    <a:pt x="10368" y="13735"/>
                  </a:lnTo>
                  <a:lnTo>
                    <a:pt x="10109" y="13369"/>
                  </a:lnTo>
                  <a:lnTo>
                    <a:pt x="10341" y="12601"/>
                  </a:lnTo>
                  <a:lnTo>
                    <a:pt x="10734" y="11038"/>
                  </a:lnTo>
                  <a:lnTo>
                    <a:pt x="10895" y="10252"/>
                  </a:lnTo>
                  <a:lnTo>
                    <a:pt x="10895" y="10216"/>
                  </a:lnTo>
                  <a:lnTo>
                    <a:pt x="10859" y="10172"/>
                  </a:lnTo>
                  <a:lnTo>
                    <a:pt x="10806" y="10163"/>
                  </a:lnTo>
                  <a:lnTo>
                    <a:pt x="10752" y="10198"/>
                  </a:lnTo>
                  <a:lnTo>
                    <a:pt x="10743" y="10225"/>
                  </a:lnTo>
                  <a:lnTo>
                    <a:pt x="10591" y="10984"/>
                  </a:lnTo>
                  <a:lnTo>
                    <a:pt x="10225" y="12476"/>
                  </a:lnTo>
                  <a:lnTo>
                    <a:pt x="10002" y="13208"/>
                  </a:lnTo>
                  <a:lnTo>
                    <a:pt x="9975" y="13163"/>
                  </a:lnTo>
                  <a:lnTo>
                    <a:pt x="9939" y="13118"/>
                  </a:lnTo>
                  <a:lnTo>
                    <a:pt x="9332" y="12217"/>
                  </a:lnTo>
                  <a:lnTo>
                    <a:pt x="8734" y="11315"/>
                  </a:lnTo>
                  <a:lnTo>
                    <a:pt x="8127" y="10404"/>
                  </a:lnTo>
                  <a:lnTo>
                    <a:pt x="7519" y="9493"/>
                  </a:lnTo>
                  <a:lnTo>
                    <a:pt x="7528" y="9475"/>
                  </a:lnTo>
                  <a:lnTo>
                    <a:pt x="7537" y="9448"/>
                  </a:lnTo>
                  <a:lnTo>
                    <a:pt x="7546" y="9439"/>
                  </a:lnTo>
                  <a:lnTo>
                    <a:pt x="7555" y="9413"/>
                  </a:lnTo>
                  <a:lnTo>
                    <a:pt x="7698" y="8457"/>
                  </a:lnTo>
                  <a:lnTo>
                    <a:pt x="7912" y="6528"/>
                  </a:lnTo>
                  <a:lnTo>
                    <a:pt x="7984" y="5564"/>
                  </a:lnTo>
                  <a:lnTo>
                    <a:pt x="7984" y="5528"/>
                  </a:lnTo>
                  <a:lnTo>
                    <a:pt x="7939" y="5483"/>
                  </a:lnTo>
                  <a:lnTo>
                    <a:pt x="7885" y="5474"/>
                  </a:lnTo>
                  <a:lnTo>
                    <a:pt x="7841" y="5510"/>
                  </a:lnTo>
                  <a:lnTo>
                    <a:pt x="7832" y="5537"/>
                  </a:lnTo>
                  <a:lnTo>
                    <a:pt x="7760" y="6492"/>
                  </a:lnTo>
                  <a:lnTo>
                    <a:pt x="7555" y="8386"/>
                  </a:lnTo>
                  <a:lnTo>
                    <a:pt x="7412" y="9332"/>
                  </a:lnTo>
                  <a:lnTo>
                    <a:pt x="6037" y="7278"/>
                  </a:lnTo>
                  <a:lnTo>
                    <a:pt x="4653" y="5233"/>
                  </a:lnTo>
                  <a:lnTo>
                    <a:pt x="4697" y="5207"/>
                  </a:lnTo>
                  <a:lnTo>
                    <a:pt x="4715" y="5117"/>
                  </a:lnTo>
                  <a:lnTo>
                    <a:pt x="4671" y="5090"/>
                  </a:lnTo>
                  <a:lnTo>
                    <a:pt x="4662" y="5082"/>
                  </a:lnTo>
                  <a:lnTo>
                    <a:pt x="4644" y="5082"/>
                  </a:lnTo>
                  <a:lnTo>
                    <a:pt x="4653" y="5073"/>
                  </a:lnTo>
                  <a:lnTo>
                    <a:pt x="4653" y="5064"/>
                  </a:lnTo>
                  <a:lnTo>
                    <a:pt x="4680" y="4706"/>
                  </a:lnTo>
                  <a:lnTo>
                    <a:pt x="4706" y="4001"/>
                  </a:lnTo>
                  <a:lnTo>
                    <a:pt x="4680" y="3296"/>
                  </a:lnTo>
                  <a:lnTo>
                    <a:pt x="4608" y="2599"/>
                  </a:lnTo>
                  <a:lnTo>
                    <a:pt x="4546" y="2251"/>
                  </a:lnTo>
                  <a:lnTo>
                    <a:pt x="4537" y="2215"/>
                  </a:lnTo>
                  <a:lnTo>
                    <a:pt x="4492" y="2179"/>
                  </a:lnTo>
                  <a:lnTo>
                    <a:pt x="4430" y="2188"/>
                  </a:lnTo>
                  <a:lnTo>
                    <a:pt x="4394" y="2233"/>
                  </a:lnTo>
                  <a:lnTo>
                    <a:pt x="4394" y="2269"/>
                  </a:lnTo>
                  <a:lnTo>
                    <a:pt x="4447" y="2608"/>
                  </a:lnTo>
                  <a:lnTo>
                    <a:pt x="4528" y="3296"/>
                  </a:lnTo>
                  <a:lnTo>
                    <a:pt x="4555" y="3983"/>
                  </a:lnTo>
                  <a:lnTo>
                    <a:pt x="4537" y="4671"/>
                  </a:lnTo>
                  <a:lnTo>
                    <a:pt x="4501" y="5019"/>
                  </a:lnTo>
                  <a:lnTo>
                    <a:pt x="4028" y="4331"/>
                  </a:lnTo>
                  <a:lnTo>
                    <a:pt x="3028" y="2992"/>
                  </a:lnTo>
                  <a:lnTo>
                    <a:pt x="1956" y="1724"/>
                  </a:lnTo>
                  <a:lnTo>
                    <a:pt x="1072" y="840"/>
                  </a:lnTo>
                  <a:lnTo>
                    <a:pt x="456" y="286"/>
                  </a:lnTo>
                  <a:lnTo>
                    <a:pt x="125" y="18"/>
                  </a:lnTo>
                  <a:lnTo>
                    <a:pt x="99" y="0"/>
                  </a:lnTo>
                  <a:close/>
                </a:path>
              </a:pathLst>
            </a:custGeom>
            <a:solidFill>
              <a:srgbClr val="8AED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306;p33">
              <a:extLst>
                <a:ext uri="{FF2B5EF4-FFF2-40B4-BE49-F238E27FC236}">
                  <a16:creationId xmlns:a16="http://schemas.microsoft.com/office/drawing/2014/main" id="{67C5ABCF-AA99-45F0-A455-CB1FC023C1C8}"/>
                </a:ext>
              </a:extLst>
            </p:cNvPr>
            <p:cNvSpPr/>
            <p:nvPr/>
          </p:nvSpPr>
          <p:spPr>
            <a:xfrm>
              <a:off x="3139784" y="3464581"/>
              <a:ext cx="733795" cy="394062"/>
            </a:xfrm>
            <a:custGeom>
              <a:avLst/>
              <a:gdLst/>
              <a:ahLst/>
              <a:cxnLst/>
              <a:rect l="l" t="t" r="r" b="b"/>
              <a:pathLst>
                <a:path w="14236" h="7645" extrusionOk="0">
                  <a:moveTo>
                    <a:pt x="4600" y="0"/>
                  </a:moveTo>
                  <a:lnTo>
                    <a:pt x="3859" y="36"/>
                  </a:lnTo>
                  <a:lnTo>
                    <a:pt x="3118" y="125"/>
                  </a:lnTo>
                  <a:lnTo>
                    <a:pt x="2394" y="277"/>
                  </a:lnTo>
                  <a:lnTo>
                    <a:pt x="1680" y="491"/>
                  </a:lnTo>
                  <a:lnTo>
                    <a:pt x="983" y="750"/>
                  </a:lnTo>
                  <a:lnTo>
                    <a:pt x="322" y="1081"/>
                  </a:lnTo>
                  <a:lnTo>
                    <a:pt x="1" y="1259"/>
                  </a:lnTo>
                  <a:lnTo>
                    <a:pt x="10" y="1277"/>
                  </a:lnTo>
                  <a:lnTo>
                    <a:pt x="37" y="1563"/>
                  </a:lnTo>
                  <a:lnTo>
                    <a:pt x="233" y="2108"/>
                  </a:lnTo>
                  <a:lnTo>
                    <a:pt x="358" y="2358"/>
                  </a:lnTo>
                  <a:lnTo>
                    <a:pt x="599" y="2804"/>
                  </a:lnTo>
                  <a:lnTo>
                    <a:pt x="1162" y="3635"/>
                  </a:lnTo>
                  <a:lnTo>
                    <a:pt x="1805" y="4403"/>
                  </a:lnTo>
                  <a:lnTo>
                    <a:pt x="2528" y="5090"/>
                  </a:lnTo>
                  <a:lnTo>
                    <a:pt x="3323" y="5715"/>
                  </a:lnTo>
                  <a:lnTo>
                    <a:pt x="4180" y="6251"/>
                  </a:lnTo>
                  <a:lnTo>
                    <a:pt x="5082" y="6706"/>
                  </a:lnTo>
                  <a:lnTo>
                    <a:pt x="6020" y="7073"/>
                  </a:lnTo>
                  <a:lnTo>
                    <a:pt x="6502" y="7215"/>
                  </a:lnTo>
                  <a:lnTo>
                    <a:pt x="6975" y="7341"/>
                  </a:lnTo>
                  <a:lnTo>
                    <a:pt x="7940" y="7528"/>
                  </a:lnTo>
                  <a:lnTo>
                    <a:pt x="8913" y="7626"/>
                  </a:lnTo>
                  <a:lnTo>
                    <a:pt x="9895" y="7644"/>
                  </a:lnTo>
                  <a:lnTo>
                    <a:pt x="10878" y="7591"/>
                  </a:lnTo>
                  <a:lnTo>
                    <a:pt x="11851" y="7466"/>
                  </a:lnTo>
                  <a:lnTo>
                    <a:pt x="12815" y="7269"/>
                  </a:lnTo>
                  <a:lnTo>
                    <a:pt x="13762" y="7001"/>
                  </a:lnTo>
                  <a:lnTo>
                    <a:pt x="14235" y="6840"/>
                  </a:lnTo>
                  <a:lnTo>
                    <a:pt x="14217" y="6814"/>
                  </a:lnTo>
                  <a:lnTo>
                    <a:pt x="14066" y="6233"/>
                  </a:lnTo>
                  <a:lnTo>
                    <a:pt x="13869" y="5671"/>
                  </a:lnTo>
                  <a:lnTo>
                    <a:pt x="13771" y="5421"/>
                  </a:lnTo>
                  <a:lnTo>
                    <a:pt x="13539" y="4947"/>
                  </a:lnTo>
                  <a:lnTo>
                    <a:pt x="13119" y="4269"/>
                  </a:lnTo>
                  <a:lnTo>
                    <a:pt x="12449" y="3438"/>
                  </a:lnTo>
                  <a:lnTo>
                    <a:pt x="11672" y="2697"/>
                  </a:lnTo>
                  <a:lnTo>
                    <a:pt x="11262" y="2358"/>
                  </a:lnTo>
                  <a:lnTo>
                    <a:pt x="10958" y="2134"/>
                  </a:lnTo>
                  <a:lnTo>
                    <a:pt x="10333" y="1706"/>
                  </a:lnTo>
                  <a:lnTo>
                    <a:pt x="9672" y="1313"/>
                  </a:lnTo>
                  <a:lnTo>
                    <a:pt x="8993" y="973"/>
                  </a:lnTo>
                  <a:lnTo>
                    <a:pt x="8288" y="679"/>
                  </a:lnTo>
                  <a:lnTo>
                    <a:pt x="7574" y="429"/>
                  </a:lnTo>
                  <a:lnTo>
                    <a:pt x="6841" y="241"/>
                  </a:lnTo>
                  <a:lnTo>
                    <a:pt x="6091" y="98"/>
                  </a:lnTo>
                  <a:lnTo>
                    <a:pt x="5716" y="54"/>
                  </a:lnTo>
                  <a:lnTo>
                    <a:pt x="5341" y="18"/>
                  </a:lnTo>
                  <a:lnTo>
                    <a:pt x="4600" y="0"/>
                  </a:lnTo>
                  <a:close/>
                </a:path>
              </a:pathLst>
            </a:custGeom>
            <a:solidFill>
              <a:srgbClr val="00D8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307;p33">
              <a:extLst>
                <a:ext uri="{FF2B5EF4-FFF2-40B4-BE49-F238E27FC236}">
                  <a16:creationId xmlns:a16="http://schemas.microsoft.com/office/drawing/2014/main" id="{B4CA6E2E-F04B-4DC7-8CDB-8553D1E1D0D9}"/>
                </a:ext>
              </a:extLst>
            </p:cNvPr>
            <p:cNvSpPr/>
            <p:nvPr/>
          </p:nvSpPr>
          <p:spPr>
            <a:xfrm>
              <a:off x="3141640" y="3511950"/>
              <a:ext cx="741578" cy="312157"/>
            </a:xfrm>
            <a:custGeom>
              <a:avLst/>
              <a:gdLst/>
              <a:ahLst/>
              <a:cxnLst/>
              <a:rect l="l" t="t" r="r" b="b"/>
              <a:pathLst>
                <a:path w="14387" h="6056" extrusionOk="0">
                  <a:moveTo>
                    <a:pt x="3082" y="1"/>
                  </a:moveTo>
                  <a:lnTo>
                    <a:pt x="3037" y="37"/>
                  </a:lnTo>
                  <a:lnTo>
                    <a:pt x="3019" y="99"/>
                  </a:lnTo>
                  <a:lnTo>
                    <a:pt x="3037" y="126"/>
                  </a:lnTo>
                  <a:lnTo>
                    <a:pt x="3769" y="1162"/>
                  </a:lnTo>
                  <a:lnTo>
                    <a:pt x="4492" y="2198"/>
                  </a:lnTo>
                  <a:lnTo>
                    <a:pt x="4492" y="2198"/>
                  </a:lnTo>
                  <a:lnTo>
                    <a:pt x="2296" y="1349"/>
                  </a:lnTo>
                  <a:lnTo>
                    <a:pt x="108" y="465"/>
                  </a:lnTo>
                  <a:lnTo>
                    <a:pt x="72" y="456"/>
                  </a:lnTo>
                  <a:lnTo>
                    <a:pt x="27" y="483"/>
                  </a:lnTo>
                  <a:lnTo>
                    <a:pt x="1" y="537"/>
                  </a:lnTo>
                  <a:lnTo>
                    <a:pt x="19" y="590"/>
                  </a:lnTo>
                  <a:lnTo>
                    <a:pt x="54" y="608"/>
                  </a:lnTo>
                  <a:lnTo>
                    <a:pt x="2242" y="1492"/>
                  </a:lnTo>
                  <a:lnTo>
                    <a:pt x="4448" y="2349"/>
                  </a:lnTo>
                  <a:lnTo>
                    <a:pt x="3305" y="2698"/>
                  </a:lnTo>
                  <a:lnTo>
                    <a:pt x="2171" y="3055"/>
                  </a:lnTo>
                  <a:lnTo>
                    <a:pt x="2135" y="3064"/>
                  </a:lnTo>
                  <a:lnTo>
                    <a:pt x="2117" y="3117"/>
                  </a:lnTo>
                  <a:lnTo>
                    <a:pt x="2135" y="3171"/>
                  </a:lnTo>
                  <a:lnTo>
                    <a:pt x="2189" y="3198"/>
                  </a:lnTo>
                  <a:lnTo>
                    <a:pt x="2224" y="3198"/>
                  </a:lnTo>
                  <a:lnTo>
                    <a:pt x="3457" y="2814"/>
                  </a:lnTo>
                  <a:lnTo>
                    <a:pt x="4680" y="2439"/>
                  </a:lnTo>
                  <a:lnTo>
                    <a:pt x="6537" y="3144"/>
                  </a:lnTo>
                  <a:lnTo>
                    <a:pt x="8395" y="3832"/>
                  </a:lnTo>
                  <a:lnTo>
                    <a:pt x="6689" y="4269"/>
                  </a:lnTo>
                  <a:lnTo>
                    <a:pt x="4966" y="4689"/>
                  </a:lnTo>
                  <a:lnTo>
                    <a:pt x="4939" y="4698"/>
                  </a:lnTo>
                  <a:lnTo>
                    <a:pt x="4903" y="4752"/>
                  </a:lnTo>
                  <a:lnTo>
                    <a:pt x="4912" y="4805"/>
                  </a:lnTo>
                  <a:lnTo>
                    <a:pt x="4957" y="4841"/>
                  </a:lnTo>
                  <a:lnTo>
                    <a:pt x="4993" y="4832"/>
                  </a:lnTo>
                  <a:lnTo>
                    <a:pt x="6823" y="4394"/>
                  </a:lnTo>
                  <a:lnTo>
                    <a:pt x="8645" y="3921"/>
                  </a:lnTo>
                  <a:lnTo>
                    <a:pt x="10493" y="4591"/>
                  </a:lnTo>
                  <a:lnTo>
                    <a:pt x="12351" y="5243"/>
                  </a:lnTo>
                  <a:lnTo>
                    <a:pt x="10493" y="5582"/>
                  </a:lnTo>
                  <a:lnTo>
                    <a:pt x="8627" y="5904"/>
                  </a:lnTo>
                  <a:lnTo>
                    <a:pt x="8591" y="5913"/>
                  </a:lnTo>
                  <a:lnTo>
                    <a:pt x="8565" y="5966"/>
                  </a:lnTo>
                  <a:lnTo>
                    <a:pt x="8565" y="6020"/>
                  </a:lnTo>
                  <a:lnTo>
                    <a:pt x="8609" y="6055"/>
                  </a:lnTo>
                  <a:lnTo>
                    <a:pt x="8645" y="6055"/>
                  </a:lnTo>
                  <a:lnTo>
                    <a:pt x="10645" y="5716"/>
                  </a:lnTo>
                  <a:lnTo>
                    <a:pt x="12646" y="5341"/>
                  </a:lnTo>
                  <a:lnTo>
                    <a:pt x="13467" y="5627"/>
                  </a:lnTo>
                  <a:lnTo>
                    <a:pt x="14280" y="5904"/>
                  </a:lnTo>
                  <a:lnTo>
                    <a:pt x="14315" y="5913"/>
                  </a:lnTo>
                  <a:lnTo>
                    <a:pt x="14369" y="5877"/>
                  </a:lnTo>
                  <a:lnTo>
                    <a:pt x="14387" y="5823"/>
                  </a:lnTo>
                  <a:lnTo>
                    <a:pt x="14369" y="5779"/>
                  </a:lnTo>
                  <a:lnTo>
                    <a:pt x="14342" y="5761"/>
                  </a:lnTo>
                  <a:lnTo>
                    <a:pt x="13521" y="5484"/>
                  </a:lnTo>
                  <a:lnTo>
                    <a:pt x="12708" y="5198"/>
                  </a:lnTo>
                  <a:lnTo>
                    <a:pt x="12708" y="5189"/>
                  </a:lnTo>
                  <a:lnTo>
                    <a:pt x="12699" y="5171"/>
                  </a:lnTo>
                  <a:lnTo>
                    <a:pt x="12262" y="4287"/>
                  </a:lnTo>
                  <a:lnTo>
                    <a:pt x="11583" y="2957"/>
                  </a:lnTo>
                  <a:lnTo>
                    <a:pt x="11092" y="2099"/>
                  </a:lnTo>
                  <a:lnTo>
                    <a:pt x="10815" y="1689"/>
                  </a:lnTo>
                  <a:lnTo>
                    <a:pt x="10788" y="1662"/>
                  </a:lnTo>
                  <a:lnTo>
                    <a:pt x="10734" y="1653"/>
                  </a:lnTo>
                  <a:lnTo>
                    <a:pt x="10690" y="1689"/>
                  </a:lnTo>
                  <a:lnTo>
                    <a:pt x="10681" y="1751"/>
                  </a:lnTo>
                  <a:lnTo>
                    <a:pt x="10690" y="1778"/>
                  </a:lnTo>
                  <a:lnTo>
                    <a:pt x="10958" y="2180"/>
                  </a:lnTo>
                  <a:lnTo>
                    <a:pt x="11431" y="3001"/>
                  </a:lnTo>
                  <a:lnTo>
                    <a:pt x="12092" y="4278"/>
                  </a:lnTo>
                  <a:lnTo>
                    <a:pt x="12512" y="5136"/>
                  </a:lnTo>
                  <a:lnTo>
                    <a:pt x="10636" y="4475"/>
                  </a:lnTo>
                  <a:lnTo>
                    <a:pt x="8770" y="3805"/>
                  </a:lnTo>
                  <a:lnTo>
                    <a:pt x="8761" y="3796"/>
                  </a:lnTo>
                  <a:lnTo>
                    <a:pt x="8761" y="3787"/>
                  </a:lnTo>
                  <a:lnTo>
                    <a:pt x="8788" y="3760"/>
                  </a:lnTo>
                  <a:lnTo>
                    <a:pt x="8779" y="3707"/>
                  </a:lnTo>
                  <a:lnTo>
                    <a:pt x="8377" y="2841"/>
                  </a:lnTo>
                  <a:lnTo>
                    <a:pt x="7511" y="1135"/>
                  </a:lnTo>
                  <a:lnTo>
                    <a:pt x="7037" y="304"/>
                  </a:lnTo>
                  <a:lnTo>
                    <a:pt x="7020" y="278"/>
                  </a:lnTo>
                  <a:lnTo>
                    <a:pt x="6966" y="278"/>
                  </a:lnTo>
                  <a:lnTo>
                    <a:pt x="6921" y="304"/>
                  </a:lnTo>
                  <a:lnTo>
                    <a:pt x="6904" y="367"/>
                  </a:lnTo>
                  <a:lnTo>
                    <a:pt x="6921" y="403"/>
                  </a:lnTo>
                  <a:lnTo>
                    <a:pt x="7386" y="1215"/>
                  </a:lnTo>
                  <a:lnTo>
                    <a:pt x="8234" y="2894"/>
                  </a:lnTo>
                  <a:lnTo>
                    <a:pt x="8627" y="3751"/>
                  </a:lnTo>
                  <a:lnTo>
                    <a:pt x="8627" y="3751"/>
                  </a:lnTo>
                  <a:lnTo>
                    <a:pt x="6680" y="3028"/>
                  </a:lnTo>
                  <a:lnTo>
                    <a:pt x="4734" y="2296"/>
                  </a:lnTo>
                  <a:lnTo>
                    <a:pt x="4734" y="2278"/>
                  </a:lnTo>
                  <a:lnTo>
                    <a:pt x="4725" y="2260"/>
                  </a:lnTo>
                  <a:lnTo>
                    <a:pt x="3939" y="1144"/>
                  </a:lnTo>
                  <a:lnTo>
                    <a:pt x="3162" y="37"/>
                  </a:lnTo>
                  <a:lnTo>
                    <a:pt x="3135" y="10"/>
                  </a:lnTo>
                  <a:lnTo>
                    <a:pt x="3082" y="1"/>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308;p33">
              <a:extLst>
                <a:ext uri="{FF2B5EF4-FFF2-40B4-BE49-F238E27FC236}">
                  <a16:creationId xmlns:a16="http://schemas.microsoft.com/office/drawing/2014/main" id="{4484F1EC-58F9-423D-A034-FBAEF8D39EA5}"/>
                </a:ext>
              </a:extLst>
            </p:cNvPr>
            <p:cNvSpPr/>
            <p:nvPr/>
          </p:nvSpPr>
          <p:spPr>
            <a:xfrm>
              <a:off x="3762125" y="2962852"/>
              <a:ext cx="349424" cy="788072"/>
            </a:xfrm>
            <a:custGeom>
              <a:avLst/>
              <a:gdLst/>
              <a:ahLst/>
              <a:cxnLst/>
              <a:rect l="l" t="t" r="r" b="b"/>
              <a:pathLst>
                <a:path w="6779" h="15289" extrusionOk="0">
                  <a:moveTo>
                    <a:pt x="3242" y="0"/>
                  </a:moveTo>
                  <a:lnTo>
                    <a:pt x="3224" y="18"/>
                  </a:lnTo>
                  <a:lnTo>
                    <a:pt x="2974" y="152"/>
                  </a:lnTo>
                  <a:lnTo>
                    <a:pt x="2536" y="518"/>
                  </a:lnTo>
                  <a:lnTo>
                    <a:pt x="2340" y="733"/>
                  </a:lnTo>
                  <a:lnTo>
                    <a:pt x="2018" y="1117"/>
                  </a:lnTo>
                  <a:lnTo>
                    <a:pt x="1447" y="1938"/>
                  </a:lnTo>
                  <a:lnTo>
                    <a:pt x="965" y="2822"/>
                  </a:lnTo>
                  <a:lnTo>
                    <a:pt x="581" y="3751"/>
                  </a:lnTo>
                  <a:lnTo>
                    <a:pt x="295" y="4707"/>
                  </a:lnTo>
                  <a:lnTo>
                    <a:pt x="98" y="5698"/>
                  </a:lnTo>
                  <a:lnTo>
                    <a:pt x="0" y="6707"/>
                  </a:lnTo>
                  <a:lnTo>
                    <a:pt x="0" y="7716"/>
                  </a:lnTo>
                  <a:lnTo>
                    <a:pt x="36" y="8216"/>
                  </a:lnTo>
                  <a:lnTo>
                    <a:pt x="90" y="8707"/>
                  </a:lnTo>
                  <a:lnTo>
                    <a:pt x="268" y="9672"/>
                  </a:lnTo>
                  <a:lnTo>
                    <a:pt x="527" y="10609"/>
                  </a:lnTo>
                  <a:lnTo>
                    <a:pt x="866" y="11538"/>
                  </a:lnTo>
                  <a:lnTo>
                    <a:pt x="1268" y="12431"/>
                  </a:lnTo>
                  <a:lnTo>
                    <a:pt x="1742" y="13297"/>
                  </a:lnTo>
                  <a:lnTo>
                    <a:pt x="2268" y="14128"/>
                  </a:lnTo>
                  <a:lnTo>
                    <a:pt x="2867" y="14913"/>
                  </a:lnTo>
                  <a:lnTo>
                    <a:pt x="3179" y="15289"/>
                  </a:lnTo>
                  <a:lnTo>
                    <a:pt x="3206" y="15271"/>
                  </a:lnTo>
                  <a:lnTo>
                    <a:pt x="3688" y="14913"/>
                  </a:lnTo>
                  <a:lnTo>
                    <a:pt x="4144" y="14521"/>
                  </a:lnTo>
                  <a:lnTo>
                    <a:pt x="4340" y="14342"/>
                  </a:lnTo>
                  <a:lnTo>
                    <a:pt x="4697" y="13949"/>
                  </a:lnTo>
                  <a:lnTo>
                    <a:pt x="5180" y="13324"/>
                  </a:lnTo>
                  <a:lnTo>
                    <a:pt x="5707" y="12395"/>
                  </a:lnTo>
                  <a:lnTo>
                    <a:pt x="6117" y="11404"/>
                  </a:lnTo>
                  <a:lnTo>
                    <a:pt x="6287" y="10895"/>
                  </a:lnTo>
                  <a:lnTo>
                    <a:pt x="6394" y="10529"/>
                  </a:lnTo>
                  <a:lnTo>
                    <a:pt x="6564" y="9788"/>
                  </a:lnTo>
                  <a:lnTo>
                    <a:pt x="6689" y="9038"/>
                  </a:lnTo>
                  <a:lnTo>
                    <a:pt x="6760" y="8279"/>
                  </a:lnTo>
                  <a:lnTo>
                    <a:pt x="6778" y="7519"/>
                  </a:lnTo>
                  <a:lnTo>
                    <a:pt x="6751" y="6760"/>
                  </a:lnTo>
                  <a:lnTo>
                    <a:pt x="6662" y="6010"/>
                  </a:lnTo>
                  <a:lnTo>
                    <a:pt x="6528" y="5260"/>
                  </a:lnTo>
                  <a:lnTo>
                    <a:pt x="6430" y="4894"/>
                  </a:lnTo>
                  <a:lnTo>
                    <a:pt x="6332" y="4537"/>
                  </a:lnTo>
                  <a:lnTo>
                    <a:pt x="6082" y="3831"/>
                  </a:lnTo>
                  <a:lnTo>
                    <a:pt x="5778" y="3153"/>
                  </a:lnTo>
                  <a:lnTo>
                    <a:pt x="5421" y="2501"/>
                  </a:lnTo>
                  <a:lnTo>
                    <a:pt x="5019" y="1876"/>
                  </a:lnTo>
                  <a:lnTo>
                    <a:pt x="4572" y="1286"/>
                  </a:lnTo>
                  <a:lnTo>
                    <a:pt x="4072" y="742"/>
                  </a:lnTo>
                  <a:lnTo>
                    <a:pt x="3528" y="233"/>
                  </a:lnTo>
                  <a:lnTo>
                    <a:pt x="3242"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309;p33">
              <a:extLst>
                <a:ext uri="{FF2B5EF4-FFF2-40B4-BE49-F238E27FC236}">
                  <a16:creationId xmlns:a16="http://schemas.microsoft.com/office/drawing/2014/main" id="{D13FF396-6ED8-41AE-895A-C80F4DADF101}"/>
                </a:ext>
              </a:extLst>
            </p:cNvPr>
            <p:cNvSpPr/>
            <p:nvPr/>
          </p:nvSpPr>
          <p:spPr>
            <a:xfrm>
              <a:off x="3805835" y="2968367"/>
              <a:ext cx="261488" cy="789927"/>
            </a:xfrm>
            <a:custGeom>
              <a:avLst/>
              <a:gdLst/>
              <a:ahLst/>
              <a:cxnLst/>
              <a:rect l="l" t="t" r="r" b="b"/>
              <a:pathLst>
                <a:path w="5073" h="15325" extrusionOk="0">
                  <a:moveTo>
                    <a:pt x="2224" y="1"/>
                  </a:moveTo>
                  <a:lnTo>
                    <a:pt x="2180" y="36"/>
                  </a:lnTo>
                  <a:lnTo>
                    <a:pt x="2171" y="72"/>
                  </a:lnTo>
                  <a:lnTo>
                    <a:pt x="2144" y="2438"/>
                  </a:lnTo>
                  <a:lnTo>
                    <a:pt x="2144" y="4805"/>
                  </a:lnTo>
                  <a:lnTo>
                    <a:pt x="1403" y="3867"/>
                  </a:lnTo>
                  <a:lnTo>
                    <a:pt x="661" y="2930"/>
                  </a:lnTo>
                  <a:lnTo>
                    <a:pt x="635" y="2903"/>
                  </a:lnTo>
                  <a:lnTo>
                    <a:pt x="581" y="2903"/>
                  </a:lnTo>
                  <a:lnTo>
                    <a:pt x="536" y="2947"/>
                  </a:lnTo>
                  <a:lnTo>
                    <a:pt x="527" y="3001"/>
                  </a:lnTo>
                  <a:lnTo>
                    <a:pt x="545" y="3037"/>
                  </a:lnTo>
                  <a:lnTo>
                    <a:pt x="1349" y="4046"/>
                  </a:lnTo>
                  <a:lnTo>
                    <a:pt x="2144" y="5046"/>
                  </a:lnTo>
                  <a:lnTo>
                    <a:pt x="2153" y="7028"/>
                  </a:lnTo>
                  <a:lnTo>
                    <a:pt x="2188" y="9011"/>
                  </a:lnTo>
                  <a:lnTo>
                    <a:pt x="1153" y="7582"/>
                  </a:lnTo>
                  <a:lnTo>
                    <a:pt x="152" y="6135"/>
                  </a:lnTo>
                  <a:lnTo>
                    <a:pt x="126" y="6109"/>
                  </a:lnTo>
                  <a:lnTo>
                    <a:pt x="72" y="6100"/>
                  </a:lnTo>
                  <a:lnTo>
                    <a:pt x="18" y="6127"/>
                  </a:lnTo>
                  <a:lnTo>
                    <a:pt x="1" y="6171"/>
                  </a:lnTo>
                  <a:lnTo>
                    <a:pt x="18" y="6207"/>
                  </a:lnTo>
                  <a:lnTo>
                    <a:pt x="1090" y="7752"/>
                  </a:lnTo>
                  <a:lnTo>
                    <a:pt x="2197" y="9279"/>
                  </a:lnTo>
                  <a:lnTo>
                    <a:pt x="2242" y="11252"/>
                  </a:lnTo>
                  <a:lnTo>
                    <a:pt x="2305" y="13217"/>
                  </a:lnTo>
                  <a:lnTo>
                    <a:pt x="1313" y="11601"/>
                  </a:lnTo>
                  <a:lnTo>
                    <a:pt x="340" y="9975"/>
                  </a:lnTo>
                  <a:lnTo>
                    <a:pt x="313" y="9949"/>
                  </a:lnTo>
                  <a:lnTo>
                    <a:pt x="260" y="9940"/>
                  </a:lnTo>
                  <a:lnTo>
                    <a:pt x="206" y="9966"/>
                  </a:lnTo>
                  <a:lnTo>
                    <a:pt x="188" y="10020"/>
                  </a:lnTo>
                  <a:lnTo>
                    <a:pt x="206" y="10056"/>
                  </a:lnTo>
                  <a:lnTo>
                    <a:pt x="1251" y="11797"/>
                  </a:lnTo>
                  <a:lnTo>
                    <a:pt x="2313" y="13529"/>
                  </a:lnTo>
                  <a:lnTo>
                    <a:pt x="2349" y="14396"/>
                  </a:lnTo>
                  <a:lnTo>
                    <a:pt x="2385" y="15253"/>
                  </a:lnTo>
                  <a:lnTo>
                    <a:pt x="2394" y="15289"/>
                  </a:lnTo>
                  <a:lnTo>
                    <a:pt x="2438" y="15324"/>
                  </a:lnTo>
                  <a:lnTo>
                    <a:pt x="2492" y="15324"/>
                  </a:lnTo>
                  <a:lnTo>
                    <a:pt x="2537" y="15289"/>
                  </a:lnTo>
                  <a:lnTo>
                    <a:pt x="2537" y="15262"/>
                  </a:lnTo>
                  <a:lnTo>
                    <a:pt x="2501" y="14396"/>
                  </a:lnTo>
                  <a:lnTo>
                    <a:pt x="2465" y="13529"/>
                  </a:lnTo>
                  <a:lnTo>
                    <a:pt x="2483" y="13529"/>
                  </a:lnTo>
                  <a:lnTo>
                    <a:pt x="2492" y="13512"/>
                  </a:lnTo>
                  <a:lnTo>
                    <a:pt x="3162" y="12788"/>
                  </a:lnTo>
                  <a:lnTo>
                    <a:pt x="4153" y="11672"/>
                  </a:lnTo>
                  <a:lnTo>
                    <a:pt x="4769" y="10904"/>
                  </a:lnTo>
                  <a:lnTo>
                    <a:pt x="5064" y="10493"/>
                  </a:lnTo>
                  <a:lnTo>
                    <a:pt x="5073" y="10467"/>
                  </a:lnTo>
                  <a:lnTo>
                    <a:pt x="5064" y="10413"/>
                  </a:lnTo>
                  <a:lnTo>
                    <a:pt x="5010" y="10386"/>
                  </a:lnTo>
                  <a:lnTo>
                    <a:pt x="4957" y="10395"/>
                  </a:lnTo>
                  <a:lnTo>
                    <a:pt x="4930" y="10422"/>
                  </a:lnTo>
                  <a:lnTo>
                    <a:pt x="4653" y="10806"/>
                  </a:lnTo>
                  <a:lnTo>
                    <a:pt x="4055" y="11547"/>
                  </a:lnTo>
                  <a:lnTo>
                    <a:pt x="3108" y="12619"/>
                  </a:lnTo>
                  <a:lnTo>
                    <a:pt x="2465" y="13324"/>
                  </a:lnTo>
                  <a:lnTo>
                    <a:pt x="2394" y="11342"/>
                  </a:lnTo>
                  <a:lnTo>
                    <a:pt x="2349" y="9350"/>
                  </a:lnTo>
                  <a:lnTo>
                    <a:pt x="2358" y="9341"/>
                  </a:lnTo>
                  <a:lnTo>
                    <a:pt x="2394" y="9350"/>
                  </a:lnTo>
                  <a:lnTo>
                    <a:pt x="2438" y="9323"/>
                  </a:lnTo>
                  <a:lnTo>
                    <a:pt x="3108" y="8645"/>
                  </a:lnTo>
                  <a:lnTo>
                    <a:pt x="4376" y="7216"/>
                  </a:lnTo>
                  <a:lnTo>
                    <a:pt x="4984" y="6484"/>
                  </a:lnTo>
                  <a:lnTo>
                    <a:pt x="5001" y="6448"/>
                  </a:lnTo>
                  <a:lnTo>
                    <a:pt x="4984" y="6403"/>
                  </a:lnTo>
                  <a:lnTo>
                    <a:pt x="4939" y="6368"/>
                  </a:lnTo>
                  <a:lnTo>
                    <a:pt x="4876" y="6377"/>
                  </a:lnTo>
                  <a:lnTo>
                    <a:pt x="4850" y="6403"/>
                  </a:lnTo>
                  <a:lnTo>
                    <a:pt x="4260" y="7127"/>
                  </a:lnTo>
                  <a:lnTo>
                    <a:pt x="3001" y="8529"/>
                  </a:lnTo>
                  <a:lnTo>
                    <a:pt x="2349" y="9207"/>
                  </a:lnTo>
                  <a:lnTo>
                    <a:pt x="2313" y="7127"/>
                  </a:lnTo>
                  <a:lnTo>
                    <a:pt x="2296" y="5046"/>
                  </a:lnTo>
                  <a:lnTo>
                    <a:pt x="2313" y="5037"/>
                  </a:lnTo>
                  <a:lnTo>
                    <a:pt x="2322" y="5028"/>
                  </a:lnTo>
                  <a:lnTo>
                    <a:pt x="3081" y="3894"/>
                  </a:lnTo>
                  <a:lnTo>
                    <a:pt x="3832" y="2760"/>
                  </a:lnTo>
                  <a:lnTo>
                    <a:pt x="3849" y="2733"/>
                  </a:lnTo>
                  <a:lnTo>
                    <a:pt x="3832" y="2680"/>
                  </a:lnTo>
                  <a:lnTo>
                    <a:pt x="3787" y="2653"/>
                  </a:lnTo>
                  <a:lnTo>
                    <a:pt x="3724" y="2653"/>
                  </a:lnTo>
                  <a:lnTo>
                    <a:pt x="3707" y="2680"/>
                  </a:lnTo>
                  <a:lnTo>
                    <a:pt x="3001" y="3733"/>
                  </a:lnTo>
                  <a:lnTo>
                    <a:pt x="2296" y="4796"/>
                  </a:lnTo>
                  <a:lnTo>
                    <a:pt x="2296" y="2430"/>
                  </a:lnTo>
                  <a:lnTo>
                    <a:pt x="2322" y="72"/>
                  </a:lnTo>
                  <a:lnTo>
                    <a:pt x="2322" y="36"/>
                  </a:lnTo>
                  <a:lnTo>
                    <a:pt x="2278" y="1"/>
                  </a:lnTo>
                  <a:close/>
                </a:path>
              </a:pathLst>
            </a:custGeom>
            <a:solidFill>
              <a:srgbClr val="00E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310;p33">
              <a:extLst>
                <a:ext uri="{FF2B5EF4-FFF2-40B4-BE49-F238E27FC236}">
                  <a16:creationId xmlns:a16="http://schemas.microsoft.com/office/drawing/2014/main" id="{184D90ED-D58D-42FA-BB74-B17FFD780C57}"/>
                </a:ext>
              </a:extLst>
            </p:cNvPr>
            <p:cNvSpPr/>
            <p:nvPr/>
          </p:nvSpPr>
          <p:spPr>
            <a:xfrm>
              <a:off x="2807017" y="3865026"/>
              <a:ext cx="440091" cy="621427"/>
            </a:xfrm>
            <a:custGeom>
              <a:avLst/>
              <a:gdLst/>
              <a:ahLst/>
              <a:cxnLst/>
              <a:rect l="l" t="t" r="r" b="b"/>
              <a:pathLst>
                <a:path w="8538" h="12056" extrusionOk="0">
                  <a:moveTo>
                    <a:pt x="4716" y="0"/>
                  </a:moveTo>
                  <a:lnTo>
                    <a:pt x="4180" y="98"/>
                  </a:lnTo>
                  <a:lnTo>
                    <a:pt x="3921" y="188"/>
                  </a:lnTo>
                  <a:lnTo>
                    <a:pt x="3671" y="304"/>
                  </a:lnTo>
                  <a:lnTo>
                    <a:pt x="3224" y="634"/>
                  </a:lnTo>
                  <a:lnTo>
                    <a:pt x="2876" y="1072"/>
                  </a:lnTo>
                  <a:lnTo>
                    <a:pt x="2715" y="1438"/>
                  </a:lnTo>
                  <a:lnTo>
                    <a:pt x="2653" y="1706"/>
                  </a:lnTo>
                  <a:lnTo>
                    <a:pt x="2644" y="1840"/>
                  </a:lnTo>
                  <a:lnTo>
                    <a:pt x="2653" y="2125"/>
                  </a:lnTo>
                  <a:lnTo>
                    <a:pt x="2760" y="2688"/>
                  </a:lnTo>
                  <a:lnTo>
                    <a:pt x="2894" y="3242"/>
                  </a:lnTo>
                  <a:lnTo>
                    <a:pt x="2930" y="3652"/>
                  </a:lnTo>
                  <a:lnTo>
                    <a:pt x="2903" y="3920"/>
                  </a:lnTo>
                  <a:lnTo>
                    <a:pt x="2867" y="4054"/>
                  </a:lnTo>
                  <a:lnTo>
                    <a:pt x="2778" y="4260"/>
                  </a:lnTo>
                  <a:lnTo>
                    <a:pt x="2483" y="4608"/>
                  </a:lnTo>
                  <a:lnTo>
                    <a:pt x="1903" y="5019"/>
                  </a:lnTo>
                  <a:lnTo>
                    <a:pt x="1474" y="5233"/>
                  </a:lnTo>
                  <a:lnTo>
                    <a:pt x="1269" y="5340"/>
                  </a:lnTo>
                  <a:lnTo>
                    <a:pt x="858" y="5599"/>
                  </a:lnTo>
                  <a:lnTo>
                    <a:pt x="519" y="5921"/>
                  </a:lnTo>
                  <a:lnTo>
                    <a:pt x="340" y="6215"/>
                  </a:lnTo>
                  <a:lnTo>
                    <a:pt x="268" y="6430"/>
                  </a:lnTo>
                  <a:lnTo>
                    <a:pt x="251" y="6537"/>
                  </a:lnTo>
                  <a:lnTo>
                    <a:pt x="251" y="6742"/>
                  </a:lnTo>
                  <a:lnTo>
                    <a:pt x="358" y="7126"/>
                  </a:lnTo>
                  <a:lnTo>
                    <a:pt x="679" y="7662"/>
                  </a:lnTo>
                  <a:lnTo>
                    <a:pt x="938" y="7992"/>
                  </a:lnTo>
                  <a:lnTo>
                    <a:pt x="1126" y="8234"/>
                  </a:lnTo>
                  <a:lnTo>
                    <a:pt x="1349" y="8653"/>
                  </a:lnTo>
                  <a:lnTo>
                    <a:pt x="1438" y="8939"/>
                  </a:lnTo>
                  <a:lnTo>
                    <a:pt x="1456" y="9082"/>
                  </a:lnTo>
                  <a:lnTo>
                    <a:pt x="1456" y="9189"/>
                  </a:lnTo>
                  <a:lnTo>
                    <a:pt x="1429" y="9386"/>
                  </a:lnTo>
                  <a:lnTo>
                    <a:pt x="1394" y="9484"/>
                  </a:lnTo>
                  <a:lnTo>
                    <a:pt x="1358" y="9582"/>
                  </a:lnTo>
                  <a:lnTo>
                    <a:pt x="1233" y="9752"/>
                  </a:lnTo>
                  <a:lnTo>
                    <a:pt x="1001" y="9975"/>
                  </a:lnTo>
                  <a:lnTo>
                    <a:pt x="644" y="10234"/>
                  </a:lnTo>
                  <a:lnTo>
                    <a:pt x="304" y="10511"/>
                  </a:lnTo>
                  <a:lnTo>
                    <a:pt x="170" y="10671"/>
                  </a:lnTo>
                  <a:lnTo>
                    <a:pt x="108" y="10761"/>
                  </a:lnTo>
                  <a:lnTo>
                    <a:pt x="63" y="10859"/>
                  </a:lnTo>
                  <a:lnTo>
                    <a:pt x="54" y="10877"/>
                  </a:lnTo>
                  <a:lnTo>
                    <a:pt x="45" y="10895"/>
                  </a:lnTo>
                  <a:lnTo>
                    <a:pt x="10" y="11038"/>
                  </a:lnTo>
                  <a:lnTo>
                    <a:pt x="1" y="11332"/>
                  </a:lnTo>
                  <a:lnTo>
                    <a:pt x="36" y="11484"/>
                  </a:lnTo>
                  <a:lnTo>
                    <a:pt x="72" y="11618"/>
                  </a:lnTo>
                  <a:lnTo>
                    <a:pt x="143" y="11752"/>
                  </a:lnTo>
                  <a:lnTo>
                    <a:pt x="233" y="11913"/>
                  </a:lnTo>
                  <a:lnTo>
                    <a:pt x="340" y="12056"/>
                  </a:lnTo>
                  <a:lnTo>
                    <a:pt x="6573" y="12056"/>
                  </a:lnTo>
                  <a:lnTo>
                    <a:pt x="6430" y="11689"/>
                  </a:lnTo>
                  <a:lnTo>
                    <a:pt x="6153" y="11154"/>
                  </a:lnTo>
                  <a:lnTo>
                    <a:pt x="6046" y="10788"/>
                  </a:lnTo>
                  <a:lnTo>
                    <a:pt x="6046" y="10600"/>
                  </a:lnTo>
                  <a:lnTo>
                    <a:pt x="6064" y="10493"/>
                  </a:lnTo>
                  <a:lnTo>
                    <a:pt x="6127" y="10305"/>
                  </a:lnTo>
                  <a:lnTo>
                    <a:pt x="6278" y="10055"/>
                  </a:lnTo>
                  <a:lnTo>
                    <a:pt x="6582" y="9778"/>
                  </a:lnTo>
                  <a:lnTo>
                    <a:pt x="6948" y="9564"/>
                  </a:lnTo>
                  <a:lnTo>
                    <a:pt x="7136" y="9475"/>
                  </a:lnTo>
                  <a:lnTo>
                    <a:pt x="7520" y="9296"/>
                  </a:lnTo>
                  <a:lnTo>
                    <a:pt x="8046" y="8966"/>
                  </a:lnTo>
                  <a:lnTo>
                    <a:pt x="8305" y="8671"/>
                  </a:lnTo>
                  <a:lnTo>
                    <a:pt x="8395" y="8493"/>
                  </a:lnTo>
                  <a:lnTo>
                    <a:pt x="8430" y="8376"/>
                  </a:lnTo>
                  <a:lnTo>
                    <a:pt x="8466" y="8153"/>
                  </a:lnTo>
                  <a:lnTo>
                    <a:pt x="8439" y="7823"/>
                  </a:lnTo>
                  <a:lnTo>
                    <a:pt x="8288" y="7376"/>
                  </a:lnTo>
                  <a:lnTo>
                    <a:pt x="8038" y="6957"/>
                  </a:lnTo>
                  <a:lnTo>
                    <a:pt x="7904" y="6769"/>
                  </a:lnTo>
                  <a:lnTo>
                    <a:pt x="7618" y="6385"/>
                  </a:lnTo>
                  <a:lnTo>
                    <a:pt x="7279" y="5760"/>
                  </a:lnTo>
                  <a:lnTo>
                    <a:pt x="7180" y="5313"/>
                  </a:lnTo>
                  <a:lnTo>
                    <a:pt x="7198" y="5090"/>
                  </a:lnTo>
                  <a:lnTo>
                    <a:pt x="7225" y="4947"/>
                  </a:lnTo>
                  <a:lnTo>
                    <a:pt x="7314" y="4697"/>
                  </a:lnTo>
                  <a:lnTo>
                    <a:pt x="7537" y="4349"/>
                  </a:lnTo>
                  <a:lnTo>
                    <a:pt x="7904" y="3911"/>
                  </a:lnTo>
                  <a:lnTo>
                    <a:pt x="8261" y="3465"/>
                  </a:lnTo>
                  <a:lnTo>
                    <a:pt x="8386" y="3215"/>
                  </a:lnTo>
                  <a:lnTo>
                    <a:pt x="8439" y="3090"/>
                  </a:lnTo>
                  <a:lnTo>
                    <a:pt x="8511" y="2831"/>
                  </a:lnTo>
                  <a:lnTo>
                    <a:pt x="8538" y="2420"/>
                  </a:lnTo>
                  <a:lnTo>
                    <a:pt x="8422" y="1884"/>
                  </a:lnTo>
                  <a:lnTo>
                    <a:pt x="8172" y="1384"/>
                  </a:lnTo>
                  <a:lnTo>
                    <a:pt x="8002" y="1170"/>
                  </a:lnTo>
                  <a:lnTo>
                    <a:pt x="7814" y="965"/>
                  </a:lnTo>
                  <a:lnTo>
                    <a:pt x="7377" y="634"/>
                  </a:lnTo>
                  <a:lnTo>
                    <a:pt x="6886" y="384"/>
                  </a:lnTo>
                  <a:lnTo>
                    <a:pt x="6359" y="206"/>
                  </a:lnTo>
                  <a:lnTo>
                    <a:pt x="6091" y="134"/>
                  </a:lnTo>
                  <a:lnTo>
                    <a:pt x="5823" y="72"/>
                  </a:lnTo>
                  <a:lnTo>
                    <a:pt x="5269" y="0"/>
                  </a:lnTo>
                  <a:close/>
                </a:path>
              </a:pathLst>
            </a:custGeom>
            <a:solidFill>
              <a:srgbClr val="00E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311;p33">
              <a:extLst>
                <a:ext uri="{FF2B5EF4-FFF2-40B4-BE49-F238E27FC236}">
                  <a16:creationId xmlns:a16="http://schemas.microsoft.com/office/drawing/2014/main" id="{07AE2C7E-8C0A-43E4-9BB4-D5E5458EA70B}"/>
                </a:ext>
              </a:extLst>
            </p:cNvPr>
            <p:cNvSpPr/>
            <p:nvPr/>
          </p:nvSpPr>
          <p:spPr>
            <a:xfrm>
              <a:off x="2972731" y="3928992"/>
              <a:ext cx="145048" cy="557459"/>
            </a:xfrm>
            <a:custGeom>
              <a:avLst/>
              <a:gdLst/>
              <a:ahLst/>
              <a:cxnLst/>
              <a:rect l="l" t="t" r="r" b="b"/>
              <a:pathLst>
                <a:path w="2814" h="10815" extrusionOk="0">
                  <a:moveTo>
                    <a:pt x="2724" y="0"/>
                  </a:moveTo>
                  <a:lnTo>
                    <a:pt x="2697" y="45"/>
                  </a:lnTo>
                  <a:lnTo>
                    <a:pt x="2027" y="2706"/>
                  </a:lnTo>
                  <a:lnTo>
                    <a:pt x="1992" y="2867"/>
                  </a:lnTo>
                  <a:lnTo>
                    <a:pt x="1385" y="5296"/>
                  </a:lnTo>
                  <a:lnTo>
                    <a:pt x="1340" y="5448"/>
                  </a:lnTo>
                  <a:lnTo>
                    <a:pt x="617" y="8323"/>
                  </a:lnTo>
                  <a:lnTo>
                    <a:pt x="608" y="8368"/>
                  </a:lnTo>
                  <a:lnTo>
                    <a:pt x="599" y="8412"/>
                  </a:lnTo>
                  <a:lnTo>
                    <a:pt x="581" y="8475"/>
                  </a:lnTo>
                  <a:lnTo>
                    <a:pt x="0" y="10815"/>
                  </a:lnTo>
                  <a:lnTo>
                    <a:pt x="108" y="10815"/>
                  </a:lnTo>
                  <a:lnTo>
                    <a:pt x="706" y="8430"/>
                  </a:lnTo>
                  <a:lnTo>
                    <a:pt x="715" y="8430"/>
                  </a:lnTo>
                  <a:lnTo>
                    <a:pt x="750" y="8278"/>
                  </a:lnTo>
                  <a:lnTo>
                    <a:pt x="1447" y="5483"/>
                  </a:lnTo>
                  <a:lnTo>
                    <a:pt x="1456" y="5439"/>
                  </a:lnTo>
                  <a:lnTo>
                    <a:pt x="1465" y="5421"/>
                  </a:lnTo>
                  <a:lnTo>
                    <a:pt x="1501" y="5278"/>
                  </a:lnTo>
                  <a:lnTo>
                    <a:pt x="2126" y="2795"/>
                  </a:lnTo>
                  <a:lnTo>
                    <a:pt x="2161" y="2635"/>
                  </a:lnTo>
                  <a:lnTo>
                    <a:pt x="2813" y="72"/>
                  </a:lnTo>
                  <a:lnTo>
                    <a:pt x="2804" y="27"/>
                  </a:lnTo>
                  <a:lnTo>
                    <a:pt x="2769"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312;p33">
              <a:extLst>
                <a:ext uri="{FF2B5EF4-FFF2-40B4-BE49-F238E27FC236}">
                  <a16:creationId xmlns:a16="http://schemas.microsoft.com/office/drawing/2014/main" id="{413670E9-D414-4DE6-9F6F-1252BAC49AE7}"/>
                </a:ext>
              </a:extLst>
            </p:cNvPr>
            <p:cNvSpPr/>
            <p:nvPr/>
          </p:nvSpPr>
          <p:spPr>
            <a:xfrm>
              <a:off x="2902786" y="4398455"/>
              <a:ext cx="50205" cy="87987"/>
            </a:xfrm>
            <a:custGeom>
              <a:avLst/>
              <a:gdLst/>
              <a:ahLst/>
              <a:cxnLst/>
              <a:rect l="l" t="t" r="r" b="b"/>
              <a:pathLst>
                <a:path w="974" h="1707" extrusionOk="0">
                  <a:moveTo>
                    <a:pt x="80" y="1"/>
                  </a:moveTo>
                  <a:lnTo>
                    <a:pt x="36" y="10"/>
                  </a:lnTo>
                  <a:lnTo>
                    <a:pt x="0" y="37"/>
                  </a:lnTo>
                  <a:lnTo>
                    <a:pt x="9" y="90"/>
                  </a:lnTo>
                  <a:lnTo>
                    <a:pt x="196" y="492"/>
                  </a:lnTo>
                  <a:lnTo>
                    <a:pt x="402" y="894"/>
                  </a:lnTo>
                  <a:lnTo>
                    <a:pt x="607" y="1305"/>
                  </a:lnTo>
                  <a:lnTo>
                    <a:pt x="848" y="1707"/>
                  </a:lnTo>
                  <a:lnTo>
                    <a:pt x="973" y="1707"/>
                  </a:lnTo>
                  <a:lnTo>
                    <a:pt x="777" y="1367"/>
                  </a:lnTo>
                  <a:lnTo>
                    <a:pt x="402" y="662"/>
                  </a:lnTo>
                  <a:lnTo>
                    <a:pt x="232" y="296"/>
                  </a:lnTo>
                  <a:lnTo>
                    <a:pt x="170" y="171"/>
                  </a:lnTo>
                  <a:lnTo>
                    <a:pt x="107" y="37"/>
                  </a:lnTo>
                  <a:lnTo>
                    <a:pt x="80"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313;p33">
              <a:extLst>
                <a:ext uri="{FF2B5EF4-FFF2-40B4-BE49-F238E27FC236}">
                  <a16:creationId xmlns:a16="http://schemas.microsoft.com/office/drawing/2014/main" id="{35DC2C98-1792-4D4F-B877-56E87D449DAB}"/>
                </a:ext>
              </a:extLst>
            </p:cNvPr>
            <p:cNvSpPr/>
            <p:nvPr/>
          </p:nvSpPr>
          <p:spPr>
            <a:xfrm>
              <a:off x="2916084" y="4222638"/>
              <a:ext cx="92575" cy="145048"/>
            </a:xfrm>
            <a:custGeom>
              <a:avLst/>
              <a:gdLst/>
              <a:ahLst/>
              <a:cxnLst/>
              <a:rect l="l" t="t" r="r" b="b"/>
              <a:pathLst>
                <a:path w="1796" h="2814" extrusionOk="0">
                  <a:moveTo>
                    <a:pt x="72" y="1"/>
                  </a:moveTo>
                  <a:lnTo>
                    <a:pt x="28" y="10"/>
                  </a:lnTo>
                  <a:lnTo>
                    <a:pt x="1" y="45"/>
                  </a:lnTo>
                  <a:lnTo>
                    <a:pt x="10" y="90"/>
                  </a:lnTo>
                  <a:lnTo>
                    <a:pt x="1689" y="2787"/>
                  </a:lnTo>
                  <a:lnTo>
                    <a:pt x="1698" y="2796"/>
                  </a:lnTo>
                  <a:lnTo>
                    <a:pt x="1716" y="2805"/>
                  </a:lnTo>
                  <a:lnTo>
                    <a:pt x="1742" y="2814"/>
                  </a:lnTo>
                  <a:lnTo>
                    <a:pt x="1760" y="2805"/>
                  </a:lnTo>
                  <a:lnTo>
                    <a:pt x="1796" y="2769"/>
                  </a:lnTo>
                  <a:lnTo>
                    <a:pt x="1778" y="2724"/>
                  </a:lnTo>
                  <a:lnTo>
                    <a:pt x="108" y="27"/>
                  </a:lnTo>
                  <a:lnTo>
                    <a:pt x="72"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314;p33">
              <a:extLst>
                <a:ext uri="{FF2B5EF4-FFF2-40B4-BE49-F238E27FC236}">
                  <a16:creationId xmlns:a16="http://schemas.microsoft.com/office/drawing/2014/main" id="{472A5CAD-04B4-4AED-B087-DD845403C123}"/>
                </a:ext>
              </a:extLst>
            </p:cNvPr>
            <p:cNvSpPr/>
            <p:nvPr/>
          </p:nvSpPr>
          <p:spPr>
            <a:xfrm>
              <a:off x="2994379" y="4124602"/>
              <a:ext cx="53865" cy="88451"/>
            </a:xfrm>
            <a:custGeom>
              <a:avLst/>
              <a:gdLst/>
              <a:ahLst/>
              <a:cxnLst/>
              <a:rect l="l" t="t" r="r" b="b"/>
              <a:pathLst>
                <a:path w="1045" h="1716" extrusionOk="0">
                  <a:moveTo>
                    <a:pt x="80" y="1"/>
                  </a:moveTo>
                  <a:lnTo>
                    <a:pt x="36" y="10"/>
                  </a:lnTo>
                  <a:lnTo>
                    <a:pt x="0" y="45"/>
                  </a:lnTo>
                  <a:lnTo>
                    <a:pt x="9" y="90"/>
                  </a:lnTo>
                  <a:lnTo>
                    <a:pt x="938" y="1688"/>
                  </a:lnTo>
                  <a:lnTo>
                    <a:pt x="956" y="1706"/>
                  </a:lnTo>
                  <a:lnTo>
                    <a:pt x="973" y="1715"/>
                  </a:lnTo>
                  <a:lnTo>
                    <a:pt x="1000" y="1715"/>
                  </a:lnTo>
                  <a:lnTo>
                    <a:pt x="1018" y="1706"/>
                  </a:lnTo>
                  <a:lnTo>
                    <a:pt x="1045" y="1671"/>
                  </a:lnTo>
                  <a:lnTo>
                    <a:pt x="1036" y="1626"/>
                  </a:lnTo>
                  <a:lnTo>
                    <a:pt x="107" y="27"/>
                  </a:lnTo>
                  <a:lnTo>
                    <a:pt x="80"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315;p33">
              <a:extLst>
                <a:ext uri="{FF2B5EF4-FFF2-40B4-BE49-F238E27FC236}">
                  <a16:creationId xmlns:a16="http://schemas.microsoft.com/office/drawing/2014/main" id="{FA8DDA0D-5178-43C8-A2F2-CEEF4FB21AF2}"/>
                </a:ext>
              </a:extLst>
            </p:cNvPr>
            <p:cNvSpPr/>
            <p:nvPr/>
          </p:nvSpPr>
          <p:spPr>
            <a:xfrm>
              <a:off x="3015048" y="3961671"/>
              <a:ext cx="66338" cy="117883"/>
            </a:xfrm>
            <a:custGeom>
              <a:avLst/>
              <a:gdLst/>
              <a:ahLst/>
              <a:cxnLst/>
              <a:rect l="l" t="t" r="r" b="b"/>
              <a:pathLst>
                <a:path w="1287" h="2287" extrusionOk="0">
                  <a:moveTo>
                    <a:pt x="81" y="0"/>
                  </a:moveTo>
                  <a:lnTo>
                    <a:pt x="37" y="9"/>
                  </a:lnTo>
                  <a:lnTo>
                    <a:pt x="1" y="36"/>
                  </a:lnTo>
                  <a:lnTo>
                    <a:pt x="10" y="81"/>
                  </a:lnTo>
                  <a:lnTo>
                    <a:pt x="1180" y="2251"/>
                  </a:lnTo>
                  <a:lnTo>
                    <a:pt x="1189" y="2269"/>
                  </a:lnTo>
                  <a:lnTo>
                    <a:pt x="1215" y="2278"/>
                  </a:lnTo>
                  <a:lnTo>
                    <a:pt x="1233" y="2286"/>
                  </a:lnTo>
                  <a:lnTo>
                    <a:pt x="1251" y="2278"/>
                  </a:lnTo>
                  <a:lnTo>
                    <a:pt x="1287" y="2242"/>
                  </a:lnTo>
                  <a:lnTo>
                    <a:pt x="1278" y="2197"/>
                  </a:lnTo>
                  <a:lnTo>
                    <a:pt x="108" y="27"/>
                  </a:lnTo>
                  <a:lnTo>
                    <a:pt x="81"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316;p33">
              <a:extLst>
                <a:ext uri="{FF2B5EF4-FFF2-40B4-BE49-F238E27FC236}">
                  <a16:creationId xmlns:a16="http://schemas.microsoft.com/office/drawing/2014/main" id="{F0DD2280-D94A-4D03-8B65-B6C139A54CA0}"/>
                </a:ext>
              </a:extLst>
            </p:cNvPr>
            <p:cNvSpPr/>
            <p:nvPr/>
          </p:nvSpPr>
          <p:spPr>
            <a:xfrm>
              <a:off x="3010925" y="4438968"/>
              <a:ext cx="68194" cy="47473"/>
            </a:xfrm>
            <a:custGeom>
              <a:avLst/>
              <a:gdLst/>
              <a:ahLst/>
              <a:cxnLst/>
              <a:rect l="l" t="t" r="r" b="b"/>
              <a:pathLst>
                <a:path w="1323" h="921" extrusionOk="0">
                  <a:moveTo>
                    <a:pt x="1269" y="1"/>
                  </a:moveTo>
                  <a:lnTo>
                    <a:pt x="1233" y="19"/>
                  </a:lnTo>
                  <a:lnTo>
                    <a:pt x="929" y="260"/>
                  </a:lnTo>
                  <a:lnTo>
                    <a:pt x="313" y="715"/>
                  </a:lnTo>
                  <a:lnTo>
                    <a:pt x="1" y="921"/>
                  </a:lnTo>
                  <a:lnTo>
                    <a:pt x="206" y="921"/>
                  </a:lnTo>
                  <a:lnTo>
                    <a:pt x="769" y="528"/>
                  </a:lnTo>
                  <a:lnTo>
                    <a:pt x="1304" y="108"/>
                  </a:lnTo>
                  <a:lnTo>
                    <a:pt x="1322" y="72"/>
                  </a:lnTo>
                  <a:lnTo>
                    <a:pt x="1304" y="37"/>
                  </a:lnTo>
                  <a:lnTo>
                    <a:pt x="1269"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317;p33">
              <a:extLst>
                <a:ext uri="{FF2B5EF4-FFF2-40B4-BE49-F238E27FC236}">
                  <a16:creationId xmlns:a16="http://schemas.microsoft.com/office/drawing/2014/main" id="{58FA66FE-BF1A-4CD9-B79E-16BCB0ACF304}"/>
                </a:ext>
              </a:extLst>
            </p:cNvPr>
            <p:cNvSpPr/>
            <p:nvPr/>
          </p:nvSpPr>
          <p:spPr>
            <a:xfrm>
              <a:off x="3003090" y="4273718"/>
              <a:ext cx="145975" cy="91235"/>
            </a:xfrm>
            <a:custGeom>
              <a:avLst/>
              <a:gdLst/>
              <a:ahLst/>
              <a:cxnLst/>
              <a:rect l="l" t="t" r="r" b="b"/>
              <a:pathLst>
                <a:path w="2832" h="1770" extrusionOk="0">
                  <a:moveTo>
                    <a:pt x="2787" y="1"/>
                  </a:moveTo>
                  <a:lnTo>
                    <a:pt x="2742" y="19"/>
                  </a:lnTo>
                  <a:lnTo>
                    <a:pt x="36" y="1662"/>
                  </a:lnTo>
                  <a:lnTo>
                    <a:pt x="1" y="1698"/>
                  </a:lnTo>
                  <a:lnTo>
                    <a:pt x="19" y="1742"/>
                  </a:lnTo>
                  <a:lnTo>
                    <a:pt x="28" y="1760"/>
                  </a:lnTo>
                  <a:lnTo>
                    <a:pt x="54" y="1769"/>
                  </a:lnTo>
                  <a:lnTo>
                    <a:pt x="72" y="1769"/>
                  </a:lnTo>
                  <a:lnTo>
                    <a:pt x="90" y="1760"/>
                  </a:lnTo>
                  <a:lnTo>
                    <a:pt x="2805" y="108"/>
                  </a:lnTo>
                  <a:lnTo>
                    <a:pt x="2832" y="81"/>
                  </a:lnTo>
                  <a:lnTo>
                    <a:pt x="2823" y="37"/>
                  </a:lnTo>
                  <a:lnTo>
                    <a:pt x="2787"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318;p33">
              <a:extLst>
                <a:ext uri="{FF2B5EF4-FFF2-40B4-BE49-F238E27FC236}">
                  <a16:creationId xmlns:a16="http://schemas.microsoft.com/office/drawing/2014/main" id="{9419F43F-61FA-4358-B13E-42810A0ECE09}"/>
                </a:ext>
              </a:extLst>
            </p:cNvPr>
            <p:cNvSpPr/>
            <p:nvPr/>
          </p:nvSpPr>
          <p:spPr>
            <a:xfrm>
              <a:off x="3045459" y="4150373"/>
              <a:ext cx="86132" cy="58040"/>
            </a:xfrm>
            <a:custGeom>
              <a:avLst/>
              <a:gdLst/>
              <a:ahLst/>
              <a:cxnLst/>
              <a:rect l="l" t="t" r="r" b="b"/>
              <a:pathLst>
                <a:path w="1671" h="1126" extrusionOk="0">
                  <a:moveTo>
                    <a:pt x="1626" y="1"/>
                  </a:moveTo>
                  <a:lnTo>
                    <a:pt x="1581" y="10"/>
                  </a:lnTo>
                  <a:lnTo>
                    <a:pt x="27" y="1019"/>
                  </a:lnTo>
                  <a:lnTo>
                    <a:pt x="0" y="1054"/>
                  </a:lnTo>
                  <a:lnTo>
                    <a:pt x="9" y="1099"/>
                  </a:lnTo>
                  <a:lnTo>
                    <a:pt x="27" y="1117"/>
                  </a:lnTo>
                  <a:lnTo>
                    <a:pt x="45" y="1117"/>
                  </a:lnTo>
                  <a:lnTo>
                    <a:pt x="72" y="1126"/>
                  </a:lnTo>
                  <a:lnTo>
                    <a:pt x="90" y="1117"/>
                  </a:lnTo>
                  <a:lnTo>
                    <a:pt x="1643" y="108"/>
                  </a:lnTo>
                  <a:lnTo>
                    <a:pt x="1670" y="72"/>
                  </a:lnTo>
                  <a:lnTo>
                    <a:pt x="1661" y="27"/>
                  </a:lnTo>
                  <a:lnTo>
                    <a:pt x="1626"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319;p33">
              <a:extLst>
                <a:ext uri="{FF2B5EF4-FFF2-40B4-BE49-F238E27FC236}">
                  <a16:creationId xmlns:a16="http://schemas.microsoft.com/office/drawing/2014/main" id="{E331EDF5-33EB-4828-9CD5-D58397FD8386}"/>
                </a:ext>
              </a:extLst>
            </p:cNvPr>
            <p:cNvSpPr/>
            <p:nvPr/>
          </p:nvSpPr>
          <p:spPr>
            <a:xfrm>
              <a:off x="3076746" y="3995742"/>
              <a:ext cx="110512" cy="78297"/>
            </a:xfrm>
            <a:custGeom>
              <a:avLst/>
              <a:gdLst/>
              <a:ahLst/>
              <a:cxnLst/>
              <a:rect l="l" t="t" r="r" b="b"/>
              <a:pathLst>
                <a:path w="2144" h="1519" extrusionOk="0">
                  <a:moveTo>
                    <a:pt x="2090" y="0"/>
                  </a:moveTo>
                  <a:lnTo>
                    <a:pt x="2046" y="9"/>
                  </a:lnTo>
                  <a:lnTo>
                    <a:pt x="27" y="1420"/>
                  </a:lnTo>
                  <a:lnTo>
                    <a:pt x="1" y="1456"/>
                  </a:lnTo>
                  <a:lnTo>
                    <a:pt x="9" y="1500"/>
                  </a:lnTo>
                  <a:lnTo>
                    <a:pt x="27" y="1509"/>
                  </a:lnTo>
                  <a:lnTo>
                    <a:pt x="45" y="1518"/>
                  </a:lnTo>
                  <a:lnTo>
                    <a:pt x="63" y="1518"/>
                  </a:lnTo>
                  <a:lnTo>
                    <a:pt x="90" y="1509"/>
                  </a:lnTo>
                  <a:lnTo>
                    <a:pt x="2108" y="107"/>
                  </a:lnTo>
                  <a:lnTo>
                    <a:pt x="2144" y="72"/>
                  </a:lnTo>
                  <a:lnTo>
                    <a:pt x="2126" y="27"/>
                  </a:lnTo>
                  <a:lnTo>
                    <a:pt x="2090"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320;p33">
              <a:extLst>
                <a:ext uri="{FF2B5EF4-FFF2-40B4-BE49-F238E27FC236}">
                  <a16:creationId xmlns:a16="http://schemas.microsoft.com/office/drawing/2014/main" id="{EA9C5AA9-D8ED-449E-8DEB-5EDFCB853526}"/>
                </a:ext>
              </a:extLst>
            </p:cNvPr>
            <p:cNvSpPr/>
            <p:nvPr/>
          </p:nvSpPr>
          <p:spPr>
            <a:xfrm>
              <a:off x="2430025" y="4080428"/>
              <a:ext cx="502718" cy="406020"/>
            </a:xfrm>
            <a:custGeom>
              <a:avLst/>
              <a:gdLst/>
              <a:ahLst/>
              <a:cxnLst/>
              <a:rect l="l" t="t" r="r" b="b"/>
              <a:pathLst>
                <a:path w="9753" h="7877" extrusionOk="0">
                  <a:moveTo>
                    <a:pt x="1" y="0"/>
                  </a:moveTo>
                  <a:lnTo>
                    <a:pt x="126" y="849"/>
                  </a:lnTo>
                  <a:lnTo>
                    <a:pt x="421" y="2536"/>
                  </a:lnTo>
                  <a:lnTo>
                    <a:pt x="617" y="3376"/>
                  </a:lnTo>
                  <a:lnTo>
                    <a:pt x="706" y="3706"/>
                  </a:lnTo>
                  <a:lnTo>
                    <a:pt x="805" y="4046"/>
                  </a:lnTo>
                  <a:lnTo>
                    <a:pt x="965" y="4537"/>
                  </a:lnTo>
                  <a:lnTo>
                    <a:pt x="1349" y="5492"/>
                  </a:lnTo>
                  <a:lnTo>
                    <a:pt x="1841" y="6394"/>
                  </a:lnTo>
                  <a:lnTo>
                    <a:pt x="2430" y="7234"/>
                  </a:lnTo>
                  <a:lnTo>
                    <a:pt x="2778" y="7618"/>
                  </a:lnTo>
                  <a:lnTo>
                    <a:pt x="2903" y="7752"/>
                  </a:lnTo>
                  <a:lnTo>
                    <a:pt x="3037" y="7877"/>
                  </a:lnTo>
                  <a:lnTo>
                    <a:pt x="9752" y="7877"/>
                  </a:lnTo>
                  <a:lnTo>
                    <a:pt x="9672" y="7475"/>
                  </a:lnTo>
                  <a:lnTo>
                    <a:pt x="9574" y="7064"/>
                  </a:lnTo>
                  <a:lnTo>
                    <a:pt x="9502" y="6796"/>
                  </a:lnTo>
                  <a:lnTo>
                    <a:pt x="9422" y="6537"/>
                  </a:lnTo>
                  <a:lnTo>
                    <a:pt x="9413" y="6501"/>
                  </a:lnTo>
                  <a:lnTo>
                    <a:pt x="9404" y="6466"/>
                  </a:lnTo>
                  <a:lnTo>
                    <a:pt x="9270" y="6073"/>
                  </a:lnTo>
                  <a:lnTo>
                    <a:pt x="8958" y="5287"/>
                  </a:lnTo>
                  <a:lnTo>
                    <a:pt x="8770" y="4903"/>
                  </a:lnTo>
                  <a:lnTo>
                    <a:pt x="8502" y="4412"/>
                  </a:lnTo>
                  <a:lnTo>
                    <a:pt x="8038" y="3724"/>
                  </a:lnTo>
                  <a:lnTo>
                    <a:pt x="7681" y="3296"/>
                  </a:lnTo>
                  <a:lnTo>
                    <a:pt x="7493" y="3090"/>
                  </a:lnTo>
                  <a:lnTo>
                    <a:pt x="7127" y="2733"/>
                  </a:lnTo>
                  <a:lnTo>
                    <a:pt x="6314" y="2108"/>
                  </a:lnTo>
                  <a:lnTo>
                    <a:pt x="5421" y="1581"/>
                  </a:lnTo>
                  <a:lnTo>
                    <a:pt x="4484" y="1152"/>
                  </a:lnTo>
                  <a:lnTo>
                    <a:pt x="4002" y="974"/>
                  </a:lnTo>
                  <a:lnTo>
                    <a:pt x="3689" y="867"/>
                  </a:lnTo>
                  <a:lnTo>
                    <a:pt x="3376" y="777"/>
                  </a:lnTo>
                  <a:lnTo>
                    <a:pt x="2537" y="536"/>
                  </a:lnTo>
                  <a:lnTo>
                    <a:pt x="849" y="161"/>
                  </a:lnTo>
                  <a:lnTo>
                    <a:pt x="1"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321;p33">
              <a:extLst>
                <a:ext uri="{FF2B5EF4-FFF2-40B4-BE49-F238E27FC236}">
                  <a16:creationId xmlns:a16="http://schemas.microsoft.com/office/drawing/2014/main" id="{BC80C472-BADC-4FCA-97DD-6440CC3CADA8}"/>
                </a:ext>
              </a:extLst>
            </p:cNvPr>
            <p:cNvSpPr/>
            <p:nvPr/>
          </p:nvSpPr>
          <p:spPr>
            <a:xfrm>
              <a:off x="2494970" y="4156353"/>
              <a:ext cx="328702" cy="330094"/>
            </a:xfrm>
            <a:custGeom>
              <a:avLst/>
              <a:gdLst/>
              <a:ahLst/>
              <a:cxnLst/>
              <a:rect l="l" t="t" r="r" b="b"/>
              <a:pathLst>
                <a:path w="6377" h="6404" extrusionOk="0">
                  <a:moveTo>
                    <a:pt x="63" y="1"/>
                  </a:moveTo>
                  <a:lnTo>
                    <a:pt x="18" y="28"/>
                  </a:lnTo>
                  <a:lnTo>
                    <a:pt x="0" y="63"/>
                  </a:lnTo>
                  <a:lnTo>
                    <a:pt x="18" y="99"/>
                  </a:lnTo>
                  <a:lnTo>
                    <a:pt x="1875" y="1983"/>
                  </a:lnTo>
                  <a:lnTo>
                    <a:pt x="1991" y="2108"/>
                  </a:lnTo>
                  <a:lnTo>
                    <a:pt x="2045" y="2162"/>
                  </a:lnTo>
                  <a:lnTo>
                    <a:pt x="2054" y="2171"/>
                  </a:lnTo>
                  <a:lnTo>
                    <a:pt x="2063" y="2180"/>
                  </a:lnTo>
                  <a:lnTo>
                    <a:pt x="4054" y="4198"/>
                  </a:lnTo>
                  <a:lnTo>
                    <a:pt x="4161" y="4314"/>
                  </a:lnTo>
                  <a:lnTo>
                    <a:pt x="5965" y="6136"/>
                  </a:lnTo>
                  <a:lnTo>
                    <a:pt x="6072" y="6261"/>
                  </a:lnTo>
                  <a:lnTo>
                    <a:pt x="6224" y="6404"/>
                  </a:lnTo>
                  <a:lnTo>
                    <a:pt x="6376" y="6404"/>
                  </a:lnTo>
                  <a:lnTo>
                    <a:pt x="6189" y="6216"/>
                  </a:lnTo>
                  <a:lnTo>
                    <a:pt x="6081" y="6100"/>
                  </a:lnTo>
                  <a:lnTo>
                    <a:pt x="4286" y="4278"/>
                  </a:lnTo>
                  <a:lnTo>
                    <a:pt x="4224" y="4216"/>
                  </a:lnTo>
                  <a:lnTo>
                    <a:pt x="4170" y="4162"/>
                  </a:lnTo>
                  <a:lnTo>
                    <a:pt x="2143" y="2099"/>
                  </a:lnTo>
                  <a:lnTo>
                    <a:pt x="2027" y="1983"/>
                  </a:lnTo>
                  <a:lnTo>
                    <a:pt x="98" y="19"/>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322;p33">
              <a:extLst>
                <a:ext uri="{FF2B5EF4-FFF2-40B4-BE49-F238E27FC236}">
                  <a16:creationId xmlns:a16="http://schemas.microsoft.com/office/drawing/2014/main" id="{B131972D-6D31-492A-9DE2-47A942D07242}"/>
                </a:ext>
              </a:extLst>
            </p:cNvPr>
            <p:cNvSpPr/>
            <p:nvPr/>
          </p:nvSpPr>
          <p:spPr>
            <a:xfrm>
              <a:off x="2882993" y="4422423"/>
              <a:ext cx="10154" cy="64019"/>
            </a:xfrm>
            <a:custGeom>
              <a:avLst/>
              <a:gdLst/>
              <a:ahLst/>
              <a:cxnLst/>
              <a:rect l="l" t="t" r="r" b="b"/>
              <a:pathLst>
                <a:path w="197" h="1242" extrusionOk="0">
                  <a:moveTo>
                    <a:pt x="54" y="0"/>
                  </a:moveTo>
                  <a:lnTo>
                    <a:pt x="9" y="18"/>
                  </a:lnTo>
                  <a:lnTo>
                    <a:pt x="0" y="63"/>
                  </a:lnTo>
                  <a:lnTo>
                    <a:pt x="63" y="652"/>
                  </a:lnTo>
                  <a:lnTo>
                    <a:pt x="89" y="1242"/>
                  </a:lnTo>
                  <a:lnTo>
                    <a:pt x="196" y="1242"/>
                  </a:lnTo>
                  <a:lnTo>
                    <a:pt x="170" y="643"/>
                  </a:lnTo>
                  <a:lnTo>
                    <a:pt x="116" y="54"/>
                  </a:lnTo>
                  <a:lnTo>
                    <a:pt x="98" y="9"/>
                  </a:lnTo>
                  <a:lnTo>
                    <a:pt x="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323;p33">
              <a:extLst>
                <a:ext uri="{FF2B5EF4-FFF2-40B4-BE49-F238E27FC236}">
                  <a16:creationId xmlns:a16="http://schemas.microsoft.com/office/drawing/2014/main" id="{59252647-69C7-4927-936A-18377C1FFFD5}"/>
                </a:ext>
              </a:extLst>
            </p:cNvPr>
            <p:cNvSpPr/>
            <p:nvPr/>
          </p:nvSpPr>
          <p:spPr>
            <a:xfrm>
              <a:off x="2808409" y="4311500"/>
              <a:ext cx="9690" cy="168965"/>
            </a:xfrm>
            <a:custGeom>
              <a:avLst/>
              <a:gdLst/>
              <a:ahLst/>
              <a:cxnLst/>
              <a:rect l="l" t="t" r="r" b="b"/>
              <a:pathLst>
                <a:path w="188" h="3278" extrusionOk="0">
                  <a:moveTo>
                    <a:pt x="134" y="0"/>
                  </a:moveTo>
                  <a:lnTo>
                    <a:pt x="90" y="9"/>
                  </a:lnTo>
                  <a:lnTo>
                    <a:pt x="81" y="54"/>
                  </a:lnTo>
                  <a:lnTo>
                    <a:pt x="0" y="3224"/>
                  </a:lnTo>
                  <a:lnTo>
                    <a:pt x="9" y="3269"/>
                  </a:lnTo>
                  <a:lnTo>
                    <a:pt x="54" y="3277"/>
                  </a:lnTo>
                  <a:lnTo>
                    <a:pt x="72" y="3277"/>
                  </a:lnTo>
                  <a:lnTo>
                    <a:pt x="90" y="3260"/>
                  </a:lnTo>
                  <a:lnTo>
                    <a:pt x="108" y="3251"/>
                  </a:lnTo>
                  <a:lnTo>
                    <a:pt x="108" y="3224"/>
                  </a:lnTo>
                  <a:lnTo>
                    <a:pt x="188" y="54"/>
                  </a:lnTo>
                  <a:lnTo>
                    <a:pt x="179" y="9"/>
                  </a:lnTo>
                  <a:lnTo>
                    <a:pt x="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324;p33">
              <a:extLst>
                <a:ext uri="{FF2B5EF4-FFF2-40B4-BE49-F238E27FC236}">
                  <a16:creationId xmlns:a16="http://schemas.microsoft.com/office/drawing/2014/main" id="{EBA4821A-385C-43E5-B328-7681C00D95CE}"/>
                </a:ext>
              </a:extLst>
            </p:cNvPr>
            <p:cNvSpPr/>
            <p:nvPr/>
          </p:nvSpPr>
          <p:spPr>
            <a:xfrm>
              <a:off x="2595275" y="4136096"/>
              <a:ext cx="10206" cy="132625"/>
            </a:xfrm>
            <a:custGeom>
              <a:avLst/>
              <a:gdLst/>
              <a:ahLst/>
              <a:cxnLst/>
              <a:rect l="l" t="t" r="r" b="b"/>
              <a:pathLst>
                <a:path w="198" h="2573" extrusionOk="0">
                  <a:moveTo>
                    <a:pt x="54" y="1"/>
                  </a:moveTo>
                  <a:lnTo>
                    <a:pt x="10" y="19"/>
                  </a:lnTo>
                  <a:lnTo>
                    <a:pt x="1" y="54"/>
                  </a:lnTo>
                  <a:lnTo>
                    <a:pt x="90" y="2519"/>
                  </a:lnTo>
                  <a:lnTo>
                    <a:pt x="99" y="2564"/>
                  </a:lnTo>
                  <a:lnTo>
                    <a:pt x="144" y="2573"/>
                  </a:lnTo>
                  <a:lnTo>
                    <a:pt x="162" y="2573"/>
                  </a:lnTo>
                  <a:lnTo>
                    <a:pt x="179" y="2555"/>
                  </a:lnTo>
                  <a:lnTo>
                    <a:pt x="197" y="2537"/>
                  </a:lnTo>
                  <a:lnTo>
                    <a:pt x="197" y="2519"/>
                  </a:lnTo>
                  <a:lnTo>
                    <a:pt x="108" y="54"/>
                  </a:lnTo>
                  <a:lnTo>
                    <a:pt x="90" y="10"/>
                  </a:lnTo>
                  <a:lnTo>
                    <a:pt x="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325;p33">
              <a:extLst>
                <a:ext uri="{FF2B5EF4-FFF2-40B4-BE49-F238E27FC236}">
                  <a16:creationId xmlns:a16="http://schemas.microsoft.com/office/drawing/2014/main" id="{000B0587-6FAA-4EE0-9460-3692501E1413}"/>
                </a:ext>
              </a:extLst>
            </p:cNvPr>
            <p:cNvSpPr/>
            <p:nvPr/>
          </p:nvSpPr>
          <p:spPr>
            <a:xfrm>
              <a:off x="2642695" y="4470307"/>
              <a:ext cx="169428" cy="8299"/>
            </a:xfrm>
            <a:custGeom>
              <a:avLst/>
              <a:gdLst/>
              <a:ahLst/>
              <a:cxnLst/>
              <a:rect l="l" t="t" r="r" b="b"/>
              <a:pathLst>
                <a:path w="3287" h="161" extrusionOk="0">
                  <a:moveTo>
                    <a:pt x="54" y="0"/>
                  </a:moveTo>
                  <a:lnTo>
                    <a:pt x="10" y="9"/>
                  </a:lnTo>
                  <a:lnTo>
                    <a:pt x="1" y="54"/>
                  </a:lnTo>
                  <a:lnTo>
                    <a:pt x="10" y="98"/>
                  </a:lnTo>
                  <a:lnTo>
                    <a:pt x="54" y="116"/>
                  </a:lnTo>
                  <a:lnTo>
                    <a:pt x="3224" y="161"/>
                  </a:lnTo>
                  <a:lnTo>
                    <a:pt x="3251" y="161"/>
                  </a:lnTo>
                  <a:lnTo>
                    <a:pt x="3269" y="152"/>
                  </a:lnTo>
                  <a:lnTo>
                    <a:pt x="3278" y="134"/>
                  </a:lnTo>
                  <a:lnTo>
                    <a:pt x="3287" y="107"/>
                  </a:lnTo>
                  <a:lnTo>
                    <a:pt x="3269" y="63"/>
                  </a:lnTo>
                  <a:lnTo>
                    <a:pt x="3224" y="54"/>
                  </a:lnTo>
                  <a:lnTo>
                    <a:pt x="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326;p33">
              <a:extLst>
                <a:ext uri="{FF2B5EF4-FFF2-40B4-BE49-F238E27FC236}">
                  <a16:creationId xmlns:a16="http://schemas.microsoft.com/office/drawing/2014/main" id="{DC18D7F9-62E3-4BAE-91C9-A11665FA1A70}"/>
                </a:ext>
              </a:extLst>
            </p:cNvPr>
            <p:cNvSpPr/>
            <p:nvPr/>
          </p:nvSpPr>
          <p:spPr>
            <a:xfrm>
              <a:off x="2469147" y="4249338"/>
              <a:ext cx="132625" cy="15721"/>
            </a:xfrm>
            <a:custGeom>
              <a:avLst/>
              <a:gdLst/>
              <a:ahLst/>
              <a:cxnLst/>
              <a:rect l="l" t="t" r="r" b="b"/>
              <a:pathLst>
                <a:path w="2573" h="305" extrusionOk="0">
                  <a:moveTo>
                    <a:pt x="63" y="1"/>
                  </a:moveTo>
                  <a:lnTo>
                    <a:pt x="19" y="10"/>
                  </a:lnTo>
                  <a:lnTo>
                    <a:pt x="1" y="54"/>
                  </a:lnTo>
                  <a:lnTo>
                    <a:pt x="10" y="99"/>
                  </a:lnTo>
                  <a:lnTo>
                    <a:pt x="55" y="117"/>
                  </a:lnTo>
                  <a:lnTo>
                    <a:pt x="2510" y="304"/>
                  </a:lnTo>
                  <a:lnTo>
                    <a:pt x="2537" y="304"/>
                  </a:lnTo>
                  <a:lnTo>
                    <a:pt x="2555" y="286"/>
                  </a:lnTo>
                  <a:lnTo>
                    <a:pt x="2564" y="277"/>
                  </a:lnTo>
                  <a:lnTo>
                    <a:pt x="2573" y="251"/>
                  </a:lnTo>
                  <a:lnTo>
                    <a:pt x="2564" y="206"/>
                  </a:lnTo>
                  <a:lnTo>
                    <a:pt x="2519" y="197"/>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327;p33">
              <a:extLst>
                <a:ext uri="{FF2B5EF4-FFF2-40B4-BE49-F238E27FC236}">
                  <a16:creationId xmlns:a16="http://schemas.microsoft.com/office/drawing/2014/main" id="{7FBB7FA0-E324-4699-85AD-6F23CD872DEB}"/>
                </a:ext>
              </a:extLst>
            </p:cNvPr>
            <p:cNvSpPr/>
            <p:nvPr/>
          </p:nvSpPr>
          <p:spPr>
            <a:xfrm>
              <a:off x="2709908" y="4211144"/>
              <a:ext cx="9690" cy="168965"/>
            </a:xfrm>
            <a:custGeom>
              <a:avLst/>
              <a:gdLst/>
              <a:ahLst/>
              <a:cxnLst/>
              <a:rect l="l" t="t" r="r" b="b"/>
              <a:pathLst>
                <a:path w="188" h="3278" extrusionOk="0">
                  <a:moveTo>
                    <a:pt x="134" y="0"/>
                  </a:moveTo>
                  <a:lnTo>
                    <a:pt x="90" y="9"/>
                  </a:lnTo>
                  <a:lnTo>
                    <a:pt x="81" y="54"/>
                  </a:lnTo>
                  <a:lnTo>
                    <a:pt x="0" y="3224"/>
                  </a:lnTo>
                  <a:lnTo>
                    <a:pt x="9" y="3269"/>
                  </a:lnTo>
                  <a:lnTo>
                    <a:pt x="54" y="3278"/>
                  </a:lnTo>
                  <a:lnTo>
                    <a:pt x="81" y="3278"/>
                  </a:lnTo>
                  <a:lnTo>
                    <a:pt x="99" y="3260"/>
                  </a:lnTo>
                  <a:lnTo>
                    <a:pt x="108" y="3251"/>
                  </a:lnTo>
                  <a:lnTo>
                    <a:pt x="116" y="3224"/>
                  </a:lnTo>
                  <a:lnTo>
                    <a:pt x="188" y="54"/>
                  </a:lnTo>
                  <a:lnTo>
                    <a:pt x="179" y="9"/>
                  </a:lnTo>
                  <a:lnTo>
                    <a:pt x="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28;p33">
              <a:extLst>
                <a:ext uri="{FF2B5EF4-FFF2-40B4-BE49-F238E27FC236}">
                  <a16:creationId xmlns:a16="http://schemas.microsoft.com/office/drawing/2014/main" id="{4D706D66-1616-4F7A-9DD6-60C31C4FFA6C}"/>
                </a:ext>
              </a:extLst>
            </p:cNvPr>
            <p:cNvSpPr/>
            <p:nvPr/>
          </p:nvSpPr>
          <p:spPr>
            <a:xfrm>
              <a:off x="2544195" y="4369951"/>
              <a:ext cx="169428" cy="8763"/>
            </a:xfrm>
            <a:custGeom>
              <a:avLst/>
              <a:gdLst/>
              <a:ahLst/>
              <a:cxnLst/>
              <a:rect l="l" t="t" r="r" b="b"/>
              <a:pathLst>
                <a:path w="3287" h="170" extrusionOk="0">
                  <a:moveTo>
                    <a:pt x="63" y="0"/>
                  </a:moveTo>
                  <a:lnTo>
                    <a:pt x="18" y="9"/>
                  </a:lnTo>
                  <a:lnTo>
                    <a:pt x="1" y="54"/>
                  </a:lnTo>
                  <a:lnTo>
                    <a:pt x="10" y="99"/>
                  </a:lnTo>
                  <a:lnTo>
                    <a:pt x="54" y="116"/>
                  </a:lnTo>
                  <a:lnTo>
                    <a:pt x="3224" y="170"/>
                  </a:lnTo>
                  <a:lnTo>
                    <a:pt x="3251" y="161"/>
                  </a:lnTo>
                  <a:lnTo>
                    <a:pt x="3269" y="152"/>
                  </a:lnTo>
                  <a:lnTo>
                    <a:pt x="3278" y="134"/>
                  </a:lnTo>
                  <a:lnTo>
                    <a:pt x="3287" y="107"/>
                  </a:lnTo>
                  <a:lnTo>
                    <a:pt x="3269" y="63"/>
                  </a:lnTo>
                  <a:lnTo>
                    <a:pt x="3233" y="54"/>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329;p33">
              <a:extLst>
                <a:ext uri="{FF2B5EF4-FFF2-40B4-BE49-F238E27FC236}">
                  <a16:creationId xmlns:a16="http://schemas.microsoft.com/office/drawing/2014/main" id="{0D98DA4A-95FC-4BA0-9A86-5F8405DA8033}"/>
                </a:ext>
              </a:extLst>
            </p:cNvPr>
            <p:cNvSpPr/>
            <p:nvPr/>
          </p:nvSpPr>
          <p:spPr>
            <a:xfrm>
              <a:off x="5896919" y="3870541"/>
              <a:ext cx="439627" cy="621427"/>
            </a:xfrm>
            <a:custGeom>
              <a:avLst/>
              <a:gdLst/>
              <a:ahLst/>
              <a:cxnLst/>
              <a:rect l="l" t="t" r="r" b="b"/>
              <a:pathLst>
                <a:path w="8529" h="12056" extrusionOk="0">
                  <a:moveTo>
                    <a:pt x="3260" y="0"/>
                  </a:moveTo>
                  <a:lnTo>
                    <a:pt x="2715" y="72"/>
                  </a:lnTo>
                  <a:lnTo>
                    <a:pt x="2447" y="134"/>
                  </a:lnTo>
                  <a:lnTo>
                    <a:pt x="2179" y="197"/>
                  </a:lnTo>
                  <a:lnTo>
                    <a:pt x="1652" y="384"/>
                  </a:lnTo>
                  <a:lnTo>
                    <a:pt x="1161" y="634"/>
                  </a:lnTo>
                  <a:lnTo>
                    <a:pt x="724" y="965"/>
                  </a:lnTo>
                  <a:lnTo>
                    <a:pt x="536" y="1161"/>
                  </a:lnTo>
                  <a:lnTo>
                    <a:pt x="358" y="1384"/>
                  </a:lnTo>
                  <a:lnTo>
                    <a:pt x="117" y="1876"/>
                  </a:lnTo>
                  <a:lnTo>
                    <a:pt x="0" y="2420"/>
                  </a:lnTo>
                  <a:lnTo>
                    <a:pt x="27" y="2822"/>
                  </a:lnTo>
                  <a:lnTo>
                    <a:pt x="90" y="3090"/>
                  </a:lnTo>
                  <a:lnTo>
                    <a:pt x="143" y="3215"/>
                  </a:lnTo>
                  <a:lnTo>
                    <a:pt x="277" y="3465"/>
                  </a:lnTo>
                  <a:lnTo>
                    <a:pt x="634" y="3912"/>
                  </a:lnTo>
                  <a:lnTo>
                    <a:pt x="1001" y="4349"/>
                  </a:lnTo>
                  <a:lnTo>
                    <a:pt x="1215" y="4697"/>
                  </a:lnTo>
                  <a:lnTo>
                    <a:pt x="1313" y="4947"/>
                  </a:lnTo>
                  <a:lnTo>
                    <a:pt x="1340" y="5081"/>
                  </a:lnTo>
                  <a:lnTo>
                    <a:pt x="1358" y="5314"/>
                  </a:lnTo>
                  <a:lnTo>
                    <a:pt x="1251" y="5760"/>
                  </a:lnTo>
                  <a:lnTo>
                    <a:pt x="911" y="6376"/>
                  </a:lnTo>
                  <a:lnTo>
                    <a:pt x="634" y="6769"/>
                  </a:lnTo>
                  <a:lnTo>
                    <a:pt x="492" y="6957"/>
                  </a:lnTo>
                  <a:lnTo>
                    <a:pt x="250" y="7376"/>
                  </a:lnTo>
                  <a:lnTo>
                    <a:pt x="90" y="7823"/>
                  </a:lnTo>
                  <a:lnTo>
                    <a:pt x="63" y="8153"/>
                  </a:lnTo>
                  <a:lnTo>
                    <a:pt x="99" y="8377"/>
                  </a:lnTo>
                  <a:lnTo>
                    <a:pt x="134" y="8484"/>
                  </a:lnTo>
                  <a:lnTo>
                    <a:pt x="224" y="8671"/>
                  </a:lnTo>
                  <a:lnTo>
                    <a:pt x="492" y="8966"/>
                  </a:lnTo>
                  <a:lnTo>
                    <a:pt x="1018" y="9296"/>
                  </a:lnTo>
                  <a:lnTo>
                    <a:pt x="1402" y="9466"/>
                  </a:lnTo>
                  <a:lnTo>
                    <a:pt x="1590" y="9555"/>
                  </a:lnTo>
                  <a:lnTo>
                    <a:pt x="1947" y="9779"/>
                  </a:lnTo>
                  <a:lnTo>
                    <a:pt x="2251" y="10055"/>
                  </a:lnTo>
                  <a:lnTo>
                    <a:pt x="2412" y="10305"/>
                  </a:lnTo>
                  <a:lnTo>
                    <a:pt x="2474" y="10493"/>
                  </a:lnTo>
                  <a:lnTo>
                    <a:pt x="2483" y="10591"/>
                  </a:lnTo>
                  <a:lnTo>
                    <a:pt x="2492" y="10788"/>
                  </a:lnTo>
                  <a:lnTo>
                    <a:pt x="2385" y="11154"/>
                  </a:lnTo>
                  <a:lnTo>
                    <a:pt x="2108" y="11690"/>
                  </a:lnTo>
                  <a:lnTo>
                    <a:pt x="1965" y="12056"/>
                  </a:lnTo>
                  <a:lnTo>
                    <a:pt x="8189" y="12056"/>
                  </a:lnTo>
                  <a:lnTo>
                    <a:pt x="8305" y="11913"/>
                  </a:lnTo>
                  <a:lnTo>
                    <a:pt x="8395" y="11752"/>
                  </a:lnTo>
                  <a:lnTo>
                    <a:pt x="8457" y="11618"/>
                  </a:lnTo>
                  <a:lnTo>
                    <a:pt x="8502" y="11484"/>
                  </a:lnTo>
                  <a:lnTo>
                    <a:pt x="8529" y="11332"/>
                  </a:lnTo>
                  <a:lnTo>
                    <a:pt x="8529" y="11038"/>
                  </a:lnTo>
                  <a:lnTo>
                    <a:pt x="8484" y="10895"/>
                  </a:lnTo>
                  <a:lnTo>
                    <a:pt x="8475" y="10877"/>
                  </a:lnTo>
                  <a:lnTo>
                    <a:pt x="8466" y="10859"/>
                  </a:lnTo>
                  <a:lnTo>
                    <a:pt x="8421" y="10761"/>
                  </a:lnTo>
                  <a:lnTo>
                    <a:pt x="8368" y="10672"/>
                  </a:lnTo>
                  <a:lnTo>
                    <a:pt x="8234" y="10511"/>
                  </a:lnTo>
                  <a:lnTo>
                    <a:pt x="7895" y="10234"/>
                  </a:lnTo>
                  <a:lnTo>
                    <a:pt x="7528" y="9975"/>
                  </a:lnTo>
                  <a:lnTo>
                    <a:pt x="7296" y="9752"/>
                  </a:lnTo>
                  <a:lnTo>
                    <a:pt x="7180" y="9582"/>
                  </a:lnTo>
                  <a:lnTo>
                    <a:pt x="7135" y="9484"/>
                  </a:lnTo>
                  <a:lnTo>
                    <a:pt x="7100" y="9386"/>
                  </a:lnTo>
                  <a:lnTo>
                    <a:pt x="7073" y="9189"/>
                  </a:lnTo>
                  <a:lnTo>
                    <a:pt x="7082" y="9082"/>
                  </a:lnTo>
                  <a:lnTo>
                    <a:pt x="7100" y="8939"/>
                  </a:lnTo>
                  <a:lnTo>
                    <a:pt x="7189" y="8653"/>
                  </a:lnTo>
                  <a:lnTo>
                    <a:pt x="7412" y="8234"/>
                  </a:lnTo>
                  <a:lnTo>
                    <a:pt x="7600" y="7984"/>
                  </a:lnTo>
                  <a:lnTo>
                    <a:pt x="7859" y="7662"/>
                  </a:lnTo>
                  <a:lnTo>
                    <a:pt x="8180" y="7126"/>
                  </a:lnTo>
                  <a:lnTo>
                    <a:pt x="8287" y="6742"/>
                  </a:lnTo>
                  <a:lnTo>
                    <a:pt x="8279" y="6537"/>
                  </a:lnTo>
                  <a:lnTo>
                    <a:pt x="8261" y="6421"/>
                  </a:lnTo>
                  <a:lnTo>
                    <a:pt x="8198" y="6216"/>
                  </a:lnTo>
                  <a:lnTo>
                    <a:pt x="8020" y="5921"/>
                  </a:lnTo>
                  <a:lnTo>
                    <a:pt x="7680" y="5599"/>
                  </a:lnTo>
                  <a:lnTo>
                    <a:pt x="7269" y="5340"/>
                  </a:lnTo>
                  <a:lnTo>
                    <a:pt x="7055" y="5233"/>
                  </a:lnTo>
                  <a:lnTo>
                    <a:pt x="6635" y="5019"/>
                  </a:lnTo>
                  <a:lnTo>
                    <a:pt x="6046" y="4608"/>
                  </a:lnTo>
                  <a:lnTo>
                    <a:pt x="5760" y="4260"/>
                  </a:lnTo>
                  <a:lnTo>
                    <a:pt x="5671" y="4046"/>
                  </a:lnTo>
                  <a:lnTo>
                    <a:pt x="5626" y="3921"/>
                  </a:lnTo>
                  <a:lnTo>
                    <a:pt x="5600" y="3644"/>
                  </a:lnTo>
                  <a:lnTo>
                    <a:pt x="5635" y="3233"/>
                  </a:lnTo>
                  <a:lnTo>
                    <a:pt x="5769" y="2679"/>
                  </a:lnTo>
                  <a:lnTo>
                    <a:pt x="5885" y="2126"/>
                  </a:lnTo>
                  <a:lnTo>
                    <a:pt x="5885" y="1840"/>
                  </a:lnTo>
                  <a:lnTo>
                    <a:pt x="5876" y="1706"/>
                  </a:lnTo>
                  <a:lnTo>
                    <a:pt x="5823" y="1438"/>
                  </a:lnTo>
                  <a:lnTo>
                    <a:pt x="5653" y="1063"/>
                  </a:lnTo>
                  <a:lnTo>
                    <a:pt x="5314" y="634"/>
                  </a:lnTo>
                  <a:lnTo>
                    <a:pt x="4867" y="304"/>
                  </a:lnTo>
                  <a:lnTo>
                    <a:pt x="4617" y="188"/>
                  </a:lnTo>
                  <a:lnTo>
                    <a:pt x="4358" y="99"/>
                  </a:lnTo>
                  <a:lnTo>
                    <a:pt x="3814" y="0"/>
                  </a:lnTo>
                  <a:close/>
                </a:path>
              </a:pathLst>
            </a:custGeom>
            <a:solidFill>
              <a:srgbClr val="00E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330;p33">
              <a:extLst>
                <a:ext uri="{FF2B5EF4-FFF2-40B4-BE49-F238E27FC236}">
                  <a16:creationId xmlns:a16="http://schemas.microsoft.com/office/drawing/2014/main" id="{6C5D2D55-6059-4EEA-827B-FD379BA5EFF9}"/>
                </a:ext>
              </a:extLst>
            </p:cNvPr>
            <p:cNvSpPr/>
            <p:nvPr/>
          </p:nvSpPr>
          <p:spPr>
            <a:xfrm>
              <a:off x="6026242" y="3934507"/>
              <a:ext cx="145048" cy="557459"/>
            </a:xfrm>
            <a:custGeom>
              <a:avLst/>
              <a:gdLst/>
              <a:ahLst/>
              <a:cxnLst/>
              <a:rect l="l" t="t" r="r" b="b"/>
              <a:pathLst>
                <a:path w="2814" h="10815" extrusionOk="0">
                  <a:moveTo>
                    <a:pt x="45" y="1"/>
                  </a:moveTo>
                  <a:lnTo>
                    <a:pt x="1" y="27"/>
                  </a:lnTo>
                  <a:lnTo>
                    <a:pt x="1" y="72"/>
                  </a:lnTo>
                  <a:lnTo>
                    <a:pt x="644" y="2626"/>
                  </a:lnTo>
                  <a:lnTo>
                    <a:pt x="688" y="2796"/>
                  </a:lnTo>
                  <a:lnTo>
                    <a:pt x="1305" y="5269"/>
                  </a:lnTo>
                  <a:lnTo>
                    <a:pt x="1340" y="5412"/>
                  </a:lnTo>
                  <a:lnTo>
                    <a:pt x="1349" y="5439"/>
                  </a:lnTo>
                  <a:lnTo>
                    <a:pt x="1358" y="5484"/>
                  </a:lnTo>
                  <a:lnTo>
                    <a:pt x="2064" y="8279"/>
                  </a:lnTo>
                  <a:lnTo>
                    <a:pt x="2099" y="8422"/>
                  </a:lnTo>
                  <a:lnTo>
                    <a:pt x="2099" y="8430"/>
                  </a:lnTo>
                  <a:lnTo>
                    <a:pt x="2698" y="10815"/>
                  </a:lnTo>
                  <a:lnTo>
                    <a:pt x="2814" y="10815"/>
                  </a:lnTo>
                  <a:lnTo>
                    <a:pt x="2233" y="8475"/>
                  </a:lnTo>
                  <a:lnTo>
                    <a:pt x="2206" y="8413"/>
                  </a:lnTo>
                  <a:lnTo>
                    <a:pt x="2198" y="8359"/>
                  </a:lnTo>
                  <a:lnTo>
                    <a:pt x="2189" y="8323"/>
                  </a:lnTo>
                  <a:lnTo>
                    <a:pt x="1465" y="5448"/>
                  </a:lnTo>
                  <a:lnTo>
                    <a:pt x="1430" y="5296"/>
                  </a:lnTo>
                  <a:lnTo>
                    <a:pt x="822" y="2867"/>
                  </a:lnTo>
                  <a:lnTo>
                    <a:pt x="778" y="2706"/>
                  </a:lnTo>
                  <a:lnTo>
                    <a:pt x="108" y="45"/>
                  </a:lnTo>
                  <a:lnTo>
                    <a:pt x="90"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331;p33">
              <a:extLst>
                <a:ext uri="{FF2B5EF4-FFF2-40B4-BE49-F238E27FC236}">
                  <a16:creationId xmlns:a16="http://schemas.microsoft.com/office/drawing/2014/main" id="{D8D07203-F534-4D0C-9446-5AD4BA391625}"/>
                </a:ext>
              </a:extLst>
            </p:cNvPr>
            <p:cNvSpPr/>
            <p:nvPr/>
          </p:nvSpPr>
          <p:spPr>
            <a:xfrm>
              <a:off x="6190564" y="4404021"/>
              <a:ext cx="50720" cy="87936"/>
            </a:xfrm>
            <a:custGeom>
              <a:avLst/>
              <a:gdLst/>
              <a:ahLst/>
              <a:cxnLst/>
              <a:rect l="l" t="t" r="r" b="b"/>
              <a:pathLst>
                <a:path w="984" h="1706" extrusionOk="0">
                  <a:moveTo>
                    <a:pt x="903" y="0"/>
                  </a:moveTo>
                  <a:lnTo>
                    <a:pt x="867" y="36"/>
                  </a:lnTo>
                  <a:lnTo>
                    <a:pt x="813" y="170"/>
                  </a:lnTo>
                  <a:lnTo>
                    <a:pt x="751" y="295"/>
                  </a:lnTo>
                  <a:lnTo>
                    <a:pt x="581" y="652"/>
                  </a:lnTo>
                  <a:lnTo>
                    <a:pt x="206" y="1357"/>
                  </a:lnTo>
                  <a:lnTo>
                    <a:pt x="1" y="1706"/>
                  </a:lnTo>
                  <a:lnTo>
                    <a:pt x="135" y="1706"/>
                  </a:lnTo>
                  <a:lnTo>
                    <a:pt x="367" y="1304"/>
                  </a:lnTo>
                  <a:lnTo>
                    <a:pt x="581" y="893"/>
                  </a:lnTo>
                  <a:lnTo>
                    <a:pt x="787" y="491"/>
                  </a:lnTo>
                  <a:lnTo>
                    <a:pt x="974" y="80"/>
                  </a:lnTo>
                  <a:lnTo>
                    <a:pt x="983" y="36"/>
                  </a:lnTo>
                  <a:lnTo>
                    <a:pt x="947" y="9"/>
                  </a:lnTo>
                  <a:lnTo>
                    <a:pt x="903"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332;p33">
              <a:extLst>
                <a:ext uri="{FF2B5EF4-FFF2-40B4-BE49-F238E27FC236}">
                  <a16:creationId xmlns:a16="http://schemas.microsoft.com/office/drawing/2014/main" id="{4EF886ED-0355-4BF2-A2F2-A863D3287761}"/>
                </a:ext>
              </a:extLst>
            </p:cNvPr>
            <p:cNvSpPr/>
            <p:nvPr/>
          </p:nvSpPr>
          <p:spPr>
            <a:xfrm>
              <a:off x="6135361" y="4227689"/>
              <a:ext cx="92111" cy="145048"/>
            </a:xfrm>
            <a:custGeom>
              <a:avLst/>
              <a:gdLst/>
              <a:ahLst/>
              <a:cxnLst/>
              <a:rect l="l" t="t" r="r" b="b"/>
              <a:pathLst>
                <a:path w="1787" h="2814" extrusionOk="0">
                  <a:moveTo>
                    <a:pt x="1715" y="1"/>
                  </a:moveTo>
                  <a:lnTo>
                    <a:pt x="1679" y="37"/>
                  </a:lnTo>
                  <a:lnTo>
                    <a:pt x="9" y="2734"/>
                  </a:lnTo>
                  <a:lnTo>
                    <a:pt x="0" y="2778"/>
                  </a:lnTo>
                  <a:lnTo>
                    <a:pt x="27" y="2805"/>
                  </a:lnTo>
                  <a:lnTo>
                    <a:pt x="54" y="2814"/>
                  </a:lnTo>
                  <a:lnTo>
                    <a:pt x="72" y="2814"/>
                  </a:lnTo>
                  <a:lnTo>
                    <a:pt x="89" y="2805"/>
                  </a:lnTo>
                  <a:lnTo>
                    <a:pt x="107" y="2787"/>
                  </a:lnTo>
                  <a:lnTo>
                    <a:pt x="1777" y="90"/>
                  </a:lnTo>
                  <a:lnTo>
                    <a:pt x="1786" y="55"/>
                  </a:lnTo>
                  <a:lnTo>
                    <a:pt x="1759" y="19"/>
                  </a:lnTo>
                  <a:lnTo>
                    <a:pt x="1715"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333;p33">
              <a:extLst>
                <a:ext uri="{FF2B5EF4-FFF2-40B4-BE49-F238E27FC236}">
                  <a16:creationId xmlns:a16="http://schemas.microsoft.com/office/drawing/2014/main" id="{CA83F5F7-9C6D-4084-8EBF-ED6344164061}"/>
                </a:ext>
              </a:extLst>
            </p:cNvPr>
            <p:cNvSpPr/>
            <p:nvPr/>
          </p:nvSpPr>
          <p:spPr>
            <a:xfrm>
              <a:off x="6095311" y="4130117"/>
              <a:ext cx="53916" cy="88451"/>
            </a:xfrm>
            <a:custGeom>
              <a:avLst/>
              <a:gdLst/>
              <a:ahLst/>
              <a:cxnLst/>
              <a:rect l="l" t="t" r="r" b="b"/>
              <a:pathLst>
                <a:path w="1046" h="1716" extrusionOk="0">
                  <a:moveTo>
                    <a:pt x="974" y="1"/>
                  </a:moveTo>
                  <a:lnTo>
                    <a:pt x="938" y="28"/>
                  </a:lnTo>
                  <a:lnTo>
                    <a:pt x="9" y="1626"/>
                  </a:lnTo>
                  <a:lnTo>
                    <a:pt x="0" y="1671"/>
                  </a:lnTo>
                  <a:lnTo>
                    <a:pt x="36" y="1706"/>
                  </a:lnTo>
                  <a:lnTo>
                    <a:pt x="54" y="1715"/>
                  </a:lnTo>
                  <a:lnTo>
                    <a:pt x="72" y="1706"/>
                  </a:lnTo>
                  <a:lnTo>
                    <a:pt x="99" y="1706"/>
                  </a:lnTo>
                  <a:lnTo>
                    <a:pt x="107" y="1680"/>
                  </a:lnTo>
                  <a:lnTo>
                    <a:pt x="1036" y="81"/>
                  </a:lnTo>
                  <a:lnTo>
                    <a:pt x="1045" y="45"/>
                  </a:lnTo>
                  <a:lnTo>
                    <a:pt x="1018" y="10"/>
                  </a:lnTo>
                  <a:lnTo>
                    <a:pt x="974"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334;p33">
              <a:extLst>
                <a:ext uri="{FF2B5EF4-FFF2-40B4-BE49-F238E27FC236}">
                  <a16:creationId xmlns:a16="http://schemas.microsoft.com/office/drawing/2014/main" id="{115D1329-4AF6-4ED1-8F8C-96C8CD60F002}"/>
                </a:ext>
              </a:extLst>
            </p:cNvPr>
            <p:cNvSpPr/>
            <p:nvPr/>
          </p:nvSpPr>
          <p:spPr>
            <a:xfrm>
              <a:off x="6062632" y="3966722"/>
              <a:ext cx="66338" cy="117883"/>
            </a:xfrm>
            <a:custGeom>
              <a:avLst/>
              <a:gdLst/>
              <a:ahLst/>
              <a:cxnLst/>
              <a:rect l="l" t="t" r="r" b="b"/>
              <a:pathLst>
                <a:path w="1287" h="2287" extrusionOk="0">
                  <a:moveTo>
                    <a:pt x="1206" y="1"/>
                  </a:moveTo>
                  <a:lnTo>
                    <a:pt x="1179" y="36"/>
                  </a:lnTo>
                  <a:lnTo>
                    <a:pt x="9" y="2206"/>
                  </a:lnTo>
                  <a:lnTo>
                    <a:pt x="0" y="2251"/>
                  </a:lnTo>
                  <a:lnTo>
                    <a:pt x="27" y="2278"/>
                  </a:lnTo>
                  <a:lnTo>
                    <a:pt x="54" y="2287"/>
                  </a:lnTo>
                  <a:lnTo>
                    <a:pt x="72" y="2287"/>
                  </a:lnTo>
                  <a:lnTo>
                    <a:pt x="90" y="2278"/>
                  </a:lnTo>
                  <a:lnTo>
                    <a:pt x="107" y="2260"/>
                  </a:lnTo>
                  <a:lnTo>
                    <a:pt x="1277" y="90"/>
                  </a:lnTo>
                  <a:lnTo>
                    <a:pt x="1286" y="45"/>
                  </a:lnTo>
                  <a:lnTo>
                    <a:pt x="1250" y="10"/>
                  </a:lnTo>
                  <a:lnTo>
                    <a:pt x="1206"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335;p33">
              <a:extLst>
                <a:ext uri="{FF2B5EF4-FFF2-40B4-BE49-F238E27FC236}">
                  <a16:creationId xmlns:a16="http://schemas.microsoft.com/office/drawing/2014/main" id="{CA88905A-70CA-43AF-844C-AE9314FD47EC}"/>
                </a:ext>
              </a:extLst>
            </p:cNvPr>
            <p:cNvSpPr/>
            <p:nvPr/>
          </p:nvSpPr>
          <p:spPr>
            <a:xfrm>
              <a:off x="6064436" y="4444483"/>
              <a:ext cx="68658" cy="47473"/>
            </a:xfrm>
            <a:custGeom>
              <a:avLst/>
              <a:gdLst/>
              <a:ahLst/>
              <a:cxnLst/>
              <a:rect l="l" t="t" r="r" b="b"/>
              <a:pathLst>
                <a:path w="1332" h="921" extrusionOk="0">
                  <a:moveTo>
                    <a:pt x="55" y="1"/>
                  </a:moveTo>
                  <a:lnTo>
                    <a:pt x="19" y="28"/>
                  </a:lnTo>
                  <a:lnTo>
                    <a:pt x="1" y="72"/>
                  </a:lnTo>
                  <a:lnTo>
                    <a:pt x="28" y="108"/>
                  </a:lnTo>
                  <a:lnTo>
                    <a:pt x="564" y="528"/>
                  </a:lnTo>
                  <a:lnTo>
                    <a:pt x="1126" y="921"/>
                  </a:lnTo>
                  <a:lnTo>
                    <a:pt x="1332" y="921"/>
                  </a:lnTo>
                  <a:lnTo>
                    <a:pt x="1010" y="706"/>
                  </a:lnTo>
                  <a:lnTo>
                    <a:pt x="394" y="260"/>
                  </a:lnTo>
                  <a:lnTo>
                    <a:pt x="99" y="19"/>
                  </a:lnTo>
                  <a:lnTo>
                    <a:pt x="55"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336;p33">
              <a:extLst>
                <a:ext uri="{FF2B5EF4-FFF2-40B4-BE49-F238E27FC236}">
                  <a16:creationId xmlns:a16="http://schemas.microsoft.com/office/drawing/2014/main" id="{B0F34C89-1922-4CC6-B921-F5B25FD20761}"/>
                </a:ext>
              </a:extLst>
            </p:cNvPr>
            <p:cNvSpPr/>
            <p:nvPr/>
          </p:nvSpPr>
          <p:spPr>
            <a:xfrm>
              <a:off x="5994491" y="4279285"/>
              <a:ext cx="145975" cy="91183"/>
            </a:xfrm>
            <a:custGeom>
              <a:avLst/>
              <a:gdLst/>
              <a:ahLst/>
              <a:cxnLst/>
              <a:rect l="l" t="t" r="r" b="b"/>
              <a:pathLst>
                <a:path w="2832" h="1769" extrusionOk="0">
                  <a:moveTo>
                    <a:pt x="45" y="0"/>
                  </a:moveTo>
                  <a:lnTo>
                    <a:pt x="18" y="27"/>
                  </a:lnTo>
                  <a:lnTo>
                    <a:pt x="1" y="72"/>
                  </a:lnTo>
                  <a:lnTo>
                    <a:pt x="36" y="107"/>
                  </a:lnTo>
                  <a:lnTo>
                    <a:pt x="2742" y="1759"/>
                  </a:lnTo>
                  <a:lnTo>
                    <a:pt x="2769" y="1768"/>
                  </a:lnTo>
                  <a:lnTo>
                    <a:pt x="2787" y="1759"/>
                  </a:lnTo>
                  <a:lnTo>
                    <a:pt x="2805" y="1759"/>
                  </a:lnTo>
                  <a:lnTo>
                    <a:pt x="2822" y="1741"/>
                  </a:lnTo>
                  <a:lnTo>
                    <a:pt x="2831" y="1697"/>
                  </a:lnTo>
                  <a:lnTo>
                    <a:pt x="2805" y="1661"/>
                  </a:lnTo>
                  <a:lnTo>
                    <a:pt x="90" y="9"/>
                  </a:lnTo>
                  <a:lnTo>
                    <a:pt x="45"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337;p33">
              <a:extLst>
                <a:ext uri="{FF2B5EF4-FFF2-40B4-BE49-F238E27FC236}">
                  <a16:creationId xmlns:a16="http://schemas.microsoft.com/office/drawing/2014/main" id="{DB6AF9EF-DC01-478F-A078-D450990C4F50}"/>
                </a:ext>
              </a:extLst>
            </p:cNvPr>
            <p:cNvSpPr/>
            <p:nvPr/>
          </p:nvSpPr>
          <p:spPr>
            <a:xfrm>
              <a:off x="6011965" y="4155889"/>
              <a:ext cx="86596" cy="57627"/>
            </a:xfrm>
            <a:custGeom>
              <a:avLst/>
              <a:gdLst/>
              <a:ahLst/>
              <a:cxnLst/>
              <a:rect l="l" t="t" r="r" b="b"/>
              <a:pathLst>
                <a:path w="1680" h="1118" extrusionOk="0">
                  <a:moveTo>
                    <a:pt x="55" y="1"/>
                  </a:moveTo>
                  <a:lnTo>
                    <a:pt x="19" y="28"/>
                  </a:lnTo>
                  <a:lnTo>
                    <a:pt x="1" y="72"/>
                  </a:lnTo>
                  <a:lnTo>
                    <a:pt x="37" y="108"/>
                  </a:lnTo>
                  <a:lnTo>
                    <a:pt x="1590" y="1108"/>
                  </a:lnTo>
                  <a:lnTo>
                    <a:pt x="1608" y="1117"/>
                  </a:lnTo>
                  <a:lnTo>
                    <a:pt x="1626" y="1117"/>
                  </a:lnTo>
                  <a:lnTo>
                    <a:pt x="1653" y="1108"/>
                  </a:lnTo>
                  <a:lnTo>
                    <a:pt x="1662" y="1099"/>
                  </a:lnTo>
                  <a:lnTo>
                    <a:pt x="1680" y="1055"/>
                  </a:lnTo>
                  <a:lnTo>
                    <a:pt x="1644" y="1019"/>
                  </a:lnTo>
                  <a:lnTo>
                    <a:pt x="99" y="10"/>
                  </a:lnTo>
                  <a:lnTo>
                    <a:pt x="55"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338;p33">
              <a:extLst>
                <a:ext uri="{FF2B5EF4-FFF2-40B4-BE49-F238E27FC236}">
                  <a16:creationId xmlns:a16="http://schemas.microsoft.com/office/drawing/2014/main" id="{6E784543-6E1E-4061-A982-E14E4718E11E}"/>
                </a:ext>
              </a:extLst>
            </p:cNvPr>
            <p:cNvSpPr/>
            <p:nvPr/>
          </p:nvSpPr>
          <p:spPr>
            <a:xfrm>
              <a:off x="5956761" y="4000793"/>
              <a:ext cx="110512" cy="78761"/>
            </a:xfrm>
            <a:custGeom>
              <a:avLst/>
              <a:gdLst/>
              <a:ahLst/>
              <a:cxnLst/>
              <a:rect l="l" t="t" r="r" b="b"/>
              <a:pathLst>
                <a:path w="2144" h="1528" extrusionOk="0">
                  <a:moveTo>
                    <a:pt x="54" y="0"/>
                  </a:moveTo>
                  <a:lnTo>
                    <a:pt x="18" y="36"/>
                  </a:lnTo>
                  <a:lnTo>
                    <a:pt x="0" y="72"/>
                  </a:lnTo>
                  <a:lnTo>
                    <a:pt x="27" y="108"/>
                  </a:lnTo>
                  <a:lnTo>
                    <a:pt x="2054" y="1519"/>
                  </a:lnTo>
                  <a:lnTo>
                    <a:pt x="2072" y="1527"/>
                  </a:lnTo>
                  <a:lnTo>
                    <a:pt x="2099" y="1527"/>
                  </a:lnTo>
                  <a:lnTo>
                    <a:pt x="2117" y="1519"/>
                  </a:lnTo>
                  <a:lnTo>
                    <a:pt x="2126" y="1501"/>
                  </a:lnTo>
                  <a:lnTo>
                    <a:pt x="2144" y="1465"/>
                  </a:lnTo>
                  <a:lnTo>
                    <a:pt x="2117" y="1429"/>
                  </a:lnTo>
                  <a:lnTo>
                    <a:pt x="90" y="18"/>
                  </a:lnTo>
                  <a:lnTo>
                    <a:pt x="54"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339;p33">
              <a:extLst>
                <a:ext uri="{FF2B5EF4-FFF2-40B4-BE49-F238E27FC236}">
                  <a16:creationId xmlns:a16="http://schemas.microsoft.com/office/drawing/2014/main" id="{644845A1-2F9A-4889-8570-B972E3263A75}"/>
                </a:ext>
              </a:extLst>
            </p:cNvPr>
            <p:cNvSpPr/>
            <p:nvPr/>
          </p:nvSpPr>
          <p:spPr>
            <a:xfrm>
              <a:off x="6211285" y="4085944"/>
              <a:ext cx="502718" cy="406020"/>
            </a:xfrm>
            <a:custGeom>
              <a:avLst/>
              <a:gdLst/>
              <a:ahLst/>
              <a:cxnLst/>
              <a:rect l="l" t="t" r="r" b="b"/>
              <a:pathLst>
                <a:path w="9753" h="7877" extrusionOk="0">
                  <a:moveTo>
                    <a:pt x="9752" y="1"/>
                  </a:moveTo>
                  <a:lnTo>
                    <a:pt x="8904" y="161"/>
                  </a:lnTo>
                  <a:lnTo>
                    <a:pt x="7207" y="536"/>
                  </a:lnTo>
                  <a:lnTo>
                    <a:pt x="6377" y="768"/>
                  </a:lnTo>
                  <a:lnTo>
                    <a:pt x="6055" y="867"/>
                  </a:lnTo>
                  <a:lnTo>
                    <a:pt x="5752" y="974"/>
                  </a:lnTo>
                  <a:lnTo>
                    <a:pt x="5269" y="1152"/>
                  </a:lnTo>
                  <a:lnTo>
                    <a:pt x="4323" y="1581"/>
                  </a:lnTo>
                  <a:lnTo>
                    <a:pt x="3439" y="2108"/>
                  </a:lnTo>
                  <a:lnTo>
                    <a:pt x="2626" y="2733"/>
                  </a:lnTo>
                  <a:lnTo>
                    <a:pt x="2260" y="3090"/>
                  </a:lnTo>
                  <a:lnTo>
                    <a:pt x="2063" y="3296"/>
                  </a:lnTo>
                  <a:lnTo>
                    <a:pt x="1715" y="3724"/>
                  </a:lnTo>
                  <a:lnTo>
                    <a:pt x="1242" y="4412"/>
                  </a:lnTo>
                  <a:lnTo>
                    <a:pt x="983" y="4903"/>
                  </a:lnTo>
                  <a:lnTo>
                    <a:pt x="795" y="5287"/>
                  </a:lnTo>
                  <a:lnTo>
                    <a:pt x="474" y="6064"/>
                  </a:lnTo>
                  <a:lnTo>
                    <a:pt x="349" y="6466"/>
                  </a:lnTo>
                  <a:lnTo>
                    <a:pt x="331" y="6502"/>
                  </a:lnTo>
                  <a:lnTo>
                    <a:pt x="322" y="6537"/>
                  </a:lnTo>
                  <a:lnTo>
                    <a:pt x="251" y="6796"/>
                  </a:lnTo>
                  <a:lnTo>
                    <a:pt x="179" y="7064"/>
                  </a:lnTo>
                  <a:lnTo>
                    <a:pt x="81" y="7466"/>
                  </a:lnTo>
                  <a:lnTo>
                    <a:pt x="1" y="7877"/>
                  </a:lnTo>
                  <a:lnTo>
                    <a:pt x="6707" y="7877"/>
                  </a:lnTo>
                  <a:lnTo>
                    <a:pt x="6841" y="7743"/>
                  </a:lnTo>
                  <a:lnTo>
                    <a:pt x="6975" y="7618"/>
                  </a:lnTo>
                  <a:lnTo>
                    <a:pt x="7314" y="7234"/>
                  </a:lnTo>
                  <a:lnTo>
                    <a:pt x="7913" y="6394"/>
                  </a:lnTo>
                  <a:lnTo>
                    <a:pt x="8395" y="5492"/>
                  </a:lnTo>
                  <a:lnTo>
                    <a:pt x="8788" y="4528"/>
                  </a:lnTo>
                  <a:lnTo>
                    <a:pt x="8940" y="4037"/>
                  </a:lnTo>
                  <a:lnTo>
                    <a:pt x="9047" y="3706"/>
                  </a:lnTo>
                  <a:lnTo>
                    <a:pt x="9127" y="3367"/>
                  </a:lnTo>
                  <a:lnTo>
                    <a:pt x="9332" y="2537"/>
                  </a:lnTo>
                  <a:lnTo>
                    <a:pt x="9627" y="849"/>
                  </a:lnTo>
                  <a:lnTo>
                    <a:pt x="9752"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340;p33">
              <a:extLst>
                <a:ext uri="{FF2B5EF4-FFF2-40B4-BE49-F238E27FC236}">
                  <a16:creationId xmlns:a16="http://schemas.microsoft.com/office/drawing/2014/main" id="{0D5F90FD-CFE1-4585-ABAE-047F3A795A9D}"/>
                </a:ext>
              </a:extLst>
            </p:cNvPr>
            <p:cNvSpPr/>
            <p:nvPr/>
          </p:nvSpPr>
          <p:spPr>
            <a:xfrm>
              <a:off x="6319940" y="4161868"/>
              <a:ext cx="329166" cy="330094"/>
            </a:xfrm>
            <a:custGeom>
              <a:avLst/>
              <a:gdLst/>
              <a:ahLst/>
              <a:cxnLst/>
              <a:rect l="l" t="t" r="r" b="b"/>
              <a:pathLst>
                <a:path w="6386" h="6404" extrusionOk="0">
                  <a:moveTo>
                    <a:pt x="6323" y="1"/>
                  </a:moveTo>
                  <a:lnTo>
                    <a:pt x="6287" y="19"/>
                  </a:lnTo>
                  <a:lnTo>
                    <a:pt x="4358" y="1974"/>
                  </a:lnTo>
                  <a:lnTo>
                    <a:pt x="4233" y="2099"/>
                  </a:lnTo>
                  <a:lnTo>
                    <a:pt x="2206" y="4162"/>
                  </a:lnTo>
                  <a:lnTo>
                    <a:pt x="2161" y="4216"/>
                  </a:lnTo>
                  <a:lnTo>
                    <a:pt x="2099" y="4269"/>
                  </a:lnTo>
                  <a:lnTo>
                    <a:pt x="2099" y="4278"/>
                  </a:lnTo>
                  <a:lnTo>
                    <a:pt x="295" y="6100"/>
                  </a:lnTo>
                  <a:lnTo>
                    <a:pt x="188" y="6216"/>
                  </a:lnTo>
                  <a:lnTo>
                    <a:pt x="0" y="6404"/>
                  </a:lnTo>
                  <a:lnTo>
                    <a:pt x="161" y="6404"/>
                  </a:lnTo>
                  <a:lnTo>
                    <a:pt x="304" y="6252"/>
                  </a:lnTo>
                  <a:lnTo>
                    <a:pt x="420" y="6136"/>
                  </a:lnTo>
                  <a:lnTo>
                    <a:pt x="2224" y="4305"/>
                  </a:lnTo>
                  <a:lnTo>
                    <a:pt x="2331" y="4198"/>
                  </a:lnTo>
                  <a:lnTo>
                    <a:pt x="4313" y="2171"/>
                  </a:lnTo>
                  <a:lnTo>
                    <a:pt x="4331" y="2171"/>
                  </a:lnTo>
                  <a:lnTo>
                    <a:pt x="4340" y="2162"/>
                  </a:lnTo>
                  <a:lnTo>
                    <a:pt x="4385" y="2108"/>
                  </a:lnTo>
                  <a:lnTo>
                    <a:pt x="4510" y="1983"/>
                  </a:lnTo>
                  <a:lnTo>
                    <a:pt x="6358" y="99"/>
                  </a:lnTo>
                  <a:lnTo>
                    <a:pt x="6385" y="63"/>
                  </a:lnTo>
                  <a:lnTo>
                    <a:pt x="6358" y="19"/>
                  </a:lnTo>
                  <a:lnTo>
                    <a:pt x="63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341;p33">
              <a:extLst>
                <a:ext uri="{FF2B5EF4-FFF2-40B4-BE49-F238E27FC236}">
                  <a16:creationId xmlns:a16="http://schemas.microsoft.com/office/drawing/2014/main" id="{C83C73E3-8665-43C2-9607-CD03089D430A}"/>
                </a:ext>
              </a:extLst>
            </p:cNvPr>
            <p:cNvSpPr/>
            <p:nvPr/>
          </p:nvSpPr>
          <p:spPr>
            <a:xfrm>
              <a:off x="6250407" y="4427938"/>
              <a:ext cx="10206" cy="64019"/>
            </a:xfrm>
            <a:custGeom>
              <a:avLst/>
              <a:gdLst/>
              <a:ahLst/>
              <a:cxnLst/>
              <a:rect l="l" t="t" r="r" b="b"/>
              <a:pathLst>
                <a:path w="198" h="1242" extrusionOk="0">
                  <a:moveTo>
                    <a:pt x="152" y="0"/>
                  </a:moveTo>
                  <a:lnTo>
                    <a:pt x="108" y="9"/>
                  </a:lnTo>
                  <a:lnTo>
                    <a:pt x="90" y="54"/>
                  </a:lnTo>
                  <a:lnTo>
                    <a:pt x="27" y="643"/>
                  </a:lnTo>
                  <a:lnTo>
                    <a:pt x="1" y="1242"/>
                  </a:lnTo>
                  <a:lnTo>
                    <a:pt x="117" y="1242"/>
                  </a:lnTo>
                  <a:lnTo>
                    <a:pt x="144" y="652"/>
                  </a:lnTo>
                  <a:lnTo>
                    <a:pt x="197" y="63"/>
                  </a:lnTo>
                  <a:lnTo>
                    <a:pt x="188" y="18"/>
                  </a:lnTo>
                  <a:lnTo>
                    <a:pt x="1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342;p33">
              <a:extLst>
                <a:ext uri="{FF2B5EF4-FFF2-40B4-BE49-F238E27FC236}">
                  <a16:creationId xmlns:a16="http://schemas.microsoft.com/office/drawing/2014/main" id="{568E51AD-F576-4FCE-94AD-11BC8438DA2B}"/>
                </a:ext>
              </a:extLst>
            </p:cNvPr>
            <p:cNvSpPr/>
            <p:nvPr/>
          </p:nvSpPr>
          <p:spPr>
            <a:xfrm>
              <a:off x="6325919" y="4316551"/>
              <a:ext cx="9690" cy="169428"/>
            </a:xfrm>
            <a:custGeom>
              <a:avLst/>
              <a:gdLst/>
              <a:ahLst/>
              <a:cxnLst/>
              <a:rect l="l" t="t" r="r" b="b"/>
              <a:pathLst>
                <a:path w="188" h="3287" extrusionOk="0">
                  <a:moveTo>
                    <a:pt x="54" y="0"/>
                  </a:moveTo>
                  <a:lnTo>
                    <a:pt x="9" y="18"/>
                  </a:lnTo>
                  <a:lnTo>
                    <a:pt x="0" y="63"/>
                  </a:lnTo>
                  <a:lnTo>
                    <a:pt x="72" y="3233"/>
                  </a:lnTo>
                  <a:lnTo>
                    <a:pt x="81" y="3251"/>
                  </a:lnTo>
                  <a:lnTo>
                    <a:pt x="89" y="3269"/>
                  </a:lnTo>
                  <a:lnTo>
                    <a:pt x="107" y="3287"/>
                  </a:lnTo>
                  <a:lnTo>
                    <a:pt x="134" y="3287"/>
                  </a:lnTo>
                  <a:lnTo>
                    <a:pt x="179" y="3269"/>
                  </a:lnTo>
                  <a:lnTo>
                    <a:pt x="188" y="3233"/>
                  </a:lnTo>
                  <a:lnTo>
                    <a:pt x="107" y="63"/>
                  </a:lnTo>
                  <a:lnTo>
                    <a:pt x="98" y="18"/>
                  </a:lnTo>
                  <a:lnTo>
                    <a:pt x="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343;p33">
              <a:extLst>
                <a:ext uri="{FF2B5EF4-FFF2-40B4-BE49-F238E27FC236}">
                  <a16:creationId xmlns:a16="http://schemas.microsoft.com/office/drawing/2014/main" id="{1F5DCD96-5A72-40C4-9517-92493D6D2903}"/>
                </a:ext>
              </a:extLst>
            </p:cNvPr>
            <p:cNvSpPr/>
            <p:nvPr/>
          </p:nvSpPr>
          <p:spPr>
            <a:xfrm>
              <a:off x="6538073" y="4141663"/>
              <a:ext cx="10670" cy="132574"/>
            </a:xfrm>
            <a:custGeom>
              <a:avLst/>
              <a:gdLst/>
              <a:ahLst/>
              <a:cxnLst/>
              <a:rect l="l" t="t" r="r" b="b"/>
              <a:pathLst>
                <a:path w="207" h="2572" extrusionOk="0">
                  <a:moveTo>
                    <a:pt x="153" y="0"/>
                  </a:moveTo>
                  <a:lnTo>
                    <a:pt x="108" y="9"/>
                  </a:lnTo>
                  <a:lnTo>
                    <a:pt x="99" y="54"/>
                  </a:lnTo>
                  <a:lnTo>
                    <a:pt x="1" y="2509"/>
                  </a:lnTo>
                  <a:lnTo>
                    <a:pt x="10" y="2536"/>
                  </a:lnTo>
                  <a:lnTo>
                    <a:pt x="19" y="2554"/>
                  </a:lnTo>
                  <a:lnTo>
                    <a:pt x="37" y="2572"/>
                  </a:lnTo>
                  <a:lnTo>
                    <a:pt x="54" y="2572"/>
                  </a:lnTo>
                  <a:lnTo>
                    <a:pt x="99" y="2563"/>
                  </a:lnTo>
                  <a:lnTo>
                    <a:pt x="117" y="2518"/>
                  </a:lnTo>
                  <a:lnTo>
                    <a:pt x="206" y="54"/>
                  </a:lnTo>
                  <a:lnTo>
                    <a:pt x="197" y="9"/>
                  </a:lnTo>
                  <a:lnTo>
                    <a:pt x="15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344;p33">
              <a:extLst>
                <a:ext uri="{FF2B5EF4-FFF2-40B4-BE49-F238E27FC236}">
                  <a16:creationId xmlns:a16="http://schemas.microsoft.com/office/drawing/2014/main" id="{269F4746-A6D5-4558-8EA2-B2497D195059}"/>
                </a:ext>
              </a:extLst>
            </p:cNvPr>
            <p:cNvSpPr/>
            <p:nvPr/>
          </p:nvSpPr>
          <p:spPr>
            <a:xfrm>
              <a:off x="6331898" y="4475822"/>
              <a:ext cx="169428" cy="8299"/>
            </a:xfrm>
            <a:custGeom>
              <a:avLst/>
              <a:gdLst/>
              <a:ahLst/>
              <a:cxnLst/>
              <a:rect l="l" t="t" r="r" b="b"/>
              <a:pathLst>
                <a:path w="3287" h="161" extrusionOk="0">
                  <a:moveTo>
                    <a:pt x="3224" y="0"/>
                  </a:moveTo>
                  <a:lnTo>
                    <a:pt x="54" y="54"/>
                  </a:lnTo>
                  <a:lnTo>
                    <a:pt x="9" y="63"/>
                  </a:lnTo>
                  <a:lnTo>
                    <a:pt x="0" y="107"/>
                  </a:lnTo>
                  <a:lnTo>
                    <a:pt x="0" y="134"/>
                  </a:lnTo>
                  <a:lnTo>
                    <a:pt x="18" y="143"/>
                  </a:lnTo>
                  <a:lnTo>
                    <a:pt x="36" y="161"/>
                  </a:lnTo>
                  <a:lnTo>
                    <a:pt x="54" y="161"/>
                  </a:lnTo>
                  <a:lnTo>
                    <a:pt x="3233" y="107"/>
                  </a:lnTo>
                  <a:lnTo>
                    <a:pt x="3269" y="98"/>
                  </a:lnTo>
                  <a:lnTo>
                    <a:pt x="3287" y="54"/>
                  </a:lnTo>
                  <a:lnTo>
                    <a:pt x="3269" y="9"/>
                  </a:lnTo>
                  <a:lnTo>
                    <a:pt x="32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345;p33">
              <a:extLst>
                <a:ext uri="{FF2B5EF4-FFF2-40B4-BE49-F238E27FC236}">
                  <a16:creationId xmlns:a16="http://schemas.microsoft.com/office/drawing/2014/main" id="{54BA760E-D427-4104-B9F8-5FE7E0D7B363}"/>
                </a:ext>
              </a:extLst>
            </p:cNvPr>
            <p:cNvSpPr/>
            <p:nvPr/>
          </p:nvSpPr>
          <p:spPr>
            <a:xfrm>
              <a:off x="6542248" y="4254853"/>
              <a:ext cx="132161" cy="15721"/>
            </a:xfrm>
            <a:custGeom>
              <a:avLst/>
              <a:gdLst/>
              <a:ahLst/>
              <a:cxnLst/>
              <a:rect l="l" t="t" r="r" b="b"/>
              <a:pathLst>
                <a:path w="2564" h="305" extrusionOk="0">
                  <a:moveTo>
                    <a:pt x="2510" y="1"/>
                  </a:moveTo>
                  <a:lnTo>
                    <a:pt x="54" y="188"/>
                  </a:lnTo>
                  <a:lnTo>
                    <a:pt x="9" y="206"/>
                  </a:lnTo>
                  <a:lnTo>
                    <a:pt x="0" y="251"/>
                  </a:lnTo>
                  <a:lnTo>
                    <a:pt x="0" y="269"/>
                  </a:lnTo>
                  <a:lnTo>
                    <a:pt x="18" y="287"/>
                  </a:lnTo>
                  <a:lnTo>
                    <a:pt x="36" y="304"/>
                  </a:lnTo>
                  <a:lnTo>
                    <a:pt x="63" y="304"/>
                  </a:lnTo>
                  <a:lnTo>
                    <a:pt x="2519" y="108"/>
                  </a:lnTo>
                  <a:lnTo>
                    <a:pt x="2554" y="99"/>
                  </a:lnTo>
                  <a:lnTo>
                    <a:pt x="2563" y="54"/>
                  </a:lnTo>
                  <a:lnTo>
                    <a:pt x="2554" y="10"/>
                  </a:lnTo>
                  <a:lnTo>
                    <a:pt x="25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346;p33">
              <a:extLst>
                <a:ext uri="{FF2B5EF4-FFF2-40B4-BE49-F238E27FC236}">
                  <a16:creationId xmlns:a16="http://schemas.microsoft.com/office/drawing/2014/main" id="{95FE11CE-71AD-40AB-9840-FC7EE90AE3CB}"/>
                </a:ext>
              </a:extLst>
            </p:cNvPr>
            <p:cNvSpPr/>
            <p:nvPr/>
          </p:nvSpPr>
          <p:spPr>
            <a:xfrm>
              <a:off x="6423955" y="4216195"/>
              <a:ext cx="10154" cy="169428"/>
            </a:xfrm>
            <a:custGeom>
              <a:avLst/>
              <a:gdLst/>
              <a:ahLst/>
              <a:cxnLst/>
              <a:rect l="l" t="t" r="r" b="b"/>
              <a:pathLst>
                <a:path w="197" h="3287" extrusionOk="0">
                  <a:moveTo>
                    <a:pt x="54" y="1"/>
                  </a:moveTo>
                  <a:lnTo>
                    <a:pt x="18" y="19"/>
                  </a:lnTo>
                  <a:lnTo>
                    <a:pt x="0" y="63"/>
                  </a:lnTo>
                  <a:lnTo>
                    <a:pt x="81" y="3233"/>
                  </a:lnTo>
                  <a:lnTo>
                    <a:pt x="81" y="3251"/>
                  </a:lnTo>
                  <a:lnTo>
                    <a:pt x="98" y="3269"/>
                  </a:lnTo>
                  <a:lnTo>
                    <a:pt x="116" y="3287"/>
                  </a:lnTo>
                  <a:lnTo>
                    <a:pt x="134" y="3287"/>
                  </a:lnTo>
                  <a:lnTo>
                    <a:pt x="179" y="3278"/>
                  </a:lnTo>
                  <a:lnTo>
                    <a:pt x="197" y="3233"/>
                  </a:lnTo>
                  <a:lnTo>
                    <a:pt x="116" y="63"/>
                  </a:lnTo>
                  <a:lnTo>
                    <a:pt x="98" y="19"/>
                  </a:lnTo>
                  <a:lnTo>
                    <a:pt x="5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347;p33">
              <a:extLst>
                <a:ext uri="{FF2B5EF4-FFF2-40B4-BE49-F238E27FC236}">
                  <a16:creationId xmlns:a16="http://schemas.microsoft.com/office/drawing/2014/main" id="{8BFA76A6-B233-4ABC-BE2F-67B7405BEF90}"/>
                </a:ext>
              </a:extLst>
            </p:cNvPr>
            <p:cNvSpPr/>
            <p:nvPr/>
          </p:nvSpPr>
          <p:spPr>
            <a:xfrm>
              <a:off x="6430398" y="4375466"/>
              <a:ext cx="168965" cy="8350"/>
            </a:xfrm>
            <a:custGeom>
              <a:avLst/>
              <a:gdLst/>
              <a:ahLst/>
              <a:cxnLst/>
              <a:rect l="l" t="t" r="r" b="b"/>
              <a:pathLst>
                <a:path w="3278" h="162" extrusionOk="0">
                  <a:moveTo>
                    <a:pt x="3224" y="0"/>
                  </a:moveTo>
                  <a:lnTo>
                    <a:pt x="54" y="54"/>
                  </a:lnTo>
                  <a:lnTo>
                    <a:pt x="9" y="63"/>
                  </a:lnTo>
                  <a:lnTo>
                    <a:pt x="0" y="108"/>
                  </a:lnTo>
                  <a:lnTo>
                    <a:pt x="0" y="134"/>
                  </a:lnTo>
                  <a:lnTo>
                    <a:pt x="18" y="152"/>
                  </a:lnTo>
                  <a:lnTo>
                    <a:pt x="36" y="161"/>
                  </a:lnTo>
                  <a:lnTo>
                    <a:pt x="54" y="161"/>
                  </a:lnTo>
                  <a:lnTo>
                    <a:pt x="3224" y="108"/>
                  </a:lnTo>
                  <a:lnTo>
                    <a:pt x="3269" y="99"/>
                  </a:lnTo>
                  <a:lnTo>
                    <a:pt x="3278" y="54"/>
                  </a:lnTo>
                  <a:lnTo>
                    <a:pt x="3269" y="9"/>
                  </a:lnTo>
                  <a:lnTo>
                    <a:pt x="322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348;p33">
              <a:extLst>
                <a:ext uri="{FF2B5EF4-FFF2-40B4-BE49-F238E27FC236}">
                  <a16:creationId xmlns:a16="http://schemas.microsoft.com/office/drawing/2014/main" id="{661AD295-76FF-4043-9B9F-28175E7B578E}"/>
                </a:ext>
              </a:extLst>
            </p:cNvPr>
            <p:cNvSpPr/>
            <p:nvPr/>
          </p:nvSpPr>
          <p:spPr>
            <a:xfrm>
              <a:off x="2535432" y="4479946"/>
              <a:ext cx="4139063" cy="250457"/>
            </a:xfrm>
            <a:custGeom>
              <a:avLst/>
              <a:gdLst/>
              <a:ahLst/>
              <a:cxnLst/>
              <a:rect l="l" t="t" r="r" b="b"/>
              <a:pathLst>
                <a:path w="80300" h="4859" extrusionOk="0">
                  <a:moveTo>
                    <a:pt x="1" y="1"/>
                  </a:moveTo>
                  <a:lnTo>
                    <a:pt x="10" y="126"/>
                  </a:lnTo>
                  <a:lnTo>
                    <a:pt x="117" y="376"/>
                  </a:lnTo>
                  <a:lnTo>
                    <a:pt x="322" y="617"/>
                  </a:lnTo>
                  <a:lnTo>
                    <a:pt x="626" y="858"/>
                  </a:lnTo>
                  <a:lnTo>
                    <a:pt x="1028" y="1099"/>
                  </a:lnTo>
                  <a:lnTo>
                    <a:pt x="1519" y="1331"/>
                  </a:lnTo>
                  <a:lnTo>
                    <a:pt x="2421" y="1670"/>
                  </a:lnTo>
                  <a:lnTo>
                    <a:pt x="3948" y="2108"/>
                  </a:lnTo>
                  <a:lnTo>
                    <a:pt x="5805" y="2519"/>
                  </a:lnTo>
                  <a:lnTo>
                    <a:pt x="7966" y="2912"/>
                  </a:lnTo>
                  <a:lnTo>
                    <a:pt x="10422" y="3269"/>
                  </a:lnTo>
                  <a:lnTo>
                    <a:pt x="13146" y="3599"/>
                  </a:lnTo>
                  <a:lnTo>
                    <a:pt x="16119" y="3894"/>
                  </a:lnTo>
                  <a:lnTo>
                    <a:pt x="19325" y="4162"/>
                  </a:lnTo>
                  <a:lnTo>
                    <a:pt x="22737" y="4385"/>
                  </a:lnTo>
                  <a:lnTo>
                    <a:pt x="26335" y="4564"/>
                  </a:lnTo>
                  <a:lnTo>
                    <a:pt x="30113" y="4707"/>
                  </a:lnTo>
                  <a:lnTo>
                    <a:pt x="34033" y="4805"/>
                  </a:lnTo>
                  <a:lnTo>
                    <a:pt x="38078" y="4858"/>
                  </a:lnTo>
                  <a:lnTo>
                    <a:pt x="42222" y="4858"/>
                  </a:lnTo>
                  <a:lnTo>
                    <a:pt x="46267" y="4805"/>
                  </a:lnTo>
                  <a:lnTo>
                    <a:pt x="50196" y="4707"/>
                  </a:lnTo>
                  <a:lnTo>
                    <a:pt x="53965" y="4564"/>
                  </a:lnTo>
                  <a:lnTo>
                    <a:pt x="57563" y="4385"/>
                  </a:lnTo>
                  <a:lnTo>
                    <a:pt x="60984" y="4162"/>
                  </a:lnTo>
                  <a:lnTo>
                    <a:pt x="64181" y="3894"/>
                  </a:lnTo>
                  <a:lnTo>
                    <a:pt x="67154" y="3599"/>
                  </a:lnTo>
                  <a:lnTo>
                    <a:pt x="69887" y="3269"/>
                  </a:lnTo>
                  <a:lnTo>
                    <a:pt x="72334" y="2912"/>
                  </a:lnTo>
                  <a:lnTo>
                    <a:pt x="74504" y="2519"/>
                  </a:lnTo>
                  <a:lnTo>
                    <a:pt x="76352" y="2108"/>
                  </a:lnTo>
                  <a:lnTo>
                    <a:pt x="77879" y="1670"/>
                  </a:lnTo>
                  <a:lnTo>
                    <a:pt x="78781" y="1331"/>
                  </a:lnTo>
                  <a:lnTo>
                    <a:pt x="79281" y="1099"/>
                  </a:lnTo>
                  <a:lnTo>
                    <a:pt x="79683" y="858"/>
                  </a:lnTo>
                  <a:lnTo>
                    <a:pt x="79987" y="617"/>
                  </a:lnTo>
                  <a:lnTo>
                    <a:pt x="80192" y="376"/>
                  </a:lnTo>
                  <a:lnTo>
                    <a:pt x="80290" y="126"/>
                  </a:lnTo>
                  <a:lnTo>
                    <a:pt x="80299" y="1"/>
                  </a:lnTo>
                  <a:close/>
                </a:path>
              </a:pathLst>
            </a:cu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349;p33">
              <a:extLst>
                <a:ext uri="{FF2B5EF4-FFF2-40B4-BE49-F238E27FC236}">
                  <a16:creationId xmlns:a16="http://schemas.microsoft.com/office/drawing/2014/main" id="{D04197E6-0AC7-4050-8F00-6AD427494A85}"/>
                </a:ext>
              </a:extLst>
            </p:cNvPr>
            <p:cNvSpPr/>
            <p:nvPr/>
          </p:nvSpPr>
          <p:spPr>
            <a:xfrm>
              <a:off x="3127362" y="4404485"/>
              <a:ext cx="485245" cy="81029"/>
            </a:xfrm>
            <a:custGeom>
              <a:avLst/>
              <a:gdLst/>
              <a:ahLst/>
              <a:cxnLst/>
              <a:rect l="l" t="t" r="r" b="b"/>
              <a:pathLst>
                <a:path w="9414" h="1572" extrusionOk="0">
                  <a:moveTo>
                    <a:pt x="1" y="0"/>
                  </a:moveTo>
                  <a:lnTo>
                    <a:pt x="1" y="1572"/>
                  </a:lnTo>
                  <a:lnTo>
                    <a:pt x="9413" y="1572"/>
                  </a:lnTo>
                  <a:lnTo>
                    <a:pt x="9413" y="0"/>
                  </a:lnTo>
                  <a:lnTo>
                    <a:pt x="9368" y="27"/>
                  </a:lnTo>
                  <a:lnTo>
                    <a:pt x="8761" y="277"/>
                  </a:lnTo>
                  <a:lnTo>
                    <a:pt x="7904" y="518"/>
                  </a:lnTo>
                  <a:lnTo>
                    <a:pt x="7163" y="670"/>
                  </a:lnTo>
                  <a:lnTo>
                    <a:pt x="6288" y="795"/>
                  </a:lnTo>
                  <a:lnTo>
                    <a:pt x="5270" y="866"/>
                  </a:lnTo>
                  <a:lnTo>
                    <a:pt x="4144" y="866"/>
                  </a:lnTo>
                  <a:lnTo>
                    <a:pt x="3126" y="795"/>
                  </a:lnTo>
                  <a:lnTo>
                    <a:pt x="2251" y="670"/>
                  </a:lnTo>
                  <a:lnTo>
                    <a:pt x="1510" y="518"/>
                  </a:lnTo>
                  <a:lnTo>
                    <a:pt x="653" y="277"/>
                  </a:lnTo>
                  <a:lnTo>
                    <a:pt x="45"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350;p33">
              <a:extLst>
                <a:ext uri="{FF2B5EF4-FFF2-40B4-BE49-F238E27FC236}">
                  <a16:creationId xmlns:a16="http://schemas.microsoft.com/office/drawing/2014/main" id="{99A45985-7B33-4DA2-9004-C062911BDF90}"/>
                </a:ext>
              </a:extLst>
            </p:cNvPr>
            <p:cNvSpPr/>
            <p:nvPr/>
          </p:nvSpPr>
          <p:spPr>
            <a:xfrm>
              <a:off x="3127362" y="4404485"/>
              <a:ext cx="485245" cy="44690"/>
            </a:xfrm>
            <a:custGeom>
              <a:avLst/>
              <a:gdLst/>
              <a:ahLst/>
              <a:cxnLst/>
              <a:rect l="l" t="t" r="r" b="b"/>
              <a:pathLst>
                <a:path w="9414" h="867" extrusionOk="0">
                  <a:moveTo>
                    <a:pt x="1" y="0"/>
                  </a:moveTo>
                  <a:lnTo>
                    <a:pt x="45" y="27"/>
                  </a:lnTo>
                  <a:lnTo>
                    <a:pt x="653" y="277"/>
                  </a:lnTo>
                  <a:lnTo>
                    <a:pt x="1510" y="518"/>
                  </a:lnTo>
                  <a:lnTo>
                    <a:pt x="2251" y="670"/>
                  </a:lnTo>
                  <a:lnTo>
                    <a:pt x="3126" y="795"/>
                  </a:lnTo>
                  <a:lnTo>
                    <a:pt x="4144" y="866"/>
                  </a:lnTo>
                  <a:lnTo>
                    <a:pt x="5270" y="866"/>
                  </a:lnTo>
                  <a:lnTo>
                    <a:pt x="6288" y="795"/>
                  </a:lnTo>
                  <a:lnTo>
                    <a:pt x="7163" y="670"/>
                  </a:lnTo>
                  <a:lnTo>
                    <a:pt x="7904" y="518"/>
                  </a:lnTo>
                  <a:lnTo>
                    <a:pt x="8761" y="277"/>
                  </a:lnTo>
                  <a:lnTo>
                    <a:pt x="9368" y="27"/>
                  </a:lnTo>
                  <a:lnTo>
                    <a:pt x="9413"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351;p33">
              <a:extLst>
                <a:ext uri="{FF2B5EF4-FFF2-40B4-BE49-F238E27FC236}">
                  <a16:creationId xmlns:a16="http://schemas.microsoft.com/office/drawing/2014/main" id="{8581E6AA-2E35-4462-B08A-1D03DA2AA9CF}"/>
                </a:ext>
              </a:extLst>
            </p:cNvPr>
            <p:cNvSpPr/>
            <p:nvPr/>
          </p:nvSpPr>
          <p:spPr>
            <a:xfrm>
              <a:off x="3218492" y="4431597"/>
              <a:ext cx="11134" cy="55772"/>
            </a:xfrm>
            <a:custGeom>
              <a:avLst/>
              <a:gdLst/>
              <a:ahLst/>
              <a:cxnLst/>
              <a:rect l="l" t="t" r="r" b="b"/>
              <a:pathLst>
                <a:path w="216" h="1082" extrusionOk="0">
                  <a:moveTo>
                    <a:pt x="117" y="1"/>
                  </a:moveTo>
                  <a:lnTo>
                    <a:pt x="55" y="10"/>
                  </a:lnTo>
                  <a:lnTo>
                    <a:pt x="10" y="46"/>
                  </a:lnTo>
                  <a:lnTo>
                    <a:pt x="1" y="72"/>
                  </a:lnTo>
                  <a:lnTo>
                    <a:pt x="28" y="546"/>
                  </a:lnTo>
                  <a:lnTo>
                    <a:pt x="55" y="1019"/>
                  </a:lnTo>
                  <a:lnTo>
                    <a:pt x="63" y="1046"/>
                  </a:lnTo>
                  <a:lnTo>
                    <a:pt x="108" y="1081"/>
                  </a:lnTo>
                  <a:lnTo>
                    <a:pt x="171" y="1072"/>
                  </a:lnTo>
                  <a:lnTo>
                    <a:pt x="215" y="1037"/>
                  </a:lnTo>
                  <a:lnTo>
                    <a:pt x="215" y="1010"/>
                  </a:lnTo>
                  <a:lnTo>
                    <a:pt x="197" y="537"/>
                  </a:lnTo>
                  <a:lnTo>
                    <a:pt x="171" y="63"/>
                  </a:lnTo>
                  <a:lnTo>
                    <a:pt x="162" y="37"/>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352;p33">
              <a:extLst>
                <a:ext uri="{FF2B5EF4-FFF2-40B4-BE49-F238E27FC236}">
                  <a16:creationId xmlns:a16="http://schemas.microsoft.com/office/drawing/2014/main" id="{EFFE7827-37B5-4D22-8C4F-A5C0AD76D34F}"/>
                </a:ext>
              </a:extLst>
            </p:cNvPr>
            <p:cNvSpPr/>
            <p:nvPr/>
          </p:nvSpPr>
          <p:spPr>
            <a:xfrm>
              <a:off x="3268696" y="4444483"/>
              <a:ext cx="9227" cy="39638"/>
            </a:xfrm>
            <a:custGeom>
              <a:avLst/>
              <a:gdLst/>
              <a:ahLst/>
              <a:cxnLst/>
              <a:rect l="l" t="t" r="r" b="b"/>
              <a:pathLst>
                <a:path w="179" h="769" extrusionOk="0">
                  <a:moveTo>
                    <a:pt x="54" y="1"/>
                  </a:moveTo>
                  <a:lnTo>
                    <a:pt x="9" y="37"/>
                  </a:lnTo>
                  <a:lnTo>
                    <a:pt x="0" y="72"/>
                  </a:lnTo>
                  <a:lnTo>
                    <a:pt x="9" y="385"/>
                  </a:lnTo>
                  <a:lnTo>
                    <a:pt x="9" y="706"/>
                  </a:lnTo>
                  <a:lnTo>
                    <a:pt x="18" y="733"/>
                  </a:lnTo>
                  <a:lnTo>
                    <a:pt x="63" y="769"/>
                  </a:lnTo>
                  <a:lnTo>
                    <a:pt x="125" y="760"/>
                  </a:lnTo>
                  <a:lnTo>
                    <a:pt x="170" y="724"/>
                  </a:lnTo>
                  <a:lnTo>
                    <a:pt x="179" y="697"/>
                  </a:lnTo>
                  <a:lnTo>
                    <a:pt x="170" y="376"/>
                  </a:lnTo>
                  <a:lnTo>
                    <a:pt x="170" y="63"/>
                  </a:lnTo>
                  <a:lnTo>
                    <a:pt x="161" y="28"/>
                  </a:lnTo>
                  <a:lnTo>
                    <a:pt x="11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353;p33">
              <a:extLst>
                <a:ext uri="{FF2B5EF4-FFF2-40B4-BE49-F238E27FC236}">
                  <a16:creationId xmlns:a16="http://schemas.microsoft.com/office/drawing/2014/main" id="{B47AE7E2-8613-45FE-8694-85B49812C1A9}"/>
                </a:ext>
              </a:extLst>
            </p:cNvPr>
            <p:cNvSpPr/>
            <p:nvPr/>
          </p:nvSpPr>
          <p:spPr>
            <a:xfrm>
              <a:off x="3322095" y="4448195"/>
              <a:ext cx="9690" cy="37782"/>
            </a:xfrm>
            <a:custGeom>
              <a:avLst/>
              <a:gdLst/>
              <a:ahLst/>
              <a:cxnLst/>
              <a:rect l="l" t="t" r="r" b="b"/>
              <a:pathLst>
                <a:path w="188" h="733" extrusionOk="0">
                  <a:moveTo>
                    <a:pt x="116" y="0"/>
                  </a:moveTo>
                  <a:lnTo>
                    <a:pt x="54" y="9"/>
                  </a:lnTo>
                  <a:lnTo>
                    <a:pt x="9" y="45"/>
                  </a:lnTo>
                  <a:lnTo>
                    <a:pt x="0" y="72"/>
                  </a:lnTo>
                  <a:lnTo>
                    <a:pt x="18" y="375"/>
                  </a:lnTo>
                  <a:lnTo>
                    <a:pt x="27" y="670"/>
                  </a:lnTo>
                  <a:lnTo>
                    <a:pt x="36" y="706"/>
                  </a:lnTo>
                  <a:lnTo>
                    <a:pt x="81" y="733"/>
                  </a:lnTo>
                  <a:lnTo>
                    <a:pt x="143" y="724"/>
                  </a:lnTo>
                  <a:lnTo>
                    <a:pt x="188" y="688"/>
                  </a:lnTo>
                  <a:lnTo>
                    <a:pt x="188" y="661"/>
                  </a:lnTo>
                  <a:lnTo>
                    <a:pt x="179" y="367"/>
                  </a:lnTo>
                  <a:lnTo>
                    <a:pt x="170" y="63"/>
                  </a:lnTo>
                  <a:lnTo>
                    <a:pt x="161" y="36"/>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354;p33">
              <a:extLst>
                <a:ext uri="{FF2B5EF4-FFF2-40B4-BE49-F238E27FC236}">
                  <a16:creationId xmlns:a16="http://schemas.microsoft.com/office/drawing/2014/main" id="{83601FA1-E55A-40FC-8BD9-CEC87C4B55E9}"/>
                </a:ext>
              </a:extLst>
            </p:cNvPr>
            <p:cNvSpPr/>
            <p:nvPr/>
          </p:nvSpPr>
          <p:spPr>
            <a:xfrm>
              <a:off x="3374567" y="4447731"/>
              <a:ext cx="8299" cy="39638"/>
            </a:xfrm>
            <a:custGeom>
              <a:avLst/>
              <a:gdLst/>
              <a:ahLst/>
              <a:cxnLst/>
              <a:rect l="l" t="t" r="r" b="b"/>
              <a:pathLst>
                <a:path w="161" h="769" extrusionOk="0">
                  <a:moveTo>
                    <a:pt x="45" y="0"/>
                  </a:moveTo>
                  <a:lnTo>
                    <a:pt x="0" y="36"/>
                  </a:lnTo>
                  <a:lnTo>
                    <a:pt x="0" y="72"/>
                  </a:lnTo>
                  <a:lnTo>
                    <a:pt x="0" y="706"/>
                  </a:lnTo>
                  <a:lnTo>
                    <a:pt x="0" y="733"/>
                  </a:lnTo>
                  <a:lnTo>
                    <a:pt x="45" y="768"/>
                  </a:lnTo>
                  <a:lnTo>
                    <a:pt x="107" y="759"/>
                  </a:lnTo>
                  <a:lnTo>
                    <a:pt x="152" y="724"/>
                  </a:lnTo>
                  <a:lnTo>
                    <a:pt x="161" y="697"/>
                  </a:lnTo>
                  <a:lnTo>
                    <a:pt x="161" y="63"/>
                  </a:lnTo>
                  <a:lnTo>
                    <a:pt x="152" y="27"/>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355;p33">
              <a:extLst>
                <a:ext uri="{FF2B5EF4-FFF2-40B4-BE49-F238E27FC236}">
                  <a16:creationId xmlns:a16="http://schemas.microsoft.com/office/drawing/2014/main" id="{988C93AD-D035-448A-8A55-6CA94DE068BE}"/>
                </a:ext>
              </a:extLst>
            </p:cNvPr>
            <p:cNvSpPr/>
            <p:nvPr/>
          </p:nvSpPr>
          <p:spPr>
            <a:xfrm>
              <a:off x="3430698" y="4444947"/>
              <a:ext cx="9742" cy="41494"/>
            </a:xfrm>
            <a:custGeom>
              <a:avLst/>
              <a:gdLst/>
              <a:ahLst/>
              <a:cxnLst/>
              <a:rect l="l" t="t" r="r" b="b"/>
              <a:pathLst>
                <a:path w="189" h="805" extrusionOk="0">
                  <a:moveTo>
                    <a:pt x="117" y="1"/>
                  </a:moveTo>
                  <a:lnTo>
                    <a:pt x="54" y="10"/>
                  </a:lnTo>
                  <a:lnTo>
                    <a:pt x="1" y="46"/>
                  </a:lnTo>
                  <a:lnTo>
                    <a:pt x="1" y="72"/>
                  </a:lnTo>
                  <a:lnTo>
                    <a:pt x="10" y="412"/>
                  </a:lnTo>
                  <a:lnTo>
                    <a:pt x="19" y="751"/>
                  </a:lnTo>
                  <a:lnTo>
                    <a:pt x="27" y="778"/>
                  </a:lnTo>
                  <a:lnTo>
                    <a:pt x="72" y="805"/>
                  </a:lnTo>
                  <a:lnTo>
                    <a:pt x="135" y="805"/>
                  </a:lnTo>
                  <a:lnTo>
                    <a:pt x="179" y="769"/>
                  </a:lnTo>
                  <a:lnTo>
                    <a:pt x="188" y="733"/>
                  </a:lnTo>
                  <a:lnTo>
                    <a:pt x="179" y="403"/>
                  </a:lnTo>
                  <a:lnTo>
                    <a:pt x="170" y="63"/>
                  </a:lnTo>
                  <a:lnTo>
                    <a:pt x="161" y="37"/>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356;p33">
              <a:extLst>
                <a:ext uri="{FF2B5EF4-FFF2-40B4-BE49-F238E27FC236}">
                  <a16:creationId xmlns:a16="http://schemas.microsoft.com/office/drawing/2014/main" id="{2A35B9B4-8BE0-4560-BA54-1C4EA015822B}"/>
                </a:ext>
              </a:extLst>
            </p:cNvPr>
            <p:cNvSpPr/>
            <p:nvPr/>
          </p:nvSpPr>
          <p:spPr>
            <a:xfrm>
              <a:off x="3482242" y="4440824"/>
              <a:ext cx="9278" cy="44226"/>
            </a:xfrm>
            <a:custGeom>
              <a:avLst/>
              <a:gdLst/>
              <a:ahLst/>
              <a:cxnLst/>
              <a:rect l="l" t="t" r="r" b="b"/>
              <a:pathLst>
                <a:path w="180" h="858" extrusionOk="0">
                  <a:moveTo>
                    <a:pt x="63" y="1"/>
                  </a:moveTo>
                  <a:lnTo>
                    <a:pt x="19" y="36"/>
                  </a:lnTo>
                  <a:lnTo>
                    <a:pt x="10" y="72"/>
                  </a:lnTo>
                  <a:lnTo>
                    <a:pt x="1" y="438"/>
                  </a:lnTo>
                  <a:lnTo>
                    <a:pt x="1" y="804"/>
                  </a:lnTo>
                  <a:lnTo>
                    <a:pt x="1" y="831"/>
                  </a:lnTo>
                  <a:lnTo>
                    <a:pt x="46" y="858"/>
                  </a:lnTo>
                  <a:lnTo>
                    <a:pt x="108" y="858"/>
                  </a:lnTo>
                  <a:lnTo>
                    <a:pt x="153" y="822"/>
                  </a:lnTo>
                  <a:lnTo>
                    <a:pt x="162" y="795"/>
                  </a:lnTo>
                  <a:lnTo>
                    <a:pt x="171" y="420"/>
                  </a:lnTo>
                  <a:lnTo>
                    <a:pt x="179" y="54"/>
                  </a:lnTo>
                  <a:lnTo>
                    <a:pt x="171" y="27"/>
                  </a:lnTo>
                  <a:lnTo>
                    <a:pt x="12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3357;p33">
              <a:extLst>
                <a:ext uri="{FF2B5EF4-FFF2-40B4-BE49-F238E27FC236}">
                  <a16:creationId xmlns:a16="http://schemas.microsoft.com/office/drawing/2014/main" id="{669BD73F-FA1F-47B4-9207-A2932EC81AE6}"/>
                </a:ext>
              </a:extLst>
            </p:cNvPr>
            <p:cNvSpPr/>
            <p:nvPr/>
          </p:nvSpPr>
          <p:spPr>
            <a:xfrm>
              <a:off x="3532446" y="4432525"/>
              <a:ext cx="10154" cy="50256"/>
            </a:xfrm>
            <a:custGeom>
              <a:avLst/>
              <a:gdLst/>
              <a:ahLst/>
              <a:cxnLst/>
              <a:rect l="l" t="t" r="r" b="b"/>
              <a:pathLst>
                <a:path w="197" h="975" extrusionOk="0">
                  <a:moveTo>
                    <a:pt x="81" y="1"/>
                  </a:moveTo>
                  <a:lnTo>
                    <a:pt x="36" y="36"/>
                  </a:lnTo>
                  <a:lnTo>
                    <a:pt x="27" y="63"/>
                  </a:lnTo>
                  <a:lnTo>
                    <a:pt x="18" y="492"/>
                  </a:lnTo>
                  <a:lnTo>
                    <a:pt x="0" y="912"/>
                  </a:lnTo>
                  <a:lnTo>
                    <a:pt x="0" y="947"/>
                  </a:lnTo>
                  <a:lnTo>
                    <a:pt x="54" y="974"/>
                  </a:lnTo>
                  <a:lnTo>
                    <a:pt x="116" y="965"/>
                  </a:lnTo>
                  <a:lnTo>
                    <a:pt x="161" y="929"/>
                  </a:lnTo>
                  <a:lnTo>
                    <a:pt x="170" y="903"/>
                  </a:lnTo>
                  <a:lnTo>
                    <a:pt x="197" y="54"/>
                  </a:lnTo>
                  <a:lnTo>
                    <a:pt x="188" y="28"/>
                  </a:lnTo>
                  <a:lnTo>
                    <a:pt x="14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3358;p33">
              <a:extLst>
                <a:ext uri="{FF2B5EF4-FFF2-40B4-BE49-F238E27FC236}">
                  <a16:creationId xmlns:a16="http://schemas.microsoft.com/office/drawing/2014/main" id="{0A36C0C4-B756-4F52-A793-BC0256B221F2}"/>
                </a:ext>
              </a:extLst>
            </p:cNvPr>
            <p:cNvSpPr/>
            <p:nvPr/>
          </p:nvSpPr>
          <p:spPr>
            <a:xfrm>
              <a:off x="3577547" y="4415052"/>
              <a:ext cx="12474" cy="74637"/>
            </a:xfrm>
            <a:custGeom>
              <a:avLst/>
              <a:gdLst/>
              <a:ahLst/>
              <a:cxnLst/>
              <a:rect l="l" t="t" r="r" b="b"/>
              <a:pathLst>
                <a:path w="242" h="1448" extrusionOk="0">
                  <a:moveTo>
                    <a:pt x="125" y="0"/>
                  </a:moveTo>
                  <a:lnTo>
                    <a:pt x="81" y="36"/>
                  </a:lnTo>
                  <a:lnTo>
                    <a:pt x="72" y="72"/>
                  </a:lnTo>
                  <a:lnTo>
                    <a:pt x="36" y="733"/>
                  </a:lnTo>
                  <a:lnTo>
                    <a:pt x="0" y="1385"/>
                  </a:lnTo>
                  <a:lnTo>
                    <a:pt x="9" y="1420"/>
                  </a:lnTo>
                  <a:lnTo>
                    <a:pt x="54" y="1447"/>
                  </a:lnTo>
                  <a:lnTo>
                    <a:pt x="116" y="1447"/>
                  </a:lnTo>
                  <a:lnTo>
                    <a:pt x="161" y="1411"/>
                  </a:lnTo>
                  <a:lnTo>
                    <a:pt x="170" y="1376"/>
                  </a:lnTo>
                  <a:lnTo>
                    <a:pt x="241" y="63"/>
                  </a:lnTo>
                  <a:lnTo>
                    <a:pt x="233" y="27"/>
                  </a:lnTo>
                  <a:lnTo>
                    <a:pt x="18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3359;p33">
              <a:extLst>
                <a:ext uri="{FF2B5EF4-FFF2-40B4-BE49-F238E27FC236}">
                  <a16:creationId xmlns:a16="http://schemas.microsoft.com/office/drawing/2014/main" id="{0D35EB9D-47AD-4E3C-9CCE-062C5CD66175}"/>
                </a:ext>
              </a:extLst>
            </p:cNvPr>
            <p:cNvSpPr/>
            <p:nvPr/>
          </p:nvSpPr>
          <p:spPr>
            <a:xfrm>
              <a:off x="3167876" y="4241967"/>
              <a:ext cx="485657" cy="81544"/>
            </a:xfrm>
            <a:custGeom>
              <a:avLst/>
              <a:gdLst/>
              <a:ahLst/>
              <a:cxnLst/>
              <a:rect l="l" t="t" r="r" b="b"/>
              <a:pathLst>
                <a:path w="9422" h="1582" extrusionOk="0">
                  <a:moveTo>
                    <a:pt x="1" y="1"/>
                  </a:moveTo>
                  <a:lnTo>
                    <a:pt x="1" y="1581"/>
                  </a:lnTo>
                  <a:lnTo>
                    <a:pt x="9422" y="1581"/>
                  </a:lnTo>
                  <a:lnTo>
                    <a:pt x="9422" y="1"/>
                  </a:lnTo>
                  <a:lnTo>
                    <a:pt x="9368" y="28"/>
                  </a:lnTo>
                  <a:lnTo>
                    <a:pt x="8761" y="278"/>
                  </a:lnTo>
                  <a:lnTo>
                    <a:pt x="7904" y="519"/>
                  </a:lnTo>
                  <a:lnTo>
                    <a:pt x="7163" y="671"/>
                  </a:lnTo>
                  <a:lnTo>
                    <a:pt x="6287" y="796"/>
                  </a:lnTo>
                  <a:lnTo>
                    <a:pt x="5269" y="867"/>
                  </a:lnTo>
                  <a:lnTo>
                    <a:pt x="4707" y="876"/>
                  </a:lnTo>
                  <a:lnTo>
                    <a:pt x="4144" y="867"/>
                  </a:lnTo>
                  <a:lnTo>
                    <a:pt x="3126" y="796"/>
                  </a:lnTo>
                  <a:lnTo>
                    <a:pt x="2251" y="671"/>
                  </a:lnTo>
                  <a:lnTo>
                    <a:pt x="1519" y="519"/>
                  </a:lnTo>
                  <a:lnTo>
                    <a:pt x="653" y="278"/>
                  </a:lnTo>
                  <a:lnTo>
                    <a:pt x="45" y="28"/>
                  </a:lnTo>
                  <a:lnTo>
                    <a:pt x="1"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3360;p33">
              <a:extLst>
                <a:ext uri="{FF2B5EF4-FFF2-40B4-BE49-F238E27FC236}">
                  <a16:creationId xmlns:a16="http://schemas.microsoft.com/office/drawing/2014/main" id="{398B7DD5-A797-43E6-94D4-374211704BBE}"/>
                </a:ext>
              </a:extLst>
            </p:cNvPr>
            <p:cNvSpPr/>
            <p:nvPr/>
          </p:nvSpPr>
          <p:spPr>
            <a:xfrm>
              <a:off x="3167876" y="4241967"/>
              <a:ext cx="485657" cy="45153"/>
            </a:xfrm>
            <a:custGeom>
              <a:avLst/>
              <a:gdLst/>
              <a:ahLst/>
              <a:cxnLst/>
              <a:rect l="l" t="t" r="r" b="b"/>
              <a:pathLst>
                <a:path w="9422" h="876" extrusionOk="0">
                  <a:moveTo>
                    <a:pt x="1" y="1"/>
                  </a:moveTo>
                  <a:lnTo>
                    <a:pt x="45" y="28"/>
                  </a:lnTo>
                  <a:lnTo>
                    <a:pt x="653" y="278"/>
                  </a:lnTo>
                  <a:lnTo>
                    <a:pt x="1519" y="519"/>
                  </a:lnTo>
                  <a:lnTo>
                    <a:pt x="2251" y="671"/>
                  </a:lnTo>
                  <a:lnTo>
                    <a:pt x="3126" y="796"/>
                  </a:lnTo>
                  <a:lnTo>
                    <a:pt x="4144" y="867"/>
                  </a:lnTo>
                  <a:lnTo>
                    <a:pt x="4707" y="876"/>
                  </a:lnTo>
                  <a:lnTo>
                    <a:pt x="5269" y="867"/>
                  </a:lnTo>
                  <a:lnTo>
                    <a:pt x="6287" y="796"/>
                  </a:lnTo>
                  <a:lnTo>
                    <a:pt x="7163" y="671"/>
                  </a:lnTo>
                  <a:lnTo>
                    <a:pt x="7904" y="519"/>
                  </a:lnTo>
                  <a:lnTo>
                    <a:pt x="8761" y="278"/>
                  </a:lnTo>
                  <a:lnTo>
                    <a:pt x="9368" y="28"/>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3361;p33">
              <a:extLst>
                <a:ext uri="{FF2B5EF4-FFF2-40B4-BE49-F238E27FC236}">
                  <a16:creationId xmlns:a16="http://schemas.microsoft.com/office/drawing/2014/main" id="{F3480A69-F75A-4BA5-BEED-833E6A0174BC}"/>
                </a:ext>
              </a:extLst>
            </p:cNvPr>
            <p:cNvSpPr/>
            <p:nvPr/>
          </p:nvSpPr>
          <p:spPr>
            <a:xfrm>
              <a:off x="3167876" y="4322994"/>
              <a:ext cx="485657" cy="81080"/>
            </a:xfrm>
            <a:custGeom>
              <a:avLst/>
              <a:gdLst/>
              <a:ahLst/>
              <a:cxnLst/>
              <a:rect l="l" t="t" r="r" b="b"/>
              <a:pathLst>
                <a:path w="9422" h="1573" extrusionOk="0">
                  <a:moveTo>
                    <a:pt x="1" y="0"/>
                  </a:moveTo>
                  <a:lnTo>
                    <a:pt x="1" y="1572"/>
                  </a:lnTo>
                  <a:lnTo>
                    <a:pt x="9422" y="1572"/>
                  </a:lnTo>
                  <a:lnTo>
                    <a:pt x="9422" y="0"/>
                  </a:lnTo>
                  <a:lnTo>
                    <a:pt x="9368" y="27"/>
                  </a:lnTo>
                  <a:lnTo>
                    <a:pt x="8761" y="268"/>
                  </a:lnTo>
                  <a:lnTo>
                    <a:pt x="7904" y="518"/>
                  </a:lnTo>
                  <a:lnTo>
                    <a:pt x="7163" y="670"/>
                  </a:lnTo>
                  <a:lnTo>
                    <a:pt x="6287" y="795"/>
                  </a:lnTo>
                  <a:lnTo>
                    <a:pt x="5269" y="858"/>
                  </a:lnTo>
                  <a:lnTo>
                    <a:pt x="4707" y="867"/>
                  </a:lnTo>
                  <a:lnTo>
                    <a:pt x="4144" y="858"/>
                  </a:lnTo>
                  <a:lnTo>
                    <a:pt x="3126" y="795"/>
                  </a:lnTo>
                  <a:lnTo>
                    <a:pt x="2251" y="670"/>
                  </a:lnTo>
                  <a:lnTo>
                    <a:pt x="1519" y="518"/>
                  </a:lnTo>
                  <a:lnTo>
                    <a:pt x="653" y="268"/>
                  </a:lnTo>
                  <a:lnTo>
                    <a:pt x="45" y="27"/>
                  </a:lnTo>
                  <a:lnTo>
                    <a:pt x="1"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362;p33">
              <a:extLst>
                <a:ext uri="{FF2B5EF4-FFF2-40B4-BE49-F238E27FC236}">
                  <a16:creationId xmlns:a16="http://schemas.microsoft.com/office/drawing/2014/main" id="{3B733E22-1DA7-4A37-B357-C42DAF421C59}"/>
                </a:ext>
              </a:extLst>
            </p:cNvPr>
            <p:cNvSpPr/>
            <p:nvPr/>
          </p:nvSpPr>
          <p:spPr>
            <a:xfrm>
              <a:off x="3167876" y="4322994"/>
              <a:ext cx="485657" cy="44690"/>
            </a:xfrm>
            <a:custGeom>
              <a:avLst/>
              <a:gdLst/>
              <a:ahLst/>
              <a:cxnLst/>
              <a:rect l="l" t="t" r="r" b="b"/>
              <a:pathLst>
                <a:path w="9422" h="867" extrusionOk="0">
                  <a:moveTo>
                    <a:pt x="1" y="0"/>
                  </a:moveTo>
                  <a:lnTo>
                    <a:pt x="45" y="27"/>
                  </a:lnTo>
                  <a:lnTo>
                    <a:pt x="653" y="268"/>
                  </a:lnTo>
                  <a:lnTo>
                    <a:pt x="1519" y="518"/>
                  </a:lnTo>
                  <a:lnTo>
                    <a:pt x="2251" y="670"/>
                  </a:lnTo>
                  <a:lnTo>
                    <a:pt x="3126" y="795"/>
                  </a:lnTo>
                  <a:lnTo>
                    <a:pt x="4144" y="858"/>
                  </a:lnTo>
                  <a:lnTo>
                    <a:pt x="4707" y="867"/>
                  </a:lnTo>
                  <a:lnTo>
                    <a:pt x="5269" y="858"/>
                  </a:lnTo>
                  <a:lnTo>
                    <a:pt x="6287" y="795"/>
                  </a:lnTo>
                  <a:lnTo>
                    <a:pt x="7163" y="670"/>
                  </a:lnTo>
                  <a:lnTo>
                    <a:pt x="7904" y="518"/>
                  </a:lnTo>
                  <a:lnTo>
                    <a:pt x="8761" y="268"/>
                  </a:lnTo>
                  <a:lnTo>
                    <a:pt x="9368" y="27"/>
                  </a:lnTo>
                  <a:lnTo>
                    <a:pt x="9422"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3363;p33">
              <a:extLst>
                <a:ext uri="{FF2B5EF4-FFF2-40B4-BE49-F238E27FC236}">
                  <a16:creationId xmlns:a16="http://schemas.microsoft.com/office/drawing/2014/main" id="{5B762DCC-5750-4AE4-9D35-C54AF5A88AA1}"/>
                </a:ext>
              </a:extLst>
            </p:cNvPr>
            <p:cNvSpPr/>
            <p:nvPr/>
          </p:nvSpPr>
          <p:spPr>
            <a:xfrm>
              <a:off x="3606102" y="4255781"/>
              <a:ext cx="13350" cy="70462"/>
            </a:xfrm>
            <a:custGeom>
              <a:avLst/>
              <a:gdLst/>
              <a:ahLst/>
              <a:cxnLst/>
              <a:rect l="l" t="t" r="r" b="b"/>
              <a:pathLst>
                <a:path w="259" h="1367" extrusionOk="0">
                  <a:moveTo>
                    <a:pt x="152" y="1"/>
                  </a:moveTo>
                  <a:lnTo>
                    <a:pt x="107" y="36"/>
                  </a:lnTo>
                  <a:lnTo>
                    <a:pt x="98" y="63"/>
                  </a:lnTo>
                  <a:lnTo>
                    <a:pt x="45" y="679"/>
                  </a:lnTo>
                  <a:lnTo>
                    <a:pt x="0" y="1296"/>
                  </a:lnTo>
                  <a:lnTo>
                    <a:pt x="0" y="1322"/>
                  </a:lnTo>
                  <a:lnTo>
                    <a:pt x="45" y="1358"/>
                  </a:lnTo>
                  <a:lnTo>
                    <a:pt x="107" y="1367"/>
                  </a:lnTo>
                  <a:lnTo>
                    <a:pt x="152" y="1331"/>
                  </a:lnTo>
                  <a:lnTo>
                    <a:pt x="161" y="1304"/>
                  </a:lnTo>
                  <a:lnTo>
                    <a:pt x="259" y="72"/>
                  </a:lnTo>
                  <a:lnTo>
                    <a:pt x="259" y="45"/>
                  </a:lnTo>
                  <a:lnTo>
                    <a:pt x="214" y="10"/>
                  </a:lnTo>
                  <a:lnTo>
                    <a:pt x="15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364;p33">
              <a:extLst>
                <a:ext uri="{FF2B5EF4-FFF2-40B4-BE49-F238E27FC236}">
                  <a16:creationId xmlns:a16="http://schemas.microsoft.com/office/drawing/2014/main" id="{247A0DD1-145F-4361-AF0C-0B07E494912A}"/>
                </a:ext>
              </a:extLst>
            </p:cNvPr>
            <p:cNvSpPr/>
            <p:nvPr/>
          </p:nvSpPr>
          <p:spPr>
            <a:xfrm>
              <a:off x="3550847" y="4269131"/>
              <a:ext cx="11082" cy="55772"/>
            </a:xfrm>
            <a:custGeom>
              <a:avLst/>
              <a:gdLst/>
              <a:ahLst/>
              <a:cxnLst/>
              <a:rect l="l" t="t" r="r" b="b"/>
              <a:pathLst>
                <a:path w="215" h="1082" extrusionOk="0">
                  <a:moveTo>
                    <a:pt x="99" y="1"/>
                  </a:moveTo>
                  <a:lnTo>
                    <a:pt x="54" y="36"/>
                  </a:lnTo>
                  <a:lnTo>
                    <a:pt x="45" y="63"/>
                  </a:lnTo>
                  <a:lnTo>
                    <a:pt x="27" y="536"/>
                  </a:lnTo>
                  <a:lnTo>
                    <a:pt x="0" y="1010"/>
                  </a:lnTo>
                  <a:lnTo>
                    <a:pt x="0" y="1045"/>
                  </a:lnTo>
                  <a:lnTo>
                    <a:pt x="45" y="1081"/>
                  </a:lnTo>
                  <a:lnTo>
                    <a:pt x="108" y="1081"/>
                  </a:lnTo>
                  <a:lnTo>
                    <a:pt x="161" y="1054"/>
                  </a:lnTo>
                  <a:lnTo>
                    <a:pt x="161" y="1019"/>
                  </a:lnTo>
                  <a:lnTo>
                    <a:pt x="188" y="545"/>
                  </a:lnTo>
                  <a:lnTo>
                    <a:pt x="215" y="72"/>
                  </a:lnTo>
                  <a:lnTo>
                    <a:pt x="206" y="45"/>
                  </a:lnTo>
                  <a:lnTo>
                    <a:pt x="161" y="10"/>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3365;p33">
              <a:extLst>
                <a:ext uri="{FF2B5EF4-FFF2-40B4-BE49-F238E27FC236}">
                  <a16:creationId xmlns:a16="http://schemas.microsoft.com/office/drawing/2014/main" id="{A68ED9B1-8E13-4E81-93EC-D2B8C64CDF7D}"/>
                </a:ext>
              </a:extLst>
            </p:cNvPr>
            <p:cNvSpPr/>
            <p:nvPr/>
          </p:nvSpPr>
          <p:spPr>
            <a:xfrm>
              <a:off x="3502963" y="4282017"/>
              <a:ext cx="8814" cy="39638"/>
            </a:xfrm>
            <a:custGeom>
              <a:avLst/>
              <a:gdLst/>
              <a:ahLst/>
              <a:cxnLst/>
              <a:rect l="l" t="t" r="r" b="b"/>
              <a:pathLst>
                <a:path w="171" h="769" extrusionOk="0">
                  <a:moveTo>
                    <a:pt x="63" y="1"/>
                  </a:moveTo>
                  <a:lnTo>
                    <a:pt x="10" y="36"/>
                  </a:lnTo>
                  <a:lnTo>
                    <a:pt x="10" y="63"/>
                  </a:lnTo>
                  <a:lnTo>
                    <a:pt x="1" y="385"/>
                  </a:lnTo>
                  <a:lnTo>
                    <a:pt x="1" y="697"/>
                  </a:lnTo>
                  <a:lnTo>
                    <a:pt x="1" y="733"/>
                  </a:lnTo>
                  <a:lnTo>
                    <a:pt x="45" y="769"/>
                  </a:lnTo>
                  <a:lnTo>
                    <a:pt x="108" y="769"/>
                  </a:lnTo>
                  <a:lnTo>
                    <a:pt x="153" y="742"/>
                  </a:lnTo>
                  <a:lnTo>
                    <a:pt x="161" y="706"/>
                  </a:lnTo>
                  <a:lnTo>
                    <a:pt x="170" y="394"/>
                  </a:lnTo>
                  <a:lnTo>
                    <a:pt x="170" y="72"/>
                  </a:lnTo>
                  <a:lnTo>
                    <a:pt x="170" y="45"/>
                  </a:lnTo>
                  <a:lnTo>
                    <a:pt x="126" y="10"/>
                  </a:lnTo>
                  <a:lnTo>
                    <a:pt x="6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366;p33">
              <a:extLst>
                <a:ext uri="{FF2B5EF4-FFF2-40B4-BE49-F238E27FC236}">
                  <a16:creationId xmlns:a16="http://schemas.microsoft.com/office/drawing/2014/main" id="{82108AA7-A7CA-49FD-A687-874845C6E975}"/>
                </a:ext>
              </a:extLst>
            </p:cNvPr>
            <p:cNvSpPr/>
            <p:nvPr/>
          </p:nvSpPr>
          <p:spPr>
            <a:xfrm>
              <a:off x="3448635" y="4286192"/>
              <a:ext cx="9742" cy="37319"/>
            </a:xfrm>
            <a:custGeom>
              <a:avLst/>
              <a:gdLst/>
              <a:ahLst/>
              <a:cxnLst/>
              <a:rect l="l" t="t" r="r" b="b"/>
              <a:pathLst>
                <a:path w="189" h="724" extrusionOk="0">
                  <a:moveTo>
                    <a:pt x="72" y="0"/>
                  </a:moveTo>
                  <a:lnTo>
                    <a:pt x="28" y="27"/>
                  </a:lnTo>
                  <a:lnTo>
                    <a:pt x="19" y="54"/>
                  </a:lnTo>
                  <a:lnTo>
                    <a:pt x="1" y="652"/>
                  </a:lnTo>
                  <a:lnTo>
                    <a:pt x="1" y="688"/>
                  </a:lnTo>
                  <a:lnTo>
                    <a:pt x="46" y="723"/>
                  </a:lnTo>
                  <a:lnTo>
                    <a:pt x="108" y="723"/>
                  </a:lnTo>
                  <a:lnTo>
                    <a:pt x="162" y="697"/>
                  </a:lnTo>
                  <a:lnTo>
                    <a:pt x="162" y="661"/>
                  </a:lnTo>
                  <a:lnTo>
                    <a:pt x="180" y="366"/>
                  </a:lnTo>
                  <a:lnTo>
                    <a:pt x="188" y="71"/>
                  </a:lnTo>
                  <a:lnTo>
                    <a:pt x="180" y="36"/>
                  </a:lnTo>
                  <a:lnTo>
                    <a:pt x="13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367;p33">
              <a:extLst>
                <a:ext uri="{FF2B5EF4-FFF2-40B4-BE49-F238E27FC236}">
                  <a16:creationId xmlns:a16="http://schemas.microsoft.com/office/drawing/2014/main" id="{14FE40E0-A201-410E-9113-A35721C93051}"/>
                </a:ext>
              </a:extLst>
            </p:cNvPr>
            <p:cNvSpPr/>
            <p:nvPr/>
          </p:nvSpPr>
          <p:spPr>
            <a:xfrm>
              <a:off x="3397555" y="4285264"/>
              <a:ext cx="8814" cy="39638"/>
            </a:xfrm>
            <a:custGeom>
              <a:avLst/>
              <a:gdLst/>
              <a:ahLst/>
              <a:cxnLst/>
              <a:rect l="l" t="t" r="r" b="b"/>
              <a:pathLst>
                <a:path w="171" h="769" extrusionOk="0">
                  <a:moveTo>
                    <a:pt x="54" y="0"/>
                  </a:moveTo>
                  <a:lnTo>
                    <a:pt x="10" y="36"/>
                  </a:lnTo>
                  <a:lnTo>
                    <a:pt x="1" y="63"/>
                  </a:lnTo>
                  <a:lnTo>
                    <a:pt x="1" y="697"/>
                  </a:lnTo>
                  <a:lnTo>
                    <a:pt x="10" y="724"/>
                  </a:lnTo>
                  <a:lnTo>
                    <a:pt x="54" y="768"/>
                  </a:lnTo>
                  <a:lnTo>
                    <a:pt x="117" y="768"/>
                  </a:lnTo>
                  <a:lnTo>
                    <a:pt x="161" y="741"/>
                  </a:lnTo>
                  <a:lnTo>
                    <a:pt x="170" y="706"/>
                  </a:lnTo>
                  <a:lnTo>
                    <a:pt x="170" y="72"/>
                  </a:lnTo>
                  <a:lnTo>
                    <a:pt x="161" y="45"/>
                  </a:lnTo>
                  <a:lnTo>
                    <a:pt x="117" y="9"/>
                  </a:lnTo>
                  <a:lnTo>
                    <a:pt x="5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368;p33">
              <a:extLst>
                <a:ext uri="{FF2B5EF4-FFF2-40B4-BE49-F238E27FC236}">
                  <a16:creationId xmlns:a16="http://schemas.microsoft.com/office/drawing/2014/main" id="{381C7B5C-DEFE-481F-9AD4-D8A87A2AD020}"/>
                </a:ext>
              </a:extLst>
            </p:cNvPr>
            <p:cNvSpPr/>
            <p:nvPr/>
          </p:nvSpPr>
          <p:spPr>
            <a:xfrm>
              <a:off x="3340032" y="4282945"/>
              <a:ext cx="9742" cy="41494"/>
            </a:xfrm>
            <a:custGeom>
              <a:avLst/>
              <a:gdLst/>
              <a:ahLst/>
              <a:cxnLst/>
              <a:rect l="l" t="t" r="r" b="b"/>
              <a:pathLst>
                <a:path w="189" h="805" extrusionOk="0">
                  <a:moveTo>
                    <a:pt x="81" y="1"/>
                  </a:moveTo>
                  <a:lnTo>
                    <a:pt x="27" y="27"/>
                  </a:lnTo>
                  <a:lnTo>
                    <a:pt x="27" y="54"/>
                  </a:lnTo>
                  <a:lnTo>
                    <a:pt x="18" y="393"/>
                  </a:lnTo>
                  <a:lnTo>
                    <a:pt x="0" y="733"/>
                  </a:lnTo>
                  <a:lnTo>
                    <a:pt x="9" y="760"/>
                  </a:lnTo>
                  <a:lnTo>
                    <a:pt x="54" y="795"/>
                  </a:lnTo>
                  <a:lnTo>
                    <a:pt x="117" y="804"/>
                  </a:lnTo>
                  <a:lnTo>
                    <a:pt x="161" y="769"/>
                  </a:lnTo>
                  <a:lnTo>
                    <a:pt x="170" y="742"/>
                  </a:lnTo>
                  <a:lnTo>
                    <a:pt x="179" y="402"/>
                  </a:lnTo>
                  <a:lnTo>
                    <a:pt x="188" y="72"/>
                  </a:lnTo>
                  <a:lnTo>
                    <a:pt x="188" y="36"/>
                  </a:lnTo>
                  <a:lnTo>
                    <a:pt x="14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369;p33">
              <a:extLst>
                <a:ext uri="{FF2B5EF4-FFF2-40B4-BE49-F238E27FC236}">
                  <a16:creationId xmlns:a16="http://schemas.microsoft.com/office/drawing/2014/main" id="{163669F9-EFCE-4660-B731-F2CDB10F8F6B}"/>
                </a:ext>
              </a:extLst>
            </p:cNvPr>
            <p:cNvSpPr/>
            <p:nvPr/>
          </p:nvSpPr>
          <p:spPr>
            <a:xfrm>
              <a:off x="3288952" y="4278357"/>
              <a:ext cx="9690" cy="44690"/>
            </a:xfrm>
            <a:custGeom>
              <a:avLst/>
              <a:gdLst/>
              <a:ahLst/>
              <a:cxnLst/>
              <a:rect l="l" t="t" r="r" b="b"/>
              <a:pathLst>
                <a:path w="188" h="867" extrusionOk="0">
                  <a:moveTo>
                    <a:pt x="54" y="0"/>
                  </a:moveTo>
                  <a:lnTo>
                    <a:pt x="9" y="27"/>
                  </a:lnTo>
                  <a:lnTo>
                    <a:pt x="0" y="63"/>
                  </a:lnTo>
                  <a:lnTo>
                    <a:pt x="9" y="429"/>
                  </a:lnTo>
                  <a:lnTo>
                    <a:pt x="18" y="795"/>
                  </a:lnTo>
                  <a:lnTo>
                    <a:pt x="27" y="822"/>
                  </a:lnTo>
                  <a:lnTo>
                    <a:pt x="72" y="858"/>
                  </a:lnTo>
                  <a:lnTo>
                    <a:pt x="134" y="866"/>
                  </a:lnTo>
                  <a:lnTo>
                    <a:pt x="179" y="831"/>
                  </a:lnTo>
                  <a:lnTo>
                    <a:pt x="188" y="804"/>
                  </a:lnTo>
                  <a:lnTo>
                    <a:pt x="179" y="438"/>
                  </a:lnTo>
                  <a:lnTo>
                    <a:pt x="170" y="72"/>
                  </a:lnTo>
                  <a:lnTo>
                    <a:pt x="161" y="36"/>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370;p33">
              <a:extLst>
                <a:ext uri="{FF2B5EF4-FFF2-40B4-BE49-F238E27FC236}">
                  <a16:creationId xmlns:a16="http://schemas.microsoft.com/office/drawing/2014/main" id="{C4152F82-AFCD-41DA-B2F2-9C5666613E2A}"/>
                </a:ext>
              </a:extLst>
            </p:cNvPr>
            <p:cNvSpPr/>
            <p:nvPr/>
          </p:nvSpPr>
          <p:spPr>
            <a:xfrm>
              <a:off x="3238285" y="4270059"/>
              <a:ext cx="9742" cy="50205"/>
            </a:xfrm>
            <a:custGeom>
              <a:avLst/>
              <a:gdLst/>
              <a:ahLst/>
              <a:cxnLst/>
              <a:rect l="l" t="t" r="r" b="b"/>
              <a:pathLst>
                <a:path w="189" h="974" extrusionOk="0">
                  <a:moveTo>
                    <a:pt x="46" y="0"/>
                  </a:moveTo>
                  <a:lnTo>
                    <a:pt x="1" y="27"/>
                  </a:lnTo>
                  <a:lnTo>
                    <a:pt x="1" y="63"/>
                  </a:lnTo>
                  <a:lnTo>
                    <a:pt x="28" y="902"/>
                  </a:lnTo>
                  <a:lnTo>
                    <a:pt x="28" y="938"/>
                  </a:lnTo>
                  <a:lnTo>
                    <a:pt x="81" y="974"/>
                  </a:lnTo>
                  <a:lnTo>
                    <a:pt x="144" y="974"/>
                  </a:lnTo>
                  <a:lnTo>
                    <a:pt x="188" y="947"/>
                  </a:lnTo>
                  <a:lnTo>
                    <a:pt x="188" y="911"/>
                  </a:lnTo>
                  <a:lnTo>
                    <a:pt x="180" y="492"/>
                  </a:lnTo>
                  <a:lnTo>
                    <a:pt x="162" y="72"/>
                  </a:lnTo>
                  <a:lnTo>
                    <a:pt x="153"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3371;p33">
              <a:extLst>
                <a:ext uri="{FF2B5EF4-FFF2-40B4-BE49-F238E27FC236}">
                  <a16:creationId xmlns:a16="http://schemas.microsoft.com/office/drawing/2014/main" id="{ED5CBDBC-D8F6-42D4-9C44-97C6234179B5}"/>
                </a:ext>
              </a:extLst>
            </p:cNvPr>
            <p:cNvSpPr/>
            <p:nvPr/>
          </p:nvSpPr>
          <p:spPr>
            <a:xfrm>
              <a:off x="3190452" y="4252585"/>
              <a:ext cx="12474" cy="74586"/>
            </a:xfrm>
            <a:custGeom>
              <a:avLst/>
              <a:gdLst/>
              <a:ahLst/>
              <a:cxnLst/>
              <a:rect l="l" t="t" r="r" b="b"/>
              <a:pathLst>
                <a:path w="242" h="1447" extrusionOk="0">
                  <a:moveTo>
                    <a:pt x="54" y="0"/>
                  </a:moveTo>
                  <a:lnTo>
                    <a:pt x="9" y="36"/>
                  </a:lnTo>
                  <a:lnTo>
                    <a:pt x="0" y="63"/>
                  </a:lnTo>
                  <a:lnTo>
                    <a:pt x="72" y="1384"/>
                  </a:lnTo>
                  <a:lnTo>
                    <a:pt x="81" y="1411"/>
                  </a:lnTo>
                  <a:lnTo>
                    <a:pt x="125" y="1447"/>
                  </a:lnTo>
                  <a:lnTo>
                    <a:pt x="188" y="1447"/>
                  </a:lnTo>
                  <a:lnTo>
                    <a:pt x="232" y="1420"/>
                  </a:lnTo>
                  <a:lnTo>
                    <a:pt x="241" y="1393"/>
                  </a:lnTo>
                  <a:lnTo>
                    <a:pt x="206" y="732"/>
                  </a:lnTo>
                  <a:lnTo>
                    <a:pt x="170" y="72"/>
                  </a:lnTo>
                  <a:lnTo>
                    <a:pt x="161" y="45"/>
                  </a:lnTo>
                  <a:lnTo>
                    <a:pt x="116" y="9"/>
                  </a:lnTo>
                  <a:lnTo>
                    <a:pt x="5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372;p33">
              <a:extLst>
                <a:ext uri="{FF2B5EF4-FFF2-40B4-BE49-F238E27FC236}">
                  <a16:creationId xmlns:a16="http://schemas.microsoft.com/office/drawing/2014/main" id="{7ECF6DE7-C9E6-4B10-A7AE-49E6C1D093A1}"/>
                </a:ext>
              </a:extLst>
            </p:cNvPr>
            <p:cNvSpPr/>
            <p:nvPr/>
          </p:nvSpPr>
          <p:spPr>
            <a:xfrm>
              <a:off x="3626771" y="4332633"/>
              <a:ext cx="10206" cy="69586"/>
            </a:xfrm>
            <a:custGeom>
              <a:avLst/>
              <a:gdLst/>
              <a:ahLst/>
              <a:cxnLst/>
              <a:rect l="l" t="t" r="r" b="b"/>
              <a:pathLst>
                <a:path w="198" h="1350" extrusionOk="0">
                  <a:moveTo>
                    <a:pt x="81" y="1"/>
                  </a:moveTo>
                  <a:lnTo>
                    <a:pt x="37" y="37"/>
                  </a:lnTo>
                  <a:lnTo>
                    <a:pt x="28" y="63"/>
                  </a:lnTo>
                  <a:lnTo>
                    <a:pt x="1" y="1278"/>
                  </a:lnTo>
                  <a:lnTo>
                    <a:pt x="10" y="1314"/>
                  </a:lnTo>
                  <a:lnTo>
                    <a:pt x="54" y="1349"/>
                  </a:lnTo>
                  <a:lnTo>
                    <a:pt x="117" y="1349"/>
                  </a:lnTo>
                  <a:lnTo>
                    <a:pt x="162" y="1323"/>
                  </a:lnTo>
                  <a:lnTo>
                    <a:pt x="171" y="1296"/>
                  </a:lnTo>
                  <a:lnTo>
                    <a:pt x="197" y="72"/>
                  </a:lnTo>
                  <a:lnTo>
                    <a:pt x="188" y="46"/>
                  </a:lnTo>
                  <a:lnTo>
                    <a:pt x="144" y="10"/>
                  </a:lnTo>
                  <a:lnTo>
                    <a:pt x="81"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373;p33">
              <a:extLst>
                <a:ext uri="{FF2B5EF4-FFF2-40B4-BE49-F238E27FC236}">
                  <a16:creationId xmlns:a16="http://schemas.microsoft.com/office/drawing/2014/main" id="{CD8B5AAD-D5C1-4EB4-B670-117A12350CD4}"/>
                </a:ext>
              </a:extLst>
            </p:cNvPr>
            <p:cNvSpPr/>
            <p:nvPr/>
          </p:nvSpPr>
          <p:spPr>
            <a:xfrm>
              <a:off x="3570640" y="4350622"/>
              <a:ext cx="9690" cy="55720"/>
            </a:xfrm>
            <a:custGeom>
              <a:avLst/>
              <a:gdLst/>
              <a:ahLst/>
              <a:cxnLst/>
              <a:rect l="l" t="t" r="r" b="b"/>
              <a:pathLst>
                <a:path w="188" h="1081" extrusionOk="0">
                  <a:moveTo>
                    <a:pt x="72" y="0"/>
                  </a:moveTo>
                  <a:lnTo>
                    <a:pt x="27" y="36"/>
                  </a:lnTo>
                  <a:lnTo>
                    <a:pt x="18" y="63"/>
                  </a:lnTo>
                  <a:lnTo>
                    <a:pt x="9" y="536"/>
                  </a:lnTo>
                  <a:lnTo>
                    <a:pt x="0" y="1009"/>
                  </a:lnTo>
                  <a:lnTo>
                    <a:pt x="9" y="1036"/>
                  </a:lnTo>
                  <a:lnTo>
                    <a:pt x="54" y="1072"/>
                  </a:lnTo>
                  <a:lnTo>
                    <a:pt x="116" y="1081"/>
                  </a:lnTo>
                  <a:lnTo>
                    <a:pt x="161" y="1045"/>
                  </a:lnTo>
                  <a:lnTo>
                    <a:pt x="170" y="1018"/>
                  </a:lnTo>
                  <a:lnTo>
                    <a:pt x="179" y="545"/>
                  </a:lnTo>
                  <a:lnTo>
                    <a:pt x="188" y="72"/>
                  </a:lnTo>
                  <a:lnTo>
                    <a:pt x="179" y="45"/>
                  </a:lnTo>
                  <a:lnTo>
                    <a:pt x="134" y="9"/>
                  </a:lnTo>
                  <a:lnTo>
                    <a:pt x="72"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374;p33">
              <a:extLst>
                <a:ext uri="{FF2B5EF4-FFF2-40B4-BE49-F238E27FC236}">
                  <a16:creationId xmlns:a16="http://schemas.microsoft.com/office/drawing/2014/main" id="{7CC27F58-E054-47E2-B00F-64AAAEA6685D}"/>
                </a:ext>
              </a:extLst>
            </p:cNvPr>
            <p:cNvSpPr/>
            <p:nvPr/>
          </p:nvSpPr>
          <p:spPr>
            <a:xfrm>
              <a:off x="3509870" y="4363972"/>
              <a:ext cx="9742" cy="43298"/>
            </a:xfrm>
            <a:custGeom>
              <a:avLst/>
              <a:gdLst/>
              <a:ahLst/>
              <a:cxnLst/>
              <a:rect l="l" t="t" r="r" b="b"/>
              <a:pathLst>
                <a:path w="189" h="840" extrusionOk="0">
                  <a:moveTo>
                    <a:pt x="45" y="0"/>
                  </a:moveTo>
                  <a:lnTo>
                    <a:pt x="1" y="36"/>
                  </a:lnTo>
                  <a:lnTo>
                    <a:pt x="1" y="63"/>
                  </a:lnTo>
                  <a:lnTo>
                    <a:pt x="10" y="420"/>
                  </a:lnTo>
                  <a:lnTo>
                    <a:pt x="27" y="777"/>
                  </a:lnTo>
                  <a:lnTo>
                    <a:pt x="27" y="804"/>
                  </a:lnTo>
                  <a:lnTo>
                    <a:pt x="81" y="840"/>
                  </a:lnTo>
                  <a:lnTo>
                    <a:pt x="144" y="840"/>
                  </a:lnTo>
                  <a:lnTo>
                    <a:pt x="188" y="813"/>
                  </a:lnTo>
                  <a:lnTo>
                    <a:pt x="188" y="786"/>
                  </a:lnTo>
                  <a:lnTo>
                    <a:pt x="179" y="429"/>
                  </a:lnTo>
                  <a:lnTo>
                    <a:pt x="161" y="72"/>
                  </a:lnTo>
                  <a:lnTo>
                    <a:pt x="161" y="45"/>
                  </a:lnTo>
                  <a:lnTo>
                    <a:pt x="108" y="9"/>
                  </a:lnTo>
                  <a:lnTo>
                    <a:pt x="4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375;p33">
              <a:extLst>
                <a:ext uri="{FF2B5EF4-FFF2-40B4-BE49-F238E27FC236}">
                  <a16:creationId xmlns:a16="http://schemas.microsoft.com/office/drawing/2014/main" id="{7772F3A7-5839-4859-9D2A-54E23573EDA2}"/>
                </a:ext>
              </a:extLst>
            </p:cNvPr>
            <p:cNvSpPr/>
            <p:nvPr/>
          </p:nvSpPr>
          <p:spPr>
            <a:xfrm>
              <a:off x="3452810" y="4368095"/>
              <a:ext cx="8763" cy="37319"/>
            </a:xfrm>
            <a:custGeom>
              <a:avLst/>
              <a:gdLst/>
              <a:ahLst/>
              <a:cxnLst/>
              <a:rect l="l" t="t" r="r" b="b"/>
              <a:pathLst>
                <a:path w="170" h="724" extrusionOk="0">
                  <a:moveTo>
                    <a:pt x="54" y="1"/>
                  </a:moveTo>
                  <a:lnTo>
                    <a:pt x="9" y="27"/>
                  </a:lnTo>
                  <a:lnTo>
                    <a:pt x="0" y="63"/>
                  </a:lnTo>
                  <a:lnTo>
                    <a:pt x="0" y="652"/>
                  </a:lnTo>
                  <a:lnTo>
                    <a:pt x="9" y="688"/>
                  </a:lnTo>
                  <a:lnTo>
                    <a:pt x="54" y="724"/>
                  </a:lnTo>
                  <a:lnTo>
                    <a:pt x="116" y="724"/>
                  </a:lnTo>
                  <a:lnTo>
                    <a:pt x="161" y="697"/>
                  </a:lnTo>
                  <a:lnTo>
                    <a:pt x="170" y="670"/>
                  </a:lnTo>
                  <a:lnTo>
                    <a:pt x="170" y="72"/>
                  </a:lnTo>
                  <a:lnTo>
                    <a:pt x="161" y="36"/>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376;p33">
              <a:extLst>
                <a:ext uri="{FF2B5EF4-FFF2-40B4-BE49-F238E27FC236}">
                  <a16:creationId xmlns:a16="http://schemas.microsoft.com/office/drawing/2014/main" id="{C1BB7A55-9AA9-405A-8357-97F4E64C08A0}"/>
                </a:ext>
              </a:extLst>
            </p:cNvPr>
            <p:cNvSpPr/>
            <p:nvPr/>
          </p:nvSpPr>
          <p:spPr>
            <a:xfrm>
              <a:off x="3399411" y="4368095"/>
              <a:ext cx="9278" cy="36442"/>
            </a:xfrm>
            <a:custGeom>
              <a:avLst/>
              <a:gdLst/>
              <a:ahLst/>
              <a:cxnLst/>
              <a:rect l="l" t="t" r="r" b="b"/>
              <a:pathLst>
                <a:path w="180" h="707" extrusionOk="0">
                  <a:moveTo>
                    <a:pt x="54" y="1"/>
                  </a:moveTo>
                  <a:lnTo>
                    <a:pt x="9" y="27"/>
                  </a:lnTo>
                  <a:lnTo>
                    <a:pt x="0" y="63"/>
                  </a:lnTo>
                  <a:lnTo>
                    <a:pt x="9" y="635"/>
                  </a:lnTo>
                  <a:lnTo>
                    <a:pt x="18" y="661"/>
                  </a:lnTo>
                  <a:lnTo>
                    <a:pt x="63" y="697"/>
                  </a:lnTo>
                  <a:lnTo>
                    <a:pt x="125" y="706"/>
                  </a:lnTo>
                  <a:lnTo>
                    <a:pt x="170" y="670"/>
                  </a:lnTo>
                  <a:lnTo>
                    <a:pt x="179" y="644"/>
                  </a:lnTo>
                  <a:lnTo>
                    <a:pt x="170" y="72"/>
                  </a:lnTo>
                  <a:lnTo>
                    <a:pt x="161" y="36"/>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377;p33">
              <a:extLst>
                <a:ext uri="{FF2B5EF4-FFF2-40B4-BE49-F238E27FC236}">
                  <a16:creationId xmlns:a16="http://schemas.microsoft.com/office/drawing/2014/main" id="{B9B2EF43-1EB5-44C6-AB71-E1C793647DE9}"/>
                </a:ext>
              </a:extLst>
            </p:cNvPr>
            <p:cNvSpPr/>
            <p:nvPr/>
          </p:nvSpPr>
          <p:spPr>
            <a:xfrm>
              <a:off x="3351527" y="4365312"/>
              <a:ext cx="9278" cy="36442"/>
            </a:xfrm>
            <a:custGeom>
              <a:avLst/>
              <a:gdLst/>
              <a:ahLst/>
              <a:cxnLst/>
              <a:rect l="l" t="t" r="r" b="b"/>
              <a:pathLst>
                <a:path w="180" h="707" extrusionOk="0">
                  <a:moveTo>
                    <a:pt x="54" y="1"/>
                  </a:moveTo>
                  <a:lnTo>
                    <a:pt x="10" y="37"/>
                  </a:lnTo>
                  <a:lnTo>
                    <a:pt x="1" y="64"/>
                  </a:lnTo>
                  <a:lnTo>
                    <a:pt x="10" y="635"/>
                  </a:lnTo>
                  <a:lnTo>
                    <a:pt x="19" y="662"/>
                  </a:lnTo>
                  <a:lnTo>
                    <a:pt x="63" y="706"/>
                  </a:lnTo>
                  <a:lnTo>
                    <a:pt x="126" y="706"/>
                  </a:lnTo>
                  <a:lnTo>
                    <a:pt x="170" y="680"/>
                  </a:lnTo>
                  <a:lnTo>
                    <a:pt x="179" y="644"/>
                  </a:lnTo>
                  <a:lnTo>
                    <a:pt x="170" y="72"/>
                  </a:lnTo>
                  <a:lnTo>
                    <a:pt x="161" y="46"/>
                  </a:lnTo>
                  <a:lnTo>
                    <a:pt x="117" y="10"/>
                  </a:lnTo>
                  <a:lnTo>
                    <a:pt x="5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378;p33">
              <a:extLst>
                <a:ext uri="{FF2B5EF4-FFF2-40B4-BE49-F238E27FC236}">
                  <a16:creationId xmlns:a16="http://schemas.microsoft.com/office/drawing/2014/main" id="{F2C0DE20-C222-4631-B1EC-D81199B6B193}"/>
                </a:ext>
              </a:extLst>
            </p:cNvPr>
            <p:cNvSpPr/>
            <p:nvPr/>
          </p:nvSpPr>
          <p:spPr>
            <a:xfrm>
              <a:off x="3300447" y="4364899"/>
              <a:ext cx="9742" cy="40050"/>
            </a:xfrm>
            <a:custGeom>
              <a:avLst/>
              <a:gdLst/>
              <a:ahLst/>
              <a:cxnLst/>
              <a:rect l="l" t="t" r="r" b="b"/>
              <a:pathLst>
                <a:path w="189" h="777" extrusionOk="0">
                  <a:moveTo>
                    <a:pt x="72" y="0"/>
                  </a:moveTo>
                  <a:lnTo>
                    <a:pt x="27" y="27"/>
                  </a:lnTo>
                  <a:lnTo>
                    <a:pt x="18" y="63"/>
                  </a:lnTo>
                  <a:lnTo>
                    <a:pt x="1" y="706"/>
                  </a:lnTo>
                  <a:lnTo>
                    <a:pt x="9" y="732"/>
                  </a:lnTo>
                  <a:lnTo>
                    <a:pt x="54" y="777"/>
                  </a:lnTo>
                  <a:lnTo>
                    <a:pt x="117" y="777"/>
                  </a:lnTo>
                  <a:lnTo>
                    <a:pt x="161" y="750"/>
                  </a:lnTo>
                  <a:lnTo>
                    <a:pt x="170" y="714"/>
                  </a:lnTo>
                  <a:lnTo>
                    <a:pt x="188" y="72"/>
                  </a:lnTo>
                  <a:lnTo>
                    <a:pt x="179" y="36"/>
                  </a:lnTo>
                  <a:lnTo>
                    <a:pt x="134"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379;p33">
              <a:extLst>
                <a:ext uri="{FF2B5EF4-FFF2-40B4-BE49-F238E27FC236}">
                  <a16:creationId xmlns:a16="http://schemas.microsoft.com/office/drawing/2014/main" id="{2D38B189-0AB1-4F07-A33F-B14680F7860D}"/>
                </a:ext>
              </a:extLst>
            </p:cNvPr>
            <p:cNvSpPr/>
            <p:nvPr/>
          </p:nvSpPr>
          <p:spPr>
            <a:xfrm>
              <a:off x="3240604" y="4348302"/>
              <a:ext cx="9742" cy="52988"/>
            </a:xfrm>
            <a:custGeom>
              <a:avLst/>
              <a:gdLst/>
              <a:ahLst/>
              <a:cxnLst/>
              <a:rect l="l" t="t" r="r" b="b"/>
              <a:pathLst>
                <a:path w="189" h="1028" extrusionOk="0">
                  <a:moveTo>
                    <a:pt x="54" y="1"/>
                  </a:moveTo>
                  <a:lnTo>
                    <a:pt x="10" y="27"/>
                  </a:lnTo>
                  <a:lnTo>
                    <a:pt x="1" y="54"/>
                  </a:lnTo>
                  <a:lnTo>
                    <a:pt x="27" y="956"/>
                  </a:lnTo>
                  <a:lnTo>
                    <a:pt x="27" y="983"/>
                  </a:lnTo>
                  <a:lnTo>
                    <a:pt x="81" y="1019"/>
                  </a:lnTo>
                  <a:lnTo>
                    <a:pt x="143" y="1028"/>
                  </a:lnTo>
                  <a:lnTo>
                    <a:pt x="188" y="992"/>
                  </a:lnTo>
                  <a:lnTo>
                    <a:pt x="188" y="965"/>
                  </a:lnTo>
                  <a:lnTo>
                    <a:pt x="179" y="519"/>
                  </a:lnTo>
                  <a:lnTo>
                    <a:pt x="170" y="72"/>
                  </a:lnTo>
                  <a:lnTo>
                    <a:pt x="161" y="36"/>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380;p33">
              <a:extLst>
                <a:ext uri="{FF2B5EF4-FFF2-40B4-BE49-F238E27FC236}">
                  <a16:creationId xmlns:a16="http://schemas.microsoft.com/office/drawing/2014/main" id="{D9F5FC1D-CC8A-40FA-80C3-B9190684646F}"/>
                </a:ext>
              </a:extLst>
            </p:cNvPr>
            <p:cNvSpPr/>
            <p:nvPr/>
          </p:nvSpPr>
          <p:spPr>
            <a:xfrm>
              <a:off x="3182153" y="4333097"/>
              <a:ext cx="15721" cy="73245"/>
            </a:xfrm>
            <a:custGeom>
              <a:avLst/>
              <a:gdLst/>
              <a:ahLst/>
              <a:cxnLst/>
              <a:rect l="l" t="t" r="r" b="b"/>
              <a:pathLst>
                <a:path w="305" h="1421" extrusionOk="0">
                  <a:moveTo>
                    <a:pt x="108" y="1"/>
                  </a:moveTo>
                  <a:lnTo>
                    <a:pt x="45" y="10"/>
                  </a:lnTo>
                  <a:lnTo>
                    <a:pt x="9" y="54"/>
                  </a:lnTo>
                  <a:lnTo>
                    <a:pt x="1" y="90"/>
                  </a:lnTo>
                  <a:lnTo>
                    <a:pt x="72" y="724"/>
                  </a:lnTo>
                  <a:lnTo>
                    <a:pt x="134" y="1367"/>
                  </a:lnTo>
                  <a:lnTo>
                    <a:pt x="143" y="1394"/>
                  </a:lnTo>
                  <a:lnTo>
                    <a:pt x="197" y="1421"/>
                  </a:lnTo>
                  <a:lnTo>
                    <a:pt x="259" y="1412"/>
                  </a:lnTo>
                  <a:lnTo>
                    <a:pt x="295" y="1367"/>
                  </a:lnTo>
                  <a:lnTo>
                    <a:pt x="304" y="1340"/>
                  </a:lnTo>
                  <a:lnTo>
                    <a:pt x="170" y="63"/>
                  </a:lnTo>
                  <a:lnTo>
                    <a:pt x="161" y="28"/>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381;p33">
              <a:extLst>
                <a:ext uri="{FF2B5EF4-FFF2-40B4-BE49-F238E27FC236}">
                  <a16:creationId xmlns:a16="http://schemas.microsoft.com/office/drawing/2014/main" id="{DD803115-943C-4798-9C96-9480EDB0B40D}"/>
                </a:ext>
              </a:extLst>
            </p:cNvPr>
            <p:cNvSpPr/>
            <p:nvPr/>
          </p:nvSpPr>
          <p:spPr>
            <a:xfrm>
              <a:off x="3241996" y="4240163"/>
              <a:ext cx="351692" cy="33607"/>
            </a:xfrm>
            <a:custGeom>
              <a:avLst/>
              <a:gdLst/>
              <a:ahLst/>
              <a:cxnLst/>
              <a:rect l="l" t="t" r="r" b="b"/>
              <a:pathLst>
                <a:path w="6823" h="652" extrusionOk="0">
                  <a:moveTo>
                    <a:pt x="6698" y="0"/>
                  </a:moveTo>
                  <a:lnTo>
                    <a:pt x="6305" y="125"/>
                  </a:lnTo>
                  <a:lnTo>
                    <a:pt x="5492" y="322"/>
                  </a:lnTo>
                  <a:lnTo>
                    <a:pt x="4662" y="447"/>
                  </a:lnTo>
                  <a:lnTo>
                    <a:pt x="3831" y="518"/>
                  </a:lnTo>
                  <a:lnTo>
                    <a:pt x="2992" y="518"/>
                  </a:lnTo>
                  <a:lnTo>
                    <a:pt x="2153" y="455"/>
                  </a:lnTo>
                  <a:lnTo>
                    <a:pt x="1322" y="330"/>
                  </a:lnTo>
                  <a:lnTo>
                    <a:pt x="509" y="143"/>
                  </a:lnTo>
                  <a:lnTo>
                    <a:pt x="108" y="18"/>
                  </a:lnTo>
                  <a:lnTo>
                    <a:pt x="72" y="18"/>
                  </a:lnTo>
                  <a:lnTo>
                    <a:pt x="18" y="45"/>
                  </a:lnTo>
                  <a:lnTo>
                    <a:pt x="0" y="89"/>
                  </a:lnTo>
                  <a:lnTo>
                    <a:pt x="27" y="134"/>
                  </a:lnTo>
                  <a:lnTo>
                    <a:pt x="54" y="152"/>
                  </a:lnTo>
                  <a:lnTo>
                    <a:pt x="465" y="277"/>
                  </a:lnTo>
                  <a:lnTo>
                    <a:pt x="1295" y="464"/>
                  </a:lnTo>
                  <a:lnTo>
                    <a:pt x="2135" y="589"/>
                  </a:lnTo>
                  <a:lnTo>
                    <a:pt x="2992" y="652"/>
                  </a:lnTo>
                  <a:lnTo>
                    <a:pt x="3840" y="652"/>
                  </a:lnTo>
                  <a:lnTo>
                    <a:pt x="4698" y="580"/>
                  </a:lnTo>
                  <a:lnTo>
                    <a:pt x="5537" y="447"/>
                  </a:lnTo>
                  <a:lnTo>
                    <a:pt x="6367" y="250"/>
                  </a:lnTo>
                  <a:lnTo>
                    <a:pt x="6769" y="125"/>
                  </a:lnTo>
                  <a:lnTo>
                    <a:pt x="6805" y="107"/>
                  </a:lnTo>
                  <a:lnTo>
                    <a:pt x="6823" y="63"/>
                  </a:lnTo>
                  <a:lnTo>
                    <a:pt x="676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382;p33">
              <a:extLst>
                <a:ext uri="{FF2B5EF4-FFF2-40B4-BE49-F238E27FC236}">
                  <a16:creationId xmlns:a16="http://schemas.microsoft.com/office/drawing/2014/main" id="{861D7A5B-08D1-46E9-9283-A7E44D268B2D}"/>
                </a:ext>
              </a:extLst>
            </p:cNvPr>
            <p:cNvSpPr/>
            <p:nvPr/>
          </p:nvSpPr>
          <p:spPr>
            <a:xfrm>
              <a:off x="3160505" y="4160992"/>
              <a:ext cx="485193" cy="81029"/>
            </a:xfrm>
            <a:custGeom>
              <a:avLst/>
              <a:gdLst/>
              <a:ahLst/>
              <a:cxnLst/>
              <a:rect l="l" t="t" r="r" b="b"/>
              <a:pathLst>
                <a:path w="9413" h="1572" extrusionOk="0">
                  <a:moveTo>
                    <a:pt x="1" y="0"/>
                  </a:moveTo>
                  <a:lnTo>
                    <a:pt x="1" y="1572"/>
                  </a:lnTo>
                  <a:lnTo>
                    <a:pt x="9413" y="1572"/>
                  </a:lnTo>
                  <a:lnTo>
                    <a:pt x="9413" y="0"/>
                  </a:lnTo>
                  <a:lnTo>
                    <a:pt x="9368" y="27"/>
                  </a:lnTo>
                  <a:lnTo>
                    <a:pt x="8761" y="268"/>
                  </a:lnTo>
                  <a:lnTo>
                    <a:pt x="7904" y="518"/>
                  </a:lnTo>
                  <a:lnTo>
                    <a:pt x="7163" y="670"/>
                  </a:lnTo>
                  <a:lnTo>
                    <a:pt x="6288" y="786"/>
                  </a:lnTo>
                  <a:lnTo>
                    <a:pt x="5269" y="857"/>
                  </a:lnTo>
                  <a:lnTo>
                    <a:pt x="4707" y="866"/>
                  </a:lnTo>
                  <a:lnTo>
                    <a:pt x="4144" y="857"/>
                  </a:lnTo>
                  <a:lnTo>
                    <a:pt x="3126" y="786"/>
                  </a:lnTo>
                  <a:lnTo>
                    <a:pt x="2251" y="670"/>
                  </a:lnTo>
                  <a:lnTo>
                    <a:pt x="1510" y="518"/>
                  </a:lnTo>
                  <a:lnTo>
                    <a:pt x="653" y="268"/>
                  </a:lnTo>
                  <a:lnTo>
                    <a:pt x="45"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3383;p33">
              <a:extLst>
                <a:ext uri="{FF2B5EF4-FFF2-40B4-BE49-F238E27FC236}">
                  <a16:creationId xmlns:a16="http://schemas.microsoft.com/office/drawing/2014/main" id="{4542475E-8F40-4CD5-BD41-74DC0D87336D}"/>
                </a:ext>
              </a:extLst>
            </p:cNvPr>
            <p:cNvSpPr/>
            <p:nvPr/>
          </p:nvSpPr>
          <p:spPr>
            <a:xfrm>
              <a:off x="3160505" y="4160992"/>
              <a:ext cx="485193" cy="44690"/>
            </a:xfrm>
            <a:custGeom>
              <a:avLst/>
              <a:gdLst/>
              <a:ahLst/>
              <a:cxnLst/>
              <a:rect l="l" t="t" r="r" b="b"/>
              <a:pathLst>
                <a:path w="9413" h="867" extrusionOk="0">
                  <a:moveTo>
                    <a:pt x="1" y="0"/>
                  </a:moveTo>
                  <a:lnTo>
                    <a:pt x="45" y="27"/>
                  </a:lnTo>
                  <a:lnTo>
                    <a:pt x="653" y="268"/>
                  </a:lnTo>
                  <a:lnTo>
                    <a:pt x="1510" y="518"/>
                  </a:lnTo>
                  <a:lnTo>
                    <a:pt x="2251" y="670"/>
                  </a:lnTo>
                  <a:lnTo>
                    <a:pt x="3126" y="786"/>
                  </a:lnTo>
                  <a:lnTo>
                    <a:pt x="4144" y="857"/>
                  </a:lnTo>
                  <a:lnTo>
                    <a:pt x="4707" y="866"/>
                  </a:lnTo>
                  <a:lnTo>
                    <a:pt x="5269" y="857"/>
                  </a:lnTo>
                  <a:lnTo>
                    <a:pt x="6288" y="786"/>
                  </a:lnTo>
                  <a:lnTo>
                    <a:pt x="7163" y="670"/>
                  </a:lnTo>
                  <a:lnTo>
                    <a:pt x="7904" y="518"/>
                  </a:lnTo>
                  <a:lnTo>
                    <a:pt x="8761" y="268"/>
                  </a:lnTo>
                  <a:lnTo>
                    <a:pt x="9368" y="27"/>
                  </a:lnTo>
                  <a:lnTo>
                    <a:pt x="9413"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384;p33">
              <a:extLst>
                <a:ext uri="{FF2B5EF4-FFF2-40B4-BE49-F238E27FC236}">
                  <a16:creationId xmlns:a16="http://schemas.microsoft.com/office/drawing/2014/main" id="{50931A8C-C5F1-46FD-A96F-04FDA5F4D651}"/>
                </a:ext>
              </a:extLst>
            </p:cNvPr>
            <p:cNvSpPr/>
            <p:nvPr/>
          </p:nvSpPr>
          <p:spPr>
            <a:xfrm>
              <a:off x="3251635" y="4188104"/>
              <a:ext cx="11134" cy="55308"/>
            </a:xfrm>
            <a:custGeom>
              <a:avLst/>
              <a:gdLst/>
              <a:ahLst/>
              <a:cxnLst/>
              <a:rect l="l" t="t" r="r" b="b"/>
              <a:pathLst>
                <a:path w="216" h="1073" extrusionOk="0">
                  <a:moveTo>
                    <a:pt x="55" y="1"/>
                  </a:moveTo>
                  <a:lnTo>
                    <a:pt x="10" y="37"/>
                  </a:lnTo>
                  <a:lnTo>
                    <a:pt x="1" y="72"/>
                  </a:lnTo>
                  <a:lnTo>
                    <a:pt x="28" y="546"/>
                  </a:lnTo>
                  <a:lnTo>
                    <a:pt x="55" y="1019"/>
                  </a:lnTo>
                  <a:lnTo>
                    <a:pt x="55" y="1046"/>
                  </a:lnTo>
                  <a:lnTo>
                    <a:pt x="108" y="1073"/>
                  </a:lnTo>
                  <a:lnTo>
                    <a:pt x="171" y="1073"/>
                  </a:lnTo>
                  <a:lnTo>
                    <a:pt x="215" y="1037"/>
                  </a:lnTo>
                  <a:lnTo>
                    <a:pt x="215" y="1001"/>
                  </a:lnTo>
                  <a:lnTo>
                    <a:pt x="188" y="528"/>
                  </a:lnTo>
                  <a:lnTo>
                    <a:pt x="171" y="63"/>
                  </a:lnTo>
                  <a:lnTo>
                    <a:pt x="162" y="28"/>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385;p33">
              <a:extLst>
                <a:ext uri="{FF2B5EF4-FFF2-40B4-BE49-F238E27FC236}">
                  <a16:creationId xmlns:a16="http://schemas.microsoft.com/office/drawing/2014/main" id="{6C833516-B93C-41D1-8101-95F1E69DBC5C}"/>
                </a:ext>
              </a:extLst>
            </p:cNvPr>
            <p:cNvSpPr/>
            <p:nvPr/>
          </p:nvSpPr>
          <p:spPr>
            <a:xfrm>
              <a:off x="3301838" y="4201041"/>
              <a:ext cx="8763" cy="39174"/>
            </a:xfrm>
            <a:custGeom>
              <a:avLst/>
              <a:gdLst/>
              <a:ahLst/>
              <a:cxnLst/>
              <a:rect l="l" t="t" r="r" b="b"/>
              <a:pathLst>
                <a:path w="170" h="760" extrusionOk="0">
                  <a:moveTo>
                    <a:pt x="54" y="0"/>
                  </a:moveTo>
                  <a:lnTo>
                    <a:pt x="0" y="36"/>
                  </a:lnTo>
                  <a:lnTo>
                    <a:pt x="0" y="71"/>
                  </a:lnTo>
                  <a:lnTo>
                    <a:pt x="0" y="384"/>
                  </a:lnTo>
                  <a:lnTo>
                    <a:pt x="9" y="705"/>
                  </a:lnTo>
                  <a:lnTo>
                    <a:pt x="18" y="732"/>
                  </a:lnTo>
                  <a:lnTo>
                    <a:pt x="63" y="759"/>
                  </a:lnTo>
                  <a:lnTo>
                    <a:pt x="125" y="759"/>
                  </a:lnTo>
                  <a:lnTo>
                    <a:pt x="170" y="723"/>
                  </a:lnTo>
                  <a:lnTo>
                    <a:pt x="170" y="688"/>
                  </a:lnTo>
                  <a:lnTo>
                    <a:pt x="170" y="375"/>
                  </a:lnTo>
                  <a:lnTo>
                    <a:pt x="161" y="54"/>
                  </a:lnTo>
                  <a:lnTo>
                    <a:pt x="161" y="27"/>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386;p33">
              <a:extLst>
                <a:ext uri="{FF2B5EF4-FFF2-40B4-BE49-F238E27FC236}">
                  <a16:creationId xmlns:a16="http://schemas.microsoft.com/office/drawing/2014/main" id="{0BB7E78D-2788-4C6B-8BCF-35D29B616847}"/>
                </a:ext>
              </a:extLst>
            </p:cNvPr>
            <p:cNvSpPr/>
            <p:nvPr/>
          </p:nvSpPr>
          <p:spPr>
            <a:xfrm>
              <a:off x="3355238" y="4204701"/>
              <a:ext cx="9690" cy="37782"/>
            </a:xfrm>
            <a:custGeom>
              <a:avLst/>
              <a:gdLst/>
              <a:ahLst/>
              <a:cxnLst/>
              <a:rect l="l" t="t" r="r" b="b"/>
              <a:pathLst>
                <a:path w="188" h="733" extrusionOk="0">
                  <a:moveTo>
                    <a:pt x="54" y="0"/>
                  </a:moveTo>
                  <a:lnTo>
                    <a:pt x="9" y="36"/>
                  </a:lnTo>
                  <a:lnTo>
                    <a:pt x="0" y="72"/>
                  </a:lnTo>
                  <a:lnTo>
                    <a:pt x="27" y="670"/>
                  </a:lnTo>
                  <a:lnTo>
                    <a:pt x="36" y="697"/>
                  </a:lnTo>
                  <a:lnTo>
                    <a:pt x="81" y="733"/>
                  </a:lnTo>
                  <a:lnTo>
                    <a:pt x="143" y="724"/>
                  </a:lnTo>
                  <a:lnTo>
                    <a:pt x="188" y="688"/>
                  </a:lnTo>
                  <a:lnTo>
                    <a:pt x="188" y="661"/>
                  </a:lnTo>
                  <a:lnTo>
                    <a:pt x="179" y="358"/>
                  </a:lnTo>
                  <a:lnTo>
                    <a:pt x="170" y="63"/>
                  </a:lnTo>
                  <a:lnTo>
                    <a:pt x="161" y="27"/>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3387;p33">
              <a:extLst>
                <a:ext uri="{FF2B5EF4-FFF2-40B4-BE49-F238E27FC236}">
                  <a16:creationId xmlns:a16="http://schemas.microsoft.com/office/drawing/2014/main" id="{DAED2FB1-B611-4182-B59A-F83DDCD46B74}"/>
                </a:ext>
              </a:extLst>
            </p:cNvPr>
            <p:cNvSpPr/>
            <p:nvPr/>
          </p:nvSpPr>
          <p:spPr>
            <a:xfrm>
              <a:off x="3407246" y="4204237"/>
              <a:ext cx="8763" cy="39174"/>
            </a:xfrm>
            <a:custGeom>
              <a:avLst/>
              <a:gdLst/>
              <a:ahLst/>
              <a:cxnLst/>
              <a:rect l="l" t="t" r="r" b="b"/>
              <a:pathLst>
                <a:path w="170" h="760" extrusionOk="0">
                  <a:moveTo>
                    <a:pt x="54" y="1"/>
                  </a:moveTo>
                  <a:lnTo>
                    <a:pt x="9" y="36"/>
                  </a:lnTo>
                  <a:lnTo>
                    <a:pt x="0" y="72"/>
                  </a:lnTo>
                  <a:lnTo>
                    <a:pt x="0" y="706"/>
                  </a:lnTo>
                  <a:lnTo>
                    <a:pt x="9" y="733"/>
                  </a:lnTo>
                  <a:lnTo>
                    <a:pt x="54" y="760"/>
                  </a:lnTo>
                  <a:lnTo>
                    <a:pt x="116" y="760"/>
                  </a:lnTo>
                  <a:lnTo>
                    <a:pt x="161" y="724"/>
                  </a:lnTo>
                  <a:lnTo>
                    <a:pt x="170" y="688"/>
                  </a:lnTo>
                  <a:lnTo>
                    <a:pt x="170" y="54"/>
                  </a:lnTo>
                  <a:lnTo>
                    <a:pt x="161" y="27"/>
                  </a:lnTo>
                  <a:lnTo>
                    <a:pt x="11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3388;p33">
              <a:extLst>
                <a:ext uri="{FF2B5EF4-FFF2-40B4-BE49-F238E27FC236}">
                  <a16:creationId xmlns:a16="http://schemas.microsoft.com/office/drawing/2014/main" id="{E823613A-6337-4101-92EE-23179B40ACD7}"/>
                </a:ext>
              </a:extLst>
            </p:cNvPr>
            <p:cNvSpPr/>
            <p:nvPr/>
          </p:nvSpPr>
          <p:spPr>
            <a:xfrm>
              <a:off x="3463841" y="4201454"/>
              <a:ext cx="9742" cy="41494"/>
            </a:xfrm>
            <a:custGeom>
              <a:avLst/>
              <a:gdLst/>
              <a:ahLst/>
              <a:cxnLst/>
              <a:rect l="l" t="t" r="r" b="b"/>
              <a:pathLst>
                <a:path w="189" h="805" extrusionOk="0">
                  <a:moveTo>
                    <a:pt x="45" y="1"/>
                  </a:moveTo>
                  <a:lnTo>
                    <a:pt x="1" y="46"/>
                  </a:lnTo>
                  <a:lnTo>
                    <a:pt x="1" y="72"/>
                  </a:lnTo>
                  <a:lnTo>
                    <a:pt x="10" y="412"/>
                  </a:lnTo>
                  <a:lnTo>
                    <a:pt x="19" y="742"/>
                  </a:lnTo>
                  <a:lnTo>
                    <a:pt x="27" y="778"/>
                  </a:lnTo>
                  <a:lnTo>
                    <a:pt x="72" y="805"/>
                  </a:lnTo>
                  <a:lnTo>
                    <a:pt x="135" y="805"/>
                  </a:lnTo>
                  <a:lnTo>
                    <a:pt x="179" y="760"/>
                  </a:lnTo>
                  <a:lnTo>
                    <a:pt x="188" y="733"/>
                  </a:lnTo>
                  <a:lnTo>
                    <a:pt x="179" y="394"/>
                  </a:lnTo>
                  <a:lnTo>
                    <a:pt x="161" y="63"/>
                  </a:lnTo>
                  <a:lnTo>
                    <a:pt x="161" y="28"/>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3389;p33">
              <a:extLst>
                <a:ext uri="{FF2B5EF4-FFF2-40B4-BE49-F238E27FC236}">
                  <a16:creationId xmlns:a16="http://schemas.microsoft.com/office/drawing/2014/main" id="{34DE583C-0675-4740-9901-C8E689F7970C}"/>
                </a:ext>
              </a:extLst>
            </p:cNvPr>
            <p:cNvSpPr/>
            <p:nvPr/>
          </p:nvSpPr>
          <p:spPr>
            <a:xfrm>
              <a:off x="3514921" y="4196866"/>
              <a:ext cx="9742" cy="44690"/>
            </a:xfrm>
            <a:custGeom>
              <a:avLst/>
              <a:gdLst/>
              <a:ahLst/>
              <a:cxnLst/>
              <a:rect l="l" t="t" r="r" b="b"/>
              <a:pathLst>
                <a:path w="189" h="867" extrusionOk="0">
                  <a:moveTo>
                    <a:pt x="135" y="1"/>
                  </a:moveTo>
                  <a:lnTo>
                    <a:pt x="72" y="10"/>
                  </a:lnTo>
                  <a:lnTo>
                    <a:pt x="28" y="45"/>
                  </a:lnTo>
                  <a:lnTo>
                    <a:pt x="19" y="72"/>
                  </a:lnTo>
                  <a:lnTo>
                    <a:pt x="10" y="438"/>
                  </a:lnTo>
                  <a:lnTo>
                    <a:pt x="1" y="804"/>
                  </a:lnTo>
                  <a:lnTo>
                    <a:pt x="10" y="840"/>
                  </a:lnTo>
                  <a:lnTo>
                    <a:pt x="54" y="867"/>
                  </a:lnTo>
                  <a:lnTo>
                    <a:pt x="117" y="867"/>
                  </a:lnTo>
                  <a:lnTo>
                    <a:pt x="162" y="831"/>
                  </a:lnTo>
                  <a:lnTo>
                    <a:pt x="171" y="795"/>
                  </a:lnTo>
                  <a:lnTo>
                    <a:pt x="179" y="429"/>
                  </a:lnTo>
                  <a:lnTo>
                    <a:pt x="188" y="63"/>
                  </a:lnTo>
                  <a:lnTo>
                    <a:pt x="179" y="36"/>
                  </a:lnTo>
                  <a:lnTo>
                    <a:pt x="13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3390;p33">
              <a:extLst>
                <a:ext uri="{FF2B5EF4-FFF2-40B4-BE49-F238E27FC236}">
                  <a16:creationId xmlns:a16="http://schemas.microsoft.com/office/drawing/2014/main" id="{850B8DEC-53E4-4B4C-9664-A35DE8A2AFB4}"/>
                </a:ext>
              </a:extLst>
            </p:cNvPr>
            <p:cNvSpPr/>
            <p:nvPr/>
          </p:nvSpPr>
          <p:spPr>
            <a:xfrm>
              <a:off x="3565589" y="4188568"/>
              <a:ext cx="10154" cy="50720"/>
            </a:xfrm>
            <a:custGeom>
              <a:avLst/>
              <a:gdLst/>
              <a:ahLst/>
              <a:cxnLst/>
              <a:rect l="l" t="t" r="r" b="b"/>
              <a:pathLst>
                <a:path w="197" h="984" extrusionOk="0">
                  <a:moveTo>
                    <a:pt x="143" y="1"/>
                  </a:moveTo>
                  <a:lnTo>
                    <a:pt x="81" y="10"/>
                  </a:lnTo>
                  <a:lnTo>
                    <a:pt x="36" y="46"/>
                  </a:lnTo>
                  <a:lnTo>
                    <a:pt x="27" y="72"/>
                  </a:lnTo>
                  <a:lnTo>
                    <a:pt x="9" y="492"/>
                  </a:lnTo>
                  <a:lnTo>
                    <a:pt x="0" y="921"/>
                  </a:lnTo>
                  <a:lnTo>
                    <a:pt x="0" y="947"/>
                  </a:lnTo>
                  <a:lnTo>
                    <a:pt x="45" y="983"/>
                  </a:lnTo>
                  <a:lnTo>
                    <a:pt x="107" y="974"/>
                  </a:lnTo>
                  <a:lnTo>
                    <a:pt x="161" y="939"/>
                  </a:lnTo>
                  <a:lnTo>
                    <a:pt x="161" y="912"/>
                  </a:lnTo>
                  <a:lnTo>
                    <a:pt x="197" y="63"/>
                  </a:lnTo>
                  <a:lnTo>
                    <a:pt x="188" y="37"/>
                  </a:lnTo>
                  <a:lnTo>
                    <a:pt x="14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3391;p33">
              <a:extLst>
                <a:ext uri="{FF2B5EF4-FFF2-40B4-BE49-F238E27FC236}">
                  <a16:creationId xmlns:a16="http://schemas.microsoft.com/office/drawing/2014/main" id="{0E9E958D-801A-4E15-B29C-A86BC671C778}"/>
                </a:ext>
              </a:extLst>
            </p:cNvPr>
            <p:cNvSpPr/>
            <p:nvPr/>
          </p:nvSpPr>
          <p:spPr>
            <a:xfrm>
              <a:off x="3610689" y="4171558"/>
              <a:ext cx="12474" cy="74637"/>
            </a:xfrm>
            <a:custGeom>
              <a:avLst/>
              <a:gdLst/>
              <a:ahLst/>
              <a:cxnLst/>
              <a:rect l="l" t="t" r="r" b="b"/>
              <a:pathLst>
                <a:path w="242" h="1448" extrusionOk="0">
                  <a:moveTo>
                    <a:pt x="125" y="0"/>
                  </a:moveTo>
                  <a:lnTo>
                    <a:pt x="81" y="36"/>
                  </a:lnTo>
                  <a:lnTo>
                    <a:pt x="72" y="72"/>
                  </a:lnTo>
                  <a:lnTo>
                    <a:pt x="0" y="1385"/>
                  </a:lnTo>
                  <a:lnTo>
                    <a:pt x="9" y="1411"/>
                  </a:lnTo>
                  <a:lnTo>
                    <a:pt x="54" y="1447"/>
                  </a:lnTo>
                  <a:lnTo>
                    <a:pt x="116" y="1438"/>
                  </a:lnTo>
                  <a:lnTo>
                    <a:pt x="161" y="1402"/>
                  </a:lnTo>
                  <a:lnTo>
                    <a:pt x="170" y="1376"/>
                  </a:lnTo>
                  <a:lnTo>
                    <a:pt x="241" y="54"/>
                  </a:lnTo>
                  <a:lnTo>
                    <a:pt x="232" y="27"/>
                  </a:lnTo>
                  <a:lnTo>
                    <a:pt x="18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3392;p33">
              <a:extLst>
                <a:ext uri="{FF2B5EF4-FFF2-40B4-BE49-F238E27FC236}">
                  <a16:creationId xmlns:a16="http://schemas.microsoft.com/office/drawing/2014/main" id="{9AD49AE6-EAD2-4B28-936C-81813ADBADC8}"/>
                </a:ext>
              </a:extLst>
            </p:cNvPr>
            <p:cNvSpPr/>
            <p:nvPr/>
          </p:nvSpPr>
          <p:spPr>
            <a:xfrm>
              <a:off x="3153134" y="3998937"/>
              <a:ext cx="485709" cy="81544"/>
            </a:xfrm>
            <a:custGeom>
              <a:avLst/>
              <a:gdLst/>
              <a:ahLst/>
              <a:cxnLst/>
              <a:rect l="l" t="t" r="r" b="b"/>
              <a:pathLst>
                <a:path w="9423" h="1582" extrusionOk="0">
                  <a:moveTo>
                    <a:pt x="1" y="1"/>
                  </a:moveTo>
                  <a:lnTo>
                    <a:pt x="1" y="1581"/>
                  </a:lnTo>
                  <a:lnTo>
                    <a:pt x="9422" y="1581"/>
                  </a:lnTo>
                  <a:lnTo>
                    <a:pt x="9422" y="1"/>
                  </a:lnTo>
                  <a:lnTo>
                    <a:pt x="9368" y="28"/>
                  </a:lnTo>
                  <a:lnTo>
                    <a:pt x="8761" y="278"/>
                  </a:lnTo>
                  <a:lnTo>
                    <a:pt x="7904" y="519"/>
                  </a:lnTo>
                  <a:lnTo>
                    <a:pt x="7163" y="671"/>
                  </a:lnTo>
                  <a:lnTo>
                    <a:pt x="6288" y="796"/>
                  </a:lnTo>
                  <a:lnTo>
                    <a:pt x="5270" y="867"/>
                  </a:lnTo>
                  <a:lnTo>
                    <a:pt x="4144" y="867"/>
                  </a:lnTo>
                  <a:lnTo>
                    <a:pt x="3135" y="796"/>
                  </a:lnTo>
                  <a:lnTo>
                    <a:pt x="2251" y="671"/>
                  </a:lnTo>
                  <a:lnTo>
                    <a:pt x="1519" y="519"/>
                  </a:lnTo>
                  <a:lnTo>
                    <a:pt x="662" y="278"/>
                  </a:lnTo>
                  <a:lnTo>
                    <a:pt x="55" y="28"/>
                  </a:lnTo>
                  <a:lnTo>
                    <a:pt x="1"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3393;p33">
              <a:extLst>
                <a:ext uri="{FF2B5EF4-FFF2-40B4-BE49-F238E27FC236}">
                  <a16:creationId xmlns:a16="http://schemas.microsoft.com/office/drawing/2014/main" id="{382960BA-17A5-4BF2-9680-2173062F68A3}"/>
                </a:ext>
              </a:extLst>
            </p:cNvPr>
            <p:cNvSpPr/>
            <p:nvPr/>
          </p:nvSpPr>
          <p:spPr>
            <a:xfrm>
              <a:off x="3153134" y="3998937"/>
              <a:ext cx="485709" cy="44690"/>
            </a:xfrm>
            <a:custGeom>
              <a:avLst/>
              <a:gdLst/>
              <a:ahLst/>
              <a:cxnLst/>
              <a:rect l="l" t="t" r="r" b="b"/>
              <a:pathLst>
                <a:path w="9423" h="867" extrusionOk="0">
                  <a:moveTo>
                    <a:pt x="1" y="1"/>
                  </a:moveTo>
                  <a:lnTo>
                    <a:pt x="55" y="28"/>
                  </a:lnTo>
                  <a:lnTo>
                    <a:pt x="662" y="278"/>
                  </a:lnTo>
                  <a:lnTo>
                    <a:pt x="1519" y="519"/>
                  </a:lnTo>
                  <a:lnTo>
                    <a:pt x="2251" y="671"/>
                  </a:lnTo>
                  <a:lnTo>
                    <a:pt x="3135" y="796"/>
                  </a:lnTo>
                  <a:lnTo>
                    <a:pt x="4144" y="867"/>
                  </a:lnTo>
                  <a:lnTo>
                    <a:pt x="5270" y="867"/>
                  </a:lnTo>
                  <a:lnTo>
                    <a:pt x="6288" y="796"/>
                  </a:lnTo>
                  <a:lnTo>
                    <a:pt x="7163" y="671"/>
                  </a:lnTo>
                  <a:lnTo>
                    <a:pt x="7904" y="519"/>
                  </a:lnTo>
                  <a:lnTo>
                    <a:pt x="8761" y="278"/>
                  </a:lnTo>
                  <a:lnTo>
                    <a:pt x="9368" y="28"/>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3394;p33">
              <a:extLst>
                <a:ext uri="{FF2B5EF4-FFF2-40B4-BE49-F238E27FC236}">
                  <a16:creationId xmlns:a16="http://schemas.microsoft.com/office/drawing/2014/main" id="{1F4DFEEC-7C55-4F1E-B0DC-D6DF1CA4EE74}"/>
                </a:ext>
              </a:extLst>
            </p:cNvPr>
            <p:cNvSpPr/>
            <p:nvPr/>
          </p:nvSpPr>
          <p:spPr>
            <a:xfrm>
              <a:off x="3153134" y="4079964"/>
              <a:ext cx="485709" cy="81080"/>
            </a:xfrm>
            <a:custGeom>
              <a:avLst/>
              <a:gdLst/>
              <a:ahLst/>
              <a:cxnLst/>
              <a:rect l="l" t="t" r="r" b="b"/>
              <a:pathLst>
                <a:path w="9423" h="1573" extrusionOk="0">
                  <a:moveTo>
                    <a:pt x="1" y="0"/>
                  </a:moveTo>
                  <a:lnTo>
                    <a:pt x="1" y="1572"/>
                  </a:lnTo>
                  <a:lnTo>
                    <a:pt x="9422" y="1572"/>
                  </a:lnTo>
                  <a:lnTo>
                    <a:pt x="9422" y="0"/>
                  </a:lnTo>
                  <a:lnTo>
                    <a:pt x="9368" y="27"/>
                  </a:lnTo>
                  <a:lnTo>
                    <a:pt x="8761" y="268"/>
                  </a:lnTo>
                  <a:lnTo>
                    <a:pt x="7904" y="518"/>
                  </a:lnTo>
                  <a:lnTo>
                    <a:pt x="7163" y="670"/>
                  </a:lnTo>
                  <a:lnTo>
                    <a:pt x="6288" y="786"/>
                  </a:lnTo>
                  <a:lnTo>
                    <a:pt x="5270" y="858"/>
                  </a:lnTo>
                  <a:lnTo>
                    <a:pt x="4707" y="867"/>
                  </a:lnTo>
                  <a:lnTo>
                    <a:pt x="4144" y="858"/>
                  </a:lnTo>
                  <a:lnTo>
                    <a:pt x="3135" y="786"/>
                  </a:lnTo>
                  <a:lnTo>
                    <a:pt x="2251" y="670"/>
                  </a:lnTo>
                  <a:lnTo>
                    <a:pt x="1519" y="518"/>
                  </a:lnTo>
                  <a:lnTo>
                    <a:pt x="662" y="268"/>
                  </a:lnTo>
                  <a:lnTo>
                    <a:pt x="55" y="27"/>
                  </a:lnTo>
                  <a:lnTo>
                    <a:pt x="1"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3395;p33">
              <a:extLst>
                <a:ext uri="{FF2B5EF4-FFF2-40B4-BE49-F238E27FC236}">
                  <a16:creationId xmlns:a16="http://schemas.microsoft.com/office/drawing/2014/main" id="{E2106E96-137A-4220-B313-95E278E9700B}"/>
                </a:ext>
              </a:extLst>
            </p:cNvPr>
            <p:cNvSpPr/>
            <p:nvPr/>
          </p:nvSpPr>
          <p:spPr>
            <a:xfrm>
              <a:off x="3153134" y="4079964"/>
              <a:ext cx="485709" cy="44690"/>
            </a:xfrm>
            <a:custGeom>
              <a:avLst/>
              <a:gdLst/>
              <a:ahLst/>
              <a:cxnLst/>
              <a:rect l="l" t="t" r="r" b="b"/>
              <a:pathLst>
                <a:path w="9423" h="867" extrusionOk="0">
                  <a:moveTo>
                    <a:pt x="1" y="0"/>
                  </a:moveTo>
                  <a:lnTo>
                    <a:pt x="55" y="27"/>
                  </a:lnTo>
                  <a:lnTo>
                    <a:pt x="662" y="268"/>
                  </a:lnTo>
                  <a:lnTo>
                    <a:pt x="1519" y="518"/>
                  </a:lnTo>
                  <a:lnTo>
                    <a:pt x="2251" y="670"/>
                  </a:lnTo>
                  <a:lnTo>
                    <a:pt x="3135" y="786"/>
                  </a:lnTo>
                  <a:lnTo>
                    <a:pt x="4144" y="858"/>
                  </a:lnTo>
                  <a:lnTo>
                    <a:pt x="4707" y="867"/>
                  </a:lnTo>
                  <a:lnTo>
                    <a:pt x="5270" y="858"/>
                  </a:lnTo>
                  <a:lnTo>
                    <a:pt x="6288" y="786"/>
                  </a:lnTo>
                  <a:lnTo>
                    <a:pt x="7163" y="670"/>
                  </a:lnTo>
                  <a:lnTo>
                    <a:pt x="7904" y="518"/>
                  </a:lnTo>
                  <a:lnTo>
                    <a:pt x="8761" y="268"/>
                  </a:lnTo>
                  <a:lnTo>
                    <a:pt x="9368" y="27"/>
                  </a:lnTo>
                  <a:lnTo>
                    <a:pt x="9422"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3396;p33">
              <a:extLst>
                <a:ext uri="{FF2B5EF4-FFF2-40B4-BE49-F238E27FC236}">
                  <a16:creationId xmlns:a16="http://schemas.microsoft.com/office/drawing/2014/main" id="{DC7C857F-54E3-49E0-B601-A8248F8EA672}"/>
                </a:ext>
              </a:extLst>
            </p:cNvPr>
            <p:cNvSpPr/>
            <p:nvPr/>
          </p:nvSpPr>
          <p:spPr>
            <a:xfrm>
              <a:off x="3591360" y="4012751"/>
              <a:ext cx="13866" cy="70462"/>
            </a:xfrm>
            <a:custGeom>
              <a:avLst/>
              <a:gdLst/>
              <a:ahLst/>
              <a:cxnLst/>
              <a:rect l="l" t="t" r="r" b="b"/>
              <a:pathLst>
                <a:path w="269" h="1367" extrusionOk="0">
                  <a:moveTo>
                    <a:pt x="161" y="1"/>
                  </a:moveTo>
                  <a:lnTo>
                    <a:pt x="107" y="27"/>
                  </a:lnTo>
                  <a:lnTo>
                    <a:pt x="98" y="63"/>
                  </a:lnTo>
                  <a:lnTo>
                    <a:pt x="45" y="679"/>
                  </a:lnTo>
                  <a:lnTo>
                    <a:pt x="0" y="1295"/>
                  </a:lnTo>
                  <a:lnTo>
                    <a:pt x="0" y="1322"/>
                  </a:lnTo>
                  <a:lnTo>
                    <a:pt x="45" y="1358"/>
                  </a:lnTo>
                  <a:lnTo>
                    <a:pt x="107" y="1367"/>
                  </a:lnTo>
                  <a:lnTo>
                    <a:pt x="152" y="1331"/>
                  </a:lnTo>
                  <a:lnTo>
                    <a:pt x="161" y="1304"/>
                  </a:lnTo>
                  <a:lnTo>
                    <a:pt x="215" y="688"/>
                  </a:lnTo>
                  <a:lnTo>
                    <a:pt x="268" y="72"/>
                  </a:lnTo>
                  <a:lnTo>
                    <a:pt x="259" y="45"/>
                  </a:lnTo>
                  <a:lnTo>
                    <a:pt x="224"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3397;p33">
              <a:extLst>
                <a:ext uri="{FF2B5EF4-FFF2-40B4-BE49-F238E27FC236}">
                  <a16:creationId xmlns:a16="http://schemas.microsoft.com/office/drawing/2014/main" id="{02E5BA85-4D9D-493F-9A5A-897E02DF8308}"/>
                </a:ext>
              </a:extLst>
            </p:cNvPr>
            <p:cNvSpPr/>
            <p:nvPr/>
          </p:nvSpPr>
          <p:spPr>
            <a:xfrm>
              <a:off x="3536105" y="4026101"/>
              <a:ext cx="11082" cy="55772"/>
            </a:xfrm>
            <a:custGeom>
              <a:avLst/>
              <a:gdLst/>
              <a:ahLst/>
              <a:cxnLst/>
              <a:rect l="l" t="t" r="r" b="b"/>
              <a:pathLst>
                <a:path w="215" h="1082" extrusionOk="0">
                  <a:moveTo>
                    <a:pt x="108" y="1"/>
                  </a:moveTo>
                  <a:lnTo>
                    <a:pt x="54" y="36"/>
                  </a:lnTo>
                  <a:lnTo>
                    <a:pt x="54" y="63"/>
                  </a:lnTo>
                  <a:lnTo>
                    <a:pt x="27" y="536"/>
                  </a:lnTo>
                  <a:lnTo>
                    <a:pt x="1" y="1010"/>
                  </a:lnTo>
                  <a:lnTo>
                    <a:pt x="10" y="1036"/>
                  </a:lnTo>
                  <a:lnTo>
                    <a:pt x="54" y="1072"/>
                  </a:lnTo>
                  <a:lnTo>
                    <a:pt x="117" y="1081"/>
                  </a:lnTo>
                  <a:lnTo>
                    <a:pt x="161" y="1045"/>
                  </a:lnTo>
                  <a:lnTo>
                    <a:pt x="170" y="1019"/>
                  </a:lnTo>
                  <a:lnTo>
                    <a:pt x="188" y="545"/>
                  </a:lnTo>
                  <a:lnTo>
                    <a:pt x="215" y="72"/>
                  </a:lnTo>
                  <a:lnTo>
                    <a:pt x="215" y="45"/>
                  </a:lnTo>
                  <a:lnTo>
                    <a:pt x="170" y="10"/>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3398;p33">
              <a:extLst>
                <a:ext uri="{FF2B5EF4-FFF2-40B4-BE49-F238E27FC236}">
                  <a16:creationId xmlns:a16="http://schemas.microsoft.com/office/drawing/2014/main" id="{FBC5D3E5-86EE-438E-9398-C5DAF1FE1189}"/>
                </a:ext>
              </a:extLst>
            </p:cNvPr>
            <p:cNvSpPr/>
            <p:nvPr/>
          </p:nvSpPr>
          <p:spPr>
            <a:xfrm>
              <a:off x="3488221" y="4038987"/>
              <a:ext cx="8814" cy="39638"/>
            </a:xfrm>
            <a:custGeom>
              <a:avLst/>
              <a:gdLst/>
              <a:ahLst/>
              <a:cxnLst/>
              <a:rect l="l" t="t" r="r" b="b"/>
              <a:pathLst>
                <a:path w="171" h="769" extrusionOk="0">
                  <a:moveTo>
                    <a:pt x="63" y="1"/>
                  </a:moveTo>
                  <a:lnTo>
                    <a:pt x="19" y="36"/>
                  </a:lnTo>
                  <a:lnTo>
                    <a:pt x="10" y="63"/>
                  </a:lnTo>
                  <a:lnTo>
                    <a:pt x="1" y="376"/>
                  </a:lnTo>
                  <a:lnTo>
                    <a:pt x="1" y="697"/>
                  </a:lnTo>
                  <a:lnTo>
                    <a:pt x="1" y="724"/>
                  </a:lnTo>
                  <a:lnTo>
                    <a:pt x="55" y="760"/>
                  </a:lnTo>
                  <a:lnTo>
                    <a:pt x="108" y="769"/>
                  </a:lnTo>
                  <a:lnTo>
                    <a:pt x="162" y="733"/>
                  </a:lnTo>
                  <a:lnTo>
                    <a:pt x="162" y="706"/>
                  </a:lnTo>
                  <a:lnTo>
                    <a:pt x="171" y="394"/>
                  </a:lnTo>
                  <a:lnTo>
                    <a:pt x="171" y="72"/>
                  </a:lnTo>
                  <a:lnTo>
                    <a:pt x="171" y="45"/>
                  </a:lnTo>
                  <a:lnTo>
                    <a:pt x="126" y="10"/>
                  </a:lnTo>
                  <a:lnTo>
                    <a:pt x="6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3399;p33">
              <a:extLst>
                <a:ext uri="{FF2B5EF4-FFF2-40B4-BE49-F238E27FC236}">
                  <a16:creationId xmlns:a16="http://schemas.microsoft.com/office/drawing/2014/main" id="{F4FD11E7-1F8F-4215-ADCD-5AC48CCD57F8}"/>
                </a:ext>
              </a:extLst>
            </p:cNvPr>
            <p:cNvSpPr/>
            <p:nvPr/>
          </p:nvSpPr>
          <p:spPr>
            <a:xfrm>
              <a:off x="3433945" y="4042698"/>
              <a:ext cx="9690" cy="37782"/>
            </a:xfrm>
            <a:custGeom>
              <a:avLst/>
              <a:gdLst/>
              <a:ahLst/>
              <a:cxnLst/>
              <a:rect l="l" t="t" r="r" b="b"/>
              <a:pathLst>
                <a:path w="188" h="733" extrusionOk="0">
                  <a:moveTo>
                    <a:pt x="81" y="0"/>
                  </a:moveTo>
                  <a:lnTo>
                    <a:pt x="27" y="36"/>
                  </a:lnTo>
                  <a:lnTo>
                    <a:pt x="27" y="63"/>
                  </a:lnTo>
                  <a:lnTo>
                    <a:pt x="9" y="366"/>
                  </a:lnTo>
                  <a:lnTo>
                    <a:pt x="0" y="661"/>
                  </a:lnTo>
                  <a:lnTo>
                    <a:pt x="0" y="697"/>
                  </a:lnTo>
                  <a:lnTo>
                    <a:pt x="54" y="732"/>
                  </a:lnTo>
                  <a:lnTo>
                    <a:pt x="107" y="732"/>
                  </a:lnTo>
                  <a:lnTo>
                    <a:pt x="161" y="706"/>
                  </a:lnTo>
                  <a:lnTo>
                    <a:pt x="170" y="670"/>
                  </a:lnTo>
                  <a:lnTo>
                    <a:pt x="179" y="375"/>
                  </a:lnTo>
                  <a:lnTo>
                    <a:pt x="188" y="72"/>
                  </a:lnTo>
                  <a:lnTo>
                    <a:pt x="188" y="45"/>
                  </a:lnTo>
                  <a:lnTo>
                    <a:pt x="143" y="9"/>
                  </a:lnTo>
                  <a:lnTo>
                    <a:pt x="81"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3400;p33">
              <a:extLst>
                <a:ext uri="{FF2B5EF4-FFF2-40B4-BE49-F238E27FC236}">
                  <a16:creationId xmlns:a16="http://schemas.microsoft.com/office/drawing/2014/main" id="{222C9992-C6A4-4090-94A0-EAE7982A5D23}"/>
                </a:ext>
              </a:extLst>
            </p:cNvPr>
            <p:cNvSpPr/>
            <p:nvPr/>
          </p:nvSpPr>
          <p:spPr>
            <a:xfrm>
              <a:off x="3382814" y="4042234"/>
              <a:ext cx="8814" cy="39638"/>
            </a:xfrm>
            <a:custGeom>
              <a:avLst/>
              <a:gdLst/>
              <a:ahLst/>
              <a:cxnLst/>
              <a:rect l="l" t="t" r="r" b="b"/>
              <a:pathLst>
                <a:path w="171" h="769" extrusionOk="0">
                  <a:moveTo>
                    <a:pt x="55" y="0"/>
                  </a:moveTo>
                  <a:lnTo>
                    <a:pt x="10" y="27"/>
                  </a:lnTo>
                  <a:lnTo>
                    <a:pt x="1" y="63"/>
                  </a:lnTo>
                  <a:lnTo>
                    <a:pt x="1" y="697"/>
                  </a:lnTo>
                  <a:lnTo>
                    <a:pt x="10" y="723"/>
                  </a:lnTo>
                  <a:lnTo>
                    <a:pt x="55" y="759"/>
                  </a:lnTo>
                  <a:lnTo>
                    <a:pt x="117" y="768"/>
                  </a:lnTo>
                  <a:lnTo>
                    <a:pt x="162" y="732"/>
                  </a:lnTo>
                  <a:lnTo>
                    <a:pt x="171" y="706"/>
                  </a:lnTo>
                  <a:lnTo>
                    <a:pt x="171" y="72"/>
                  </a:lnTo>
                  <a:lnTo>
                    <a:pt x="162" y="45"/>
                  </a:lnTo>
                  <a:lnTo>
                    <a:pt x="117" y="9"/>
                  </a:lnTo>
                  <a:lnTo>
                    <a:pt x="5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3401;p33">
              <a:extLst>
                <a:ext uri="{FF2B5EF4-FFF2-40B4-BE49-F238E27FC236}">
                  <a16:creationId xmlns:a16="http://schemas.microsoft.com/office/drawing/2014/main" id="{6DAC096C-52C8-4C97-90E5-ACC9A6E179C0}"/>
                </a:ext>
              </a:extLst>
            </p:cNvPr>
            <p:cNvSpPr/>
            <p:nvPr/>
          </p:nvSpPr>
          <p:spPr>
            <a:xfrm>
              <a:off x="3325755" y="4039451"/>
              <a:ext cx="9278" cy="41494"/>
            </a:xfrm>
            <a:custGeom>
              <a:avLst/>
              <a:gdLst/>
              <a:ahLst/>
              <a:cxnLst/>
              <a:rect l="l" t="t" r="r" b="b"/>
              <a:pathLst>
                <a:path w="180" h="805" extrusionOk="0">
                  <a:moveTo>
                    <a:pt x="72" y="1"/>
                  </a:moveTo>
                  <a:lnTo>
                    <a:pt x="27" y="36"/>
                  </a:lnTo>
                  <a:lnTo>
                    <a:pt x="19" y="63"/>
                  </a:lnTo>
                  <a:lnTo>
                    <a:pt x="10" y="402"/>
                  </a:lnTo>
                  <a:lnTo>
                    <a:pt x="1" y="733"/>
                  </a:lnTo>
                  <a:lnTo>
                    <a:pt x="1" y="769"/>
                  </a:lnTo>
                  <a:lnTo>
                    <a:pt x="45" y="804"/>
                  </a:lnTo>
                  <a:lnTo>
                    <a:pt x="108" y="804"/>
                  </a:lnTo>
                  <a:lnTo>
                    <a:pt x="161" y="777"/>
                  </a:lnTo>
                  <a:lnTo>
                    <a:pt x="161" y="751"/>
                  </a:lnTo>
                  <a:lnTo>
                    <a:pt x="170" y="411"/>
                  </a:lnTo>
                  <a:lnTo>
                    <a:pt x="179" y="72"/>
                  </a:lnTo>
                  <a:lnTo>
                    <a:pt x="179" y="45"/>
                  </a:lnTo>
                  <a:lnTo>
                    <a:pt x="135" y="10"/>
                  </a:lnTo>
                  <a:lnTo>
                    <a:pt x="7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402;p33">
              <a:extLst>
                <a:ext uri="{FF2B5EF4-FFF2-40B4-BE49-F238E27FC236}">
                  <a16:creationId xmlns:a16="http://schemas.microsoft.com/office/drawing/2014/main" id="{DEE63785-F1F7-4770-A3F6-205B120FF065}"/>
                </a:ext>
              </a:extLst>
            </p:cNvPr>
            <p:cNvSpPr/>
            <p:nvPr/>
          </p:nvSpPr>
          <p:spPr>
            <a:xfrm>
              <a:off x="3274675" y="4035327"/>
              <a:ext cx="9278" cy="44690"/>
            </a:xfrm>
            <a:custGeom>
              <a:avLst/>
              <a:gdLst/>
              <a:ahLst/>
              <a:cxnLst/>
              <a:rect l="l" t="t" r="r" b="b"/>
              <a:pathLst>
                <a:path w="180" h="867" extrusionOk="0">
                  <a:moveTo>
                    <a:pt x="45" y="0"/>
                  </a:moveTo>
                  <a:lnTo>
                    <a:pt x="0" y="27"/>
                  </a:lnTo>
                  <a:lnTo>
                    <a:pt x="0" y="63"/>
                  </a:lnTo>
                  <a:lnTo>
                    <a:pt x="9" y="429"/>
                  </a:lnTo>
                  <a:lnTo>
                    <a:pt x="9" y="795"/>
                  </a:lnTo>
                  <a:lnTo>
                    <a:pt x="18" y="822"/>
                  </a:lnTo>
                  <a:lnTo>
                    <a:pt x="63" y="857"/>
                  </a:lnTo>
                  <a:lnTo>
                    <a:pt x="125" y="866"/>
                  </a:lnTo>
                  <a:lnTo>
                    <a:pt x="170" y="831"/>
                  </a:lnTo>
                  <a:lnTo>
                    <a:pt x="179" y="804"/>
                  </a:lnTo>
                  <a:lnTo>
                    <a:pt x="170" y="438"/>
                  </a:lnTo>
                  <a:lnTo>
                    <a:pt x="161" y="72"/>
                  </a:lnTo>
                  <a:lnTo>
                    <a:pt x="161"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403;p33">
              <a:extLst>
                <a:ext uri="{FF2B5EF4-FFF2-40B4-BE49-F238E27FC236}">
                  <a16:creationId xmlns:a16="http://schemas.microsoft.com/office/drawing/2014/main" id="{3B66C6EB-317D-4AFF-9431-BA188955A422}"/>
                </a:ext>
              </a:extLst>
            </p:cNvPr>
            <p:cNvSpPr/>
            <p:nvPr/>
          </p:nvSpPr>
          <p:spPr>
            <a:xfrm>
              <a:off x="3223595" y="4027029"/>
              <a:ext cx="9690" cy="50205"/>
            </a:xfrm>
            <a:custGeom>
              <a:avLst/>
              <a:gdLst/>
              <a:ahLst/>
              <a:cxnLst/>
              <a:rect l="l" t="t" r="r" b="b"/>
              <a:pathLst>
                <a:path w="188" h="974" extrusionOk="0">
                  <a:moveTo>
                    <a:pt x="45" y="0"/>
                  </a:moveTo>
                  <a:lnTo>
                    <a:pt x="0" y="27"/>
                  </a:lnTo>
                  <a:lnTo>
                    <a:pt x="0" y="54"/>
                  </a:lnTo>
                  <a:lnTo>
                    <a:pt x="27" y="902"/>
                  </a:lnTo>
                  <a:lnTo>
                    <a:pt x="36" y="938"/>
                  </a:lnTo>
                  <a:lnTo>
                    <a:pt x="81" y="974"/>
                  </a:lnTo>
                  <a:lnTo>
                    <a:pt x="143" y="974"/>
                  </a:lnTo>
                  <a:lnTo>
                    <a:pt x="188" y="947"/>
                  </a:lnTo>
                  <a:lnTo>
                    <a:pt x="188" y="911"/>
                  </a:lnTo>
                  <a:lnTo>
                    <a:pt x="179" y="492"/>
                  </a:lnTo>
                  <a:lnTo>
                    <a:pt x="161" y="72"/>
                  </a:lnTo>
                  <a:lnTo>
                    <a:pt x="161" y="36"/>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404;p33">
              <a:extLst>
                <a:ext uri="{FF2B5EF4-FFF2-40B4-BE49-F238E27FC236}">
                  <a16:creationId xmlns:a16="http://schemas.microsoft.com/office/drawing/2014/main" id="{6132AC4D-204A-4085-AC9C-97379355F5C8}"/>
                </a:ext>
              </a:extLst>
            </p:cNvPr>
            <p:cNvSpPr/>
            <p:nvPr/>
          </p:nvSpPr>
          <p:spPr>
            <a:xfrm>
              <a:off x="3176174" y="4009555"/>
              <a:ext cx="12010" cy="74586"/>
            </a:xfrm>
            <a:custGeom>
              <a:avLst/>
              <a:gdLst/>
              <a:ahLst/>
              <a:cxnLst/>
              <a:rect l="l" t="t" r="r" b="b"/>
              <a:pathLst>
                <a:path w="233" h="1447" extrusionOk="0">
                  <a:moveTo>
                    <a:pt x="45" y="0"/>
                  </a:moveTo>
                  <a:lnTo>
                    <a:pt x="0" y="27"/>
                  </a:lnTo>
                  <a:lnTo>
                    <a:pt x="0" y="63"/>
                  </a:lnTo>
                  <a:lnTo>
                    <a:pt x="36" y="723"/>
                  </a:lnTo>
                  <a:lnTo>
                    <a:pt x="72" y="1375"/>
                  </a:lnTo>
                  <a:lnTo>
                    <a:pt x="72" y="1411"/>
                  </a:lnTo>
                  <a:lnTo>
                    <a:pt x="125" y="1447"/>
                  </a:lnTo>
                  <a:lnTo>
                    <a:pt x="188" y="1447"/>
                  </a:lnTo>
                  <a:lnTo>
                    <a:pt x="233" y="1420"/>
                  </a:lnTo>
                  <a:lnTo>
                    <a:pt x="233" y="1384"/>
                  </a:lnTo>
                  <a:lnTo>
                    <a:pt x="161" y="72"/>
                  </a:lnTo>
                  <a:lnTo>
                    <a:pt x="161" y="45"/>
                  </a:lnTo>
                  <a:lnTo>
                    <a:pt x="108"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405;p33">
              <a:extLst>
                <a:ext uri="{FF2B5EF4-FFF2-40B4-BE49-F238E27FC236}">
                  <a16:creationId xmlns:a16="http://schemas.microsoft.com/office/drawing/2014/main" id="{A11D2ABB-EAB7-4266-8F5A-3BA6B994C259}"/>
                </a:ext>
              </a:extLst>
            </p:cNvPr>
            <p:cNvSpPr/>
            <p:nvPr/>
          </p:nvSpPr>
          <p:spPr>
            <a:xfrm>
              <a:off x="3612081" y="4089603"/>
              <a:ext cx="10154" cy="69586"/>
            </a:xfrm>
            <a:custGeom>
              <a:avLst/>
              <a:gdLst/>
              <a:ahLst/>
              <a:cxnLst/>
              <a:rect l="l" t="t" r="r" b="b"/>
              <a:pathLst>
                <a:path w="197" h="1350" extrusionOk="0">
                  <a:moveTo>
                    <a:pt x="80" y="1"/>
                  </a:moveTo>
                  <a:lnTo>
                    <a:pt x="36" y="28"/>
                  </a:lnTo>
                  <a:lnTo>
                    <a:pt x="27" y="63"/>
                  </a:lnTo>
                  <a:lnTo>
                    <a:pt x="0" y="1278"/>
                  </a:lnTo>
                  <a:lnTo>
                    <a:pt x="9" y="1314"/>
                  </a:lnTo>
                  <a:lnTo>
                    <a:pt x="54" y="1349"/>
                  </a:lnTo>
                  <a:lnTo>
                    <a:pt x="116" y="1349"/>
                  </a:lnTo>
                  <a:lnTo>
                    <a:pt x="161" y="1323"/>
                  </a:lnTo>
                  <a:lnTo>
                    <a:pt x="170" y="1287"/>
                  </a:lnTo>
                  <a:lnTo>
                    <a:pt x="197" y="72"/>
                  </a:lnTo>
                  <a:lnTo>
                    <a:pt x="188" y="46"/>
                  </a:lnTo>
                  <a:lnTo>
                    <a:pt x="143" y="10"/>
                  </a:lnTo>
                  <a:lnTo>
                    <a:pt x="80"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406;p33">
              <a:extLst>
                <a:ext uri="{FF2B5EF4-FFF2-40B4-BE49-F238E27FC236}">
                  <a16:creationId xmlns:a16="http://schemas.microsoft.com/office/drawing/2014/main" id="{D278FAD8-D8CF-499B-8C48-1CAEE677DD68}"/>
                </a:ext>
              </a:extLst>
            </p:cNvPr>
            <p:cNvSpPr/>
            <p:nvPr/>
          </p:nvSpPr>
          <p:spPr>
            <a:xfrm>
              <a:off x="3555898" y="4107592"/>
              <a:ext cx="9742" cy="55720"/>
            </a:xfrm>
            <a:custGeom>
              <a:avLst/>
              <a:gdLst/>
              <a:ahLst/>
              <a:cxnLst/>
              <a:rect l="l" t="t" r="r" b="b"/>
              <a:pathLst>
                <a:path w="189" h="1081" extrusionOk="0">
                  <a:moveTo>
                    <a:pt x="81" y="0"/>
                  </a:moveTo>
                  <a:lnTo>
                    <a:pt x="27" y="27"/>
                  </a:lnTo>
                  <a:lnTo>
                    <a:pt x="27" y="63"/>
                  </a:lnTo>
                  <a:lnTo>
                    <a:pt x="1" y="1009"/>
                  </a:lnTo>
                  <a:lnTo>
                    <a:pt x="10" y="1036"/>
                  </a:lnTo>
                  <a:lnTo>
                    <a:pt x="54" y="1072"/>
                  </a:lnTo>
                  <a:lnTo>
                    <a:pt x="117" y="1081"/>
                  </a:lnTo>
                  <a:lnTo>
                    <a:pt x="161" y="1045"/>
                  </a:lnTo>
                  <a:lnTo>
                    <a:pt x="170" y="1018"/>
                  </a:lnTo>
                  <a:lnTo>
                    <a:pt x="179" y="545"/>
                  </a:lnTo>
                  <a:lnTo>
                    <a:pt x="188" y="72"/>
                  </a:lnTo>
                  <a:lnTo>
                    <a:pt x="188" y="45"/>
                  </a:lnTo>
                  <a:lnTo>
                    <a:pt x="144"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3407;p33">
              <a:extLst>
                <a:ext uri="{FF2B5EF4-FFF2-40B4-BE49-F238E27FC236}">
                  <a16:creationId xmlns:a16="http://schemas.microsoft.com/office/drawing/2014/main" id="{1E15248E-6453-4846-8CD2-96B04FDC18B3}"/>
                </a:ext>
              </a:extLst>
            </p:cNvPr>
            <p:cNvSpPr/>
            <p:nvPr/>
          </p:nvSpPr>
          <p:spPr>
            <a:xfrm>
              <a:off x="3495128" y="4120942"/>
              <a:ext cx="9742" cy="43298"/>
            </a:xfrm>
            <a:custGeom>
              <a:avLst/>
              <a:gdLst/>
              <a:ahLst/>
              <a:cxnLst/>
              <a:rect l="l" t="t" r="r" b="b"/>
              <a:pathLst>
                <a:path w="189" h="840" extrusionOk="0">
                  <a:moveTo>
                    <a:pt x="46" y="0"/>
                  </a:moveTo>
                  <a:lnTo>
                    <a:pt x="1" y="36"/>
                  </a:lnTo>
                  <a:lnTo>
                    <a:pt x="1" y="63"/>
                  </a:lnTo>
                  <a:lnTo>
                    <a:pt x="10" y="420"/>
                  </a:lnTo>
                  <a:lnTo>
                    <a:pt x="28" y="768"/>
                  </a:lnTo>
                  <a:lnTo>
                    <a:pt x="28" y="804"/>
                  </a:lnTo>
                  <a:lnTo>
                    <a:pt x="81" y="840"/>
                  </a:lnTo>
                  <a:lnTo>
                    <a:pt x="144" y="840"/>
                  </a:lnTo>
                  <a:lnTo>
                    <a:pt x="188" y="813"/>
                  </a:lnTo>
                  <a:lnTo>
                    <a:pt x="188" y="786"/>
                  </a:lnTo>
                  <a:lnTo>
                    <a:pt x="179" y="429"/>
                  </a:lnTo>
                  <a:lnTo>
                    <a:pt x="162" y="72"/>
                  </a:lnTo>
                  <a:lnTo>
                    <a:pt x="162" y="45"/>
                  </a:lnTo>
                  <a:lnTo>
                    <a:pt x="108" y="9"/>
                  </a:lnTo>
                  <a:lnTo>
                    <a:pt x="4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3408;p33">
              <a:extLst>
                <a:ext uri="{FF2B5EF4-FFF2-40B4-BE49-F238E27FC236}">
                  <a16:creationId xmlns:a16="http://schemas.microsoft.com/office/drawing/2014/main" id="{411A85E2-E3E9-4E93-84AA-CAC7157975CA}"/>
                </a:ext>
              </a:extLst>
            </p:cNvPr>
            <p:cNvSpPr/>
            <p:nvPr/>
          </p:nvSpPr>
          <p:spPr>
            <a:xfrm>
              <a:off x="3438533" y="4125065"/>
              <a:ext cx="8350" cy="37319"/>
            </a:xfrm>
            <a:custGeom>
              <a:avLst/>
              <a:gdLst/>
              <a:ahLst/>
              <a:cxnLst/>
              <a:rect l="l" t="t" r="r" b="b"/>
              <a:pathLst>
                <a:path w="162" h="724" extrusionOk="0">
                  <a:moveTo>
                    <a:pt x="45" y="1"/>
                  </a:moveTo>
                  <a:lnTo>
                    <a:pt x="1" y="27"/>
                  </a:lnTo>
                  <a:lnTo>
                    <a:pt x="1" y="54"/>
                  </a:lnTo>
                  <a:lnTo>
                    <a:pt x="1" y="652"/>
                  </a:lnTo>
                  <a:lnTo>
                    <a:pt x="1" y="688"/>
                  </a:lnTo>
                  <a:lnTo>
                    <a:pt x="45" y="724"/>
                  </a:lnTo>
                  <a:lnTo>
                    <a:pt x="108" y="724"/>
                  </a:lnTo>
                  <a:lnTo>
                    <a:pt x="161" y="697"/>
                  </a:lnTo>
                  <a:lnTo>
                    <a:pt x="161" y="661"/>
                  </a:lnTo>
                  <a:lnTo>
                    <a:pt x="161" y="72"/>
                  </a:lnTo>
                  <a:lnTo>
                    <a:pt x="161"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409;p33">
              <a:extLst>
                <a:ext uri="{FF2B5EF4-FFF2-40B4-BE49-F238E27FC236}">
                  <a16:creationId xmlns:a16="http://schemas.microsoft.com/office/drawing/2014/main" id="{FAF2B2BF-E9D6-4B16-AF62-E0269D32E709}"/>
                </a:ext>
              </a:extLst>
            </p:cNvPr>
            <p:cNvSpPr/>
            <p:nvPr/>
          </p:nvSpPr>
          <p:spPr>
            <a:xfrm>
              <a:off x="3384669" y="4125065"/>
              <a:ext cx="9278" cy="35978"/>
            </a:xfrm>
            <a:custGeom>
              <a:avLst/>
              <a:gdLst/>
              <a:ahLst/>
              <a:cxnLst/>
              <a:rect l="l" t="t" r="r" b="b"/>
              <a:pathLst>
                <a:path w="180" h="698" extrusionOk="0">
                  <a:moveTo>
                    <a:pt x="54" y="1"/>
                  </a:moveTo>
                  <a:lnTo>
                    <a:pt x="10" y="27"/>
                  </a:lnTo>
                  <a:lnTo>
                    <a:pt x="1" y="54"/>
                  </a:lnTo>
                  <a:lnTo>
                    <a:pt x="10" y="626"/>
                  </a:lnTo>
                  <a:lnTo>
                    <a:pt x="19" y="661"/>
                  </a:lnTo>
                  <a:lnTo>
                    <a:pt x="63" y="697"/>
                  </a:lnTo>
                  <a:lnTo>
                    <a:pt x="126" y="697"/>
                  </a:lnTo>
                  <a:lnTo>
                    <a:pt x="170" y="670"/>
                  </a:lnTo>
                  <a:lnTo>
                    <a:pt x="179" y="644"/>
                  </a:lnTo>
                  <a:lnTo>
                    <a:pt x="170" y="72"/>
                  </a:lnTo>
                  <a:lnTo>
                    <a:pt x="161" y="36"/>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410;p33">
              <a:extLst>
                <a:ext uri="{FF2B5EF4-FFF2-40B4-BE49-F238E27FC236}">
                  <a16:creationId xmlns:a16="http://schemas.microsoft.com/office/drawing/2014/main" id="{E091F34E-B3A2-4DEC-AE6E-17DF5B7C4684}"/>
                </a:ext>
              </a:extLst>
            </p:cNvPr>
            <p:cNvSpPr/>
            <p:nvPr/>
          </p:nvSpPr>
          <p:spPr>
            <a:xfrm>
              <a:off x="3337249" y="4122282"/>
              <a:ext cx="8814" cy="36442"/>
            </a:xfrm>
            <a:custGeom>
              <a:avLst/>
              <a:gdLst/>
              <a:ahLst/>
              <a:cxnLst/>
              <a:rect l="l" t="t" r="r" b="b"/>
              <a:pathLst>
                <a:path w="171" h="707" extrusionOk="0">
                  <a:moveTo>
                    <a:pt x="46" y="1"/>
                  </a:moveTo>
                  <a:lnTo>
                    <a:pt x="1" y="28"/>
                  </a:lnTo>
                  <a:lnTo>
                    <a:pt x="1" y="63"/>
                  </a:lnTo>
                  <a:lnTo>
                    <a:pt x="10" y="635"/>
                  </a:lnTo>
                  <a:lnTo>
                    <a:pt x="10" y="662"/>
                  </a:lnTo>
                  <a:lnTo>
                    <a:pt x="63" y="698"/>
                  </a:lnTo>
                  <a:lnTo>
                    <a:pt x="117" y="706"/>
                  </a:lnTo>
                  <a:lnTo>
                    <a:pt x="171" y="671"/>
                  </a:lnTo>
                  <a:lnTo>
                    <a:pt x="171" y="644"/>
                  </a:lnTo>
                  <a:lnTo>
                    <a:pt x="162" y="72"/>
                  </a:lnTo>
                  <a:lnTo>
                    <a:pt x="162" y="46"/>
                  </a:lnTo>
                  <a:lnTo>
                    <a:pt x="108" y="10"/>
                  </a:lnTo>
                  <a:lnTo>
                    <a:pt x="4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411;p33">
              <a:extLst>
                <a:ext uri="{FF2B5EF4-FFF2-40B4-BE49-F238E27FC236}">
                  <a16:creationId xmlns:a16="http://schemas.microsoft.com/office/drawing/2014/main" id="{93E4DF34-FDF7-4BC2-AFB2-8DACC186EE22}"/>
                </a:ext>
              </a:extLst>
            </p:cNvPr>
            <p:cNvSpPr/>
            <p:nvPr/>
          </p:nvSpPr>
          <p:spPr>
            <a:xfrm>
              <a:off x="3286169" y="4121870"/>
              <a:ext cx="9278" cy="40050"/>
            </a:xfrm>
            <a:custGeom>
              <a:avLst/>
              <a:gdLst/>
              <a:ahLst/>
              <a:cxnLst/>
              <a:rect l="l" t="t" r="r" b="b"/>
              <a:pathLst>
                <a:path w="180" h="777" extrusionOk="0">
                  <a:moveTo>
                    <a:pt x="63" y="0"/>
                  </a:moveTo>
                  <a:lnTo>
                    <a:pt x="19" y="27"/>
                  </a:lnTo>
                  <a:lnTo>
                    <a:pt x="10" y="54"/>
                  </a:lnTo>
                  <a:lnTo>
                    <a:pt x="1" y="706"/>
                  </a:lnTo>
                  <a:lnTo>
                    <a:pt x="1" y="732"/>
                  </a:lnTo>
                  <a:lnTo>
                    <a:pt x="45" y="768"/>
                  </a:lnTo>
                  <a:lnTo>
                    <a:pt x="108" y="777"/>
                  </a:lnTo>
                  <a:lnTo>
                    <a:pt x="161" y="741"/>
                  </a:lnTo>
                  <a:lnTo>
                    <a:pt x="161" y="714"/>
                  </a:lnTo>
                  <a:lnTo>
                    <a:pt x="179" y="71"/>
                  </a:lnTo>
                  <a:lnTo>
                    <a:pt x="170" y="36"/>
                  </a:lnTo>
                  <a:lnTo>
                    <a:pt x="12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412;p33">
              <a:extLst>
                <a:ext uri="{FF2B5EF4-FFF2-40B4-BE49-F238E27FC236}">
                  <a16:creationId xmlns:a16="http://schemas.microsoft.com/office/drawing/2014/main" id="{02AA46C6-FCCA-476E-8011-DB354EE09E17}"/>
                </a:ext>
              </a:extLst>
            </p:cNvPr>
            <p:cNvSpPr/>
            <p:nvPr/>
          </p:nvSpPr>
          <p:spPr>
            <a:xfrm>
              <a:off x="3225863" y="4104809"/>
              <a:ext cx="10206" cy="52988"/>
            </a:xfrm>
            <a:custGeom>
              <a:avLst/>
              <a:gdLst/>
              <a:ahLst/>
              <a:cxnLst/>
              <a:rect l="l" t="t" r="r" b="b"/>
              <a:pathLst>
                <a:path w="198" h="1028" extrusionOk="0">
                  <a:moveTo>
                    <a:pt x="54" y="1"/>
                  </a:moveTo>
                  <a:lnTo>
                    <a:pt x="10" y="36"/>
                  </a:lnTo>
                  <a:lnTo>
                    <a:pt x="1" y="63"/>
                  </a:lnTo>
                  <a:lnTo>
                    <a:pt x="28" y="956"/>
                  </a:lnTo>
                  <a:lnTo>
                    <a:pt x="37" y="992"/>
                  </a:lnTo>
                  <a:lnTo>
                    <a:pt x="81" y="1028"/>
                  </a:lnTo>
                  <a:lnTo>
                    <a:pt x="144" y="1028"/>
                  </a:lnTo>
                  <a:lnTo>
                    <a:pt x="188" y="1001"/>
                  </a:lnTo>
                  <a:lnTo>
                    <a:pt x="197" y="974"/>
                  </a:lnTo>
                  <a:lnTo>
                    <a:pt x="179" y="528"/>
                  </a:lnTo>
                  <a:lnTo>
                    <a:pt x="171" y="72"/>
                  </a:lnTo>
                  <a:lnTo>
                    <a:pt x="162" y="45"/>
                  </a:lnTo>
                  <a:lnTo>
                    <a:pt x="117" y="10"/>
                  </a:lnTo>
                  <a:lnTo>
                    <a:pt x="5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413;p33">
              <a:extLst>
                <a:ext uri="{FF2B5EF4-FFF2-40B4-BE49-F238E27FC236}">
                  <a16:creationId xmlns:a16="http://schemas.microsoft.com/office/drawing/2014/main" id="{AC23E12D-027D-4C3B-B114-034A80C032AB}"/>
                </a:ext>
              </a:extLst>
            </p:cNvPr>
            <p:cNvSpPr/>
            <p:nvPr/>
          </p:nvSpPr>
          <p:spPr>
            <a:xfrm>
              <a:off x="3167876" y="4090067"/>
              <a:ext cx="15257" cy="73245"/>
            </a:xfrm>
            <a:custGeom>
              <a:avLst/>
              <a:gdLst/>
              <a:ahLst/>
              <a:cxnLst/>
              <a:rect l="l" t="t" r="r" b="b"/>
              <a:pathLst>
                <a:path w="296" h="1421" extrusionOk="0">
                  <a:moveTo>
                    <a:pt x="99" y="1"/>
                  </a:moveTo>
                  <a:lnTo>
                    <a:pt x="45" y="10"/>
                  </a:lnTo>
                  <a:lnTo>
                    <a:pt x="1" y="54"/>
                  </a:lnTo>
                  <a:lnTo>
                    <a:pt x="1" y="81"/>
                  </a:lnTo>
                  <a:lnTo>
                    <a:pt x="63" y="724"/>
                  </a:lnTo>
                  <a:lnTo>
                    <a:pt x="135" y="1367"/>
                  </a:lnTo>
                  <a:lnTo>
                    <a:pt x="144" y="1394"/>
                  </a:lnTo>
                  <a:lnTo>
                    <a:pt x="188" y="1421"/>
                  </a:lnTo>
                  <a:lnTo>
                    <a:pt x="251" y="1412"/>
                  </a:lnTo>
                  <a:lnTo>
                    <a:pt x="295" y="1367"/>
                  </a:lnTo>
                  <a:lnTo>
                    <a:pt x="295" y="1340"/>
                  </a:lnTo>
                  <a:lnTo>
                    <a:pt x="161" y="54"/>
                  </a:lnTo>
                  <a:lnTo>
                    <a:pt x="152" y="28"/>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414;p33">
              <a:extLst>
                <a:ext uri="{FF2B5EF4-FFF2-40B4-BE49-F238E27FC236}">
                  <a16:creationId xmlns:a16="http://schemas.microsoft.com/office/drawing/2014/main" id="{B460DCC3-ECD3-45D8-A50A-4178AD894917}"/>
                </a:ext>
              </a:extLst>
            </p:cNvPr>
            <p:cNvSpPr/>
            <p:nvPr/>
          </p:nvSpPr>
          <p:spPr>
            <a:xfrm>
              <a:off x="3227254" y="3996669"/>
              <a:ext cx="351743" cy="34071"/>
            </a:xfrm>
            <a:custGeom>
              <a:avLst/>
              <a:gdLst/>
              <a:ahLst/>
              <a:cxnLst/>
              <a:rect l="l" t="t" r="r" b="b"/>
              <a:pathLst>
                <a:path w="6824" h="661" extrusionOk="0">
                  <a:moveTo>
                    <a:pt x="6770" y="0"/>
                  </a:moveTo>
                  <a:lnTo>
                    <a:pt x="6707" y="9"/>
                  </a:lnTo>
                  <a:lnTo>
                    <a:pt x="6305" y="134"/>
                  </a:lnTo>
                  <a:lnTo>
                    <a:pt x="5493" y="322"/>
                  </a:lnTo>
                  <a:lnTo>
                    <a:pt x="4662" y="456"/>
                  </a:lnTo>
                  <a:lnTo>
                    <a:pt x="3832" y="518"/>
                  </a:lnTo>
                  <a:lnTo>
                    <a:pt x="2992" y="527"/>
                  </a:lnTo>
                  <a:lnTo>
                    <a:pt x="2153" y="464"/>
                  </a:lnTo>
                  <a:lnTo>
                    <a:pt x="1331" y="339"/>
                  </a:lnTo>
                  <a:lnTo>
                    <a:pt x="510" y="152"/>
                  </a:lnTo>
                  <a:lnTo>
                    <a:pt x="117" y="27"/>
                  </a:lnTo>
                  <a:lnTo>
                    <a:pt x="81" y="27"/>
                  </a:lnTo>
                  <a:lnTo>
                    <a:pt x="27" y="45"/>
                  </a:lnTo>
                  <a:lnTo>
                    <a:pt x="1" y="98"/>
                  </a:lnTo>
                  <a:lnTo>
                    <a:pt x="27" y="143"/>
                  </a:lnTo>
                  <a:lnTo>
                    <a:pt x="54" y="161"/>
                  </a:lnTo>
                  <a:lnTo>
                    <a:pt x="465" y="286"/>
                  </a:lnTo>
                  <a:lnTo>
                    <a:pt x="1295" y="473"/>
                  </a:lnTo>
                  <a:lnTo>
                    <a:pt x="2144" y="598"/>
                  </a:lnTo>
                  <a:lnTo>
                    <a:pt x="2992" y="661"/>
                  </a:lnTo>
                  <a:lnTo>
                    <a:pt x="3849" y="661"/>
                  </a:lnTo>
                  <a:lnTo>
                    <a:pt x="4698" y="589"/>
                  </a:lnTo>
                  <a:lnTo>
                    <a:pt x="5537" y="456"/>
                  </a:lnTo>
                  <a:lnTo>
                    <a:pt x="6368" y="259"/>
                  </a:lnTo>
                  <a:lnTo>
                    <a:pt x="6778" y="134"/>
                  </a:lnTo>
                  <a:lnTo>
                    <a:pt x="6805" y="116"/>
                  </a:lnTo>
                  <a:lnTo>
                    <a:pt x="6823" y="72"/>
                  </a:lnTo>
                  <a:lnTo>
                    <a:pt x="6770"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415;p33">
              <a:extLst>
                <a:ext uri="{FF2B5EF4-FFF2-40B4-BE49-F238E27FC236}">
                  <a16:creationId xmlns:a16="http://schemas.microsoft.com/office/drawing/2014/main" id="{2D8AA03C-7971-4B0A-952F-F2DD80489630}"/>
                </a:ext>
              </a:extLst>
            </p:cNvPr>
            <p:cNvSpPr/>
            <p:nvPr/>
          </p:nvSpPr>
          <p:spPr>
            <a:xfrm>
              <a:off x="3134733" y="3917034"/>
              <a:ext cx="485193" cy="81493"/>
            </a:xfrm>
            <a:custGeom>
              <a:avLst/>
              <a:gdLst/>
              <a:ahLst/>
              <a:cxnLst/>
              <a:rect l="l" t="t" r="r" b="b"/>
              <a:pathLst>
                <a:path w="9413" h="1581" extrusionOk="0">
                  <a:moveTo>
                    <a:pt x="1" y="0"/>
                  </a:moveTo>
                  <a:lnTo>
                    <a:pt x="1" y="1581"/>
                  </a:lnTo>
                  <a:lnTo>
                    <a:pt x="9413" y="1581"/>
                  </a:lnTo>
                  <a:lnTo>
                    <a:pt x="9413" y="0"/>
                  </a:lnTo>
                  <a:lnTo>
                    <a:pt x="9368" y="27"/>
                  </a:lnTo>
                  <a:lnTo>
                    <a:pt x="8761" y="277"/>
                  </a:lnTo>
                  <a:lnTo>
                    <a:pt x="7904" y="518"/>
                  </a:lnTo>
                  <a:lnTo>
                    <a:pt x="7163" y="670"/>
                  </a:lnTo>
                  <a:lnTo>
                    <a:pt x="6287" y="795"/>
                  </a:lnTo>
                  <a:lnTo>
                    <a:pt x="5269" y="866"/>
                  </a:lnTo>
                  <a:lnTo>
                    <a:pt x="4144" y="866"/>
                  </a:lnTo>
                  <a:lnTo>
                    <a:pt x="3126" y="795"/>
                  </a:lnTo>
                  <a:lnTo>
                    <a:pt x="2251" y="670"/>
                  </a:lnTo>
                  <a:lnTo>
                    <a:pt x="1510" y="518"/>
                  </a:lnTo>
                  <a:lnTo>
                    <a:pt x="653" y="277"/>
                  </a:lnTo>
                  <a:lnTo>
                    <a:pt x="45"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416;p33">
              <a:extLst>
                <a:ext uri="{FF2B5EF4-FFF2-40B4-BE49-F238E27FC236}">
                  <a16:creationId xmlns:a16="http://schemas.microsoft.com/office/drawing/2014/main" id="{DEB1E163-0C82-4A68-94C7-3A266AF7728C}"/>
                </a:ext>
              </a:extLst>
            </p:cNvPr>
            <p:cNvSpPr/>
            <p:nvPr/>
          </p:nvSpPr>
          <p:spPr>
            <a:xfrm>
              <a:off x="3134733" y="3917034"/>
              <a:ext cx="485193" cy="44690"/>
            </a:xfrm>
            <a:custGeom>
              <a:avLst/>
              <a:gdLst/>
              <a:ahLst/>
              <a:cxnLst/>
              <a:rect l="l" t="t" r="r" b="b"/>
              <a:pathLst>
                <a:path w="9413" h="867" extrusionOk="0">
                  <a:moveTo>
                    <a:pt x="1" y="0"/>
                  </a:moveTo>
                  <a:lnTo>
                    <a:pt x="45" y="27"/>
                  </a:lnTo>
                  <a:lnTo>
                    <a:pt x="653" y="277"/>
                  </a:lnTo>
                  <a:lnTo>
                    <a:pt x="1510" y="518"/>
                  </a:lnTo>
                  <a:lnTo>
                    <a:pt x="2251" y="670"/>
                  </a:lnTo>
                  <a:lnTo>
                    <a:pt x="3126" y="795"/>
                  </a:lnTo>
                  <a:lnTo>
                    <a:pt x="4144" y="866"/>
                  </a:lnTo>
                  <a:lnTo>
                    <a:pt x="5269" y="866"/>
                  </a:lnTo>
                  <a:lnTo>
                    <a:pt x="6287" y="795"/>
                  </a:lnTo>
                  <a:lnTo>
                    <a:pt x="7163" y="670"/>
                  </a:lnTo>
                  <a:lnTo>
                    <a:pt x="7904" y="518"/>
                  </a:lnTo>
                  <a:lnTo>
                    <a:pt x="8761" y="277"/>
                  </a:lnTo>
                  <a:lnTo>
                    <a:pt x="9368" y="27"/>
                  </a:lnTo>
                  <a:lnTo>
                    <a:pt x="9413"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417;p33">
              <a:extLst>
                <a:ext uri="{FF2B5EF4-FFF2-40B4-BE49-F238E27FC236}">
                  <a16:creationId xmlns:a16="http://schemas.microsoft.com/office/drawing/2014/main" id="{B23B77E3-4661-469D-A21C-3B0BC21C4D84}"/>
                </a:ext>
              </a:extLst>
            </p:cNvPr>
            <p:cNvSpPr/>
            <p:nvPr/>
          </p:nvSpPr>
          <p:spPr>
            <a:xfrm>
              <a:off x="3225863" y="3944198"/>
              <a:ext cx="11134" cy="55720"/>
            </a:xfrm>
            <a:custGeom>
              <a:avLst/>
              <a:gdLst/>
              <a:ahLst/>
              <a:cxnLst/>
              <a:rect l="l" t="t" r="r" b="b"/>
              <a:pathLst>
                <a:path w="216" h="1081" extrusionOk="0">
                  <a:moveTo>
                    <a:pt x="117" y="0"/>
                  </a:moveTo>
                  <a:lnTo>
                    <a:pt x="54" y="9"/>
                  </a:lnTo>
                  <a:lnTo>
                    <a:pt x="10" y="45"/>
                  </a:lnTo>
                  <a:lnTo>
                    <a:pt x="1" y="72"/>
                  </a:lnTo>
                  <a:lnTo>
                    <a:pt x="28" y="545"/>
                  </a:lnTo>
                  <a:lnTo>
                    <a:pt x="54" y="1018"/>
                  </a:lnTo>
                  <a:lnTo>
                    <a:pt x="54" y="1045"/>
                  </a:lnTo>
                  <a:lnTo>
                    <a:pt x="108" y="1081"/>
                  </a:lnTo>
                  <a:lnTo>
                    <a:pt x="171" y="1072"/>
                  </a:lnTo>
                  <a:lnTo>
                    <a:pt x="215" y="1036"/>
                  </a:lnTo>
                  <a:lnTo>
                    <a:pt x="215" y="1009"/>
                  </a:lnTo>
                  <a:lnTo>
                    <a:pt x="197" y="536"/>
                  </a:lnTo>
                  <a:lnTo>
                    <a:pt x="171" y="63"/>
                  </a:lnTo>
                  <a:lnTo>
                    <a:pt x="162" y="36"/>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418;p33">
              <a:extLst>
                <a:ext uri="{FF2B5EF4-FFF2-40B4-BE49-F238E27FC236}">
                  <a16:creationId xmlns:a16="http://schemas.microsoft.com/office/drawing/2014/main" id="{13380E48-304A-464C-852F-4E75FFAAB2D9}"/>
                </a:ext>
              </a:extLst>
            </p:cNvPr>
            <p:cNvSpPr/>
            <p:nvPr/>
          </p:nvSpPr>
          <p:spPr>
            <a:xfrm>
              <a:off x="3276066" y="3957084"/>
              <a:ext cx="9227" cy="39638"/>
            </a:xfrm>
            <a:custGeom>
              <a:avLst/>
              <a:gdLst/>
              <a:ahLst/>
              <a:cxnLst/>
              <a:rect l="l" t="t" r="r" b="b"/>
              <a:pathLst>
                <a:path w="179" h="769" extrusionOk="0">
                  <a:moveTo>
                    <a:pt x="116" y="0"/>
                  </a:moveTo>
                  <a:lnTo>
                    <a:pt x="54" y="9"/>
                  </a:lnTo>
                  <a:lnTo>
                    <a:pt x="0" y="45"/>
                  </a:lnTo>
                  <a:lnTo>
                    <a:pt x="0" y="72"/>
                  </a:lnTo>
                  <a:lnTo>
                    <a:pt x="9" y="393"/>
                  </a:lnTo>
                  <a:lnTo>
                    <a:pt x="9" y="706"/>
                  </a:lnTo>
                  <a:lnTo>
                    <a:pt x="18" y="732"/>
                  </a:lnTo>
                  <a:lnTo>
                    <a:pt x="63" y="768"/>
                  </a:lnTo>
                  <a:lnTo>
                    <a:pt x="125" y="759"/>
                  </a:lnTo>
                  <a:lnTo>
                    <a:pt x="170" y="723"/>
                  </a:lnTo>
                  <a:lnTo>
                    <a:pt x="179" y="697"/>
                  </a:lnTo>
                  <a:lnTo>
                    <a:pt x="170" y="375"/>
                  </a:lnTo>
                  <a:lnTo>
                    <a:pt x="170" y="63"/>
                  </a:lnTo>
                  <a:lnTo>
                    <a:pt x="161" y="36"/>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419;p33">
              <a:extLst>
                <a:ext uri="{FF2B5EF4-FFF2-40B4-BE49-F238E27FC236}">
                  <a16:creationId xmlns:a16="http://schemas.microsoft.com/office/drawing/2014/main" id="{0B1917ED-E8E8-4956-B2AF-69CB13D46E62}"/>
                </a:ext>
              </a:extLst>
            </p:cNvPr>
            <p:cNvSpPr/>
            <p:nvPr/>
          </p:nvSpPr>
          <p:spPr>
            <a:xfrm>
              <a:off x="3329466" y="3960743"/>
              <a:ext cx="9690" cy="37782"/>
            </a:xfrm>
            <a:custGeom>
              <a:avLst/>
              <a:gdLst/>
              <a:ahLst/>
              <a:cxnLst/>
              <a:rect l="l" t="t" r="r" b="b"/>
              <a:pathLst>
                <a:path w="188" h="733" extrusionOk="0">
                  <a:moveTo>
                    <a:pt x="116" y="1"/>
                  </a:moveTo>
                  <a:lnTo>
                    <a:pt x="54" y="10"/>
                  </a:lnTo>
                  <a:lnTo>
                    <a:pt x="9" y="45"/>
                  </a:lnTo>
                  <a:lnTo>
                    <a:pt x="0" y="72"/>
                  </a:lnTo>
                  <a:lnTo>
                    <a:pt x="27" y="670"/>
                  </a:lnTo>
                  <a:lnTo>
                    <a:pt x="36" y="706"/>
                  </a:lnTo>
                  <a:lnTo>
                    <a:pt x="80" y="733"/>
                  </a:lnTo>
                  <a:lnTo>
                    <a:pt x="143" y="733"/>
                  </a:lnTo>
                  <a:lnTo>
                    <a:pt x="188" y="697"/>
                  </a:lnTo>
                  <a:lnTo>
                    <a:pt x="188" y="661"/>
                  </a:lnTo>
                  <a:lnTo>
                    <a:pt x="179" y="367"/>
                  </a:lnTo>
                  <a:lnTo>
                    <a:pt x="170" y="63"/>
                  </a:lnTo>
                  <a:lnTo>
                    <a:pt x="161" y="36"/>
                  </a:lnTo>
                  <a:lnTo>
                    <a:pt x="11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420;p33">
              <a:extLst>
                <a:ext uri="{FF2B5EF4-FFF2-40B4-BE49-F238E27FC236}">
                  <a16:creationId xmlns:a16="http://schemas.microsoft.com/office/drawing/2014/main" id="{15E40FC6-A54B-4242-974E-3F57A01410C9}"/>
                </a:ext>
              </a:extLst>
            </p:cNvPr>
            <p:cNvSpPr/>
            <p:nvPr/>
          </p:nvSpPr>
          <p:spPr>
            <a:xfrm>
              <a:off x="3381938" y="3960279"/>
              <a:ext cx="8299" cy="39638"/>
            </a:xfrm>
            <a:custGeom>
              <a:avLst/>
              <a:gdLst/>
              <a:ahLst/>
              <a:cxnLst/>
              <a:rect l="l" t="t" r="r" b="b"/>
              <a:pathLst>
                <a:path w="161" h="769" extrusionOk="0">
                  <a:moveTo>
                    <a:pt x="107" y="1"/>
                  </a:moveTo>
                  <a:lnTo>
                    <a:pt x="45" y="10"/>
                  </a:lnTo>
                  <a:lnTo>
                    <a:pt x="0" y="45"/>
                  </a:lnTo>
                  <a:lnTo>
                    <a:pt x="0" y="72"/>
                  </a:lnTo>
                  <a:lnTo>
                    <a:pt x="0" y="706"/>
                  </a:lnTo>
                  <a:lnTo>
                    <a:pt x="0" y="733"/>
                  </a:lnTo>
                  <a:lnTo>
                    <a:pt x="45" y="769"/>
                  </a:lnTo>
                  <a:lnTo>
                    <a:pt x="107" y="760"/>
                  </a:lnTo>
                  <a:lnTo>
                    <a:pt x="152" y="724"/>
                  </a:lnTo>
                  <a:lnTo>
                    <a:pt x="161" y="697"/>
                  </a:lnTo>
                  <a:lnTo>
                    <a:pt x="161" y="63"/>
                  </a:lnTo>
                  <a:lnTo>
                    <a:pt x="152" y="27"/>
                  </a:lnTo>
                  <a:lnTo>
                    <a:pt x="10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421;p33">
              <a:extLst>
                <a:ext uri="{FF2B5EF4-FFF2-40B4-BE49-F238E27FC236}">
                  <a16:creationId xmlns:a16="http://schemas.microsoft.com/office/drawing/2014/main" id="{6907B04E-526E-4337-A445-1EC318F4C4BE}"/>
                </a:ext>
              </a:extLst>
            </p:cNvPr>
            <p:cNvSpPr/>
            <p:nvPr/>
          </p:nvSpPr>
          <p:spPr>
            <a:xfrm>
              <a:off x="3438069" y="3957960"/>
              <a:ext cx="9742" cy="41030"/>
            </a:xfrm>
            <a:custGeom>
              <a:avLst/>
              <a:gdLst/>
              <a:ahLst/>
              <a:cxnLst/>
              <a:rect l="l" t="t" r="r" b="b"/>
              <a:pathLst>
                <a:path w="189" h="796" extrusionOk="0">
                  <a:moveTo>
                    <a:pt x="54" y="1"/>
                  </a:moveTo>
                  <a:lnTo>
                    <a:pt x="1" y="37"/>
                  </a:lnTo>
                  <a:lnTo>
                    <a:pt x="1" y="64"/>
                  </a:lnTo>
                  <a:lnTo>
                    <a:pt x="10" y="403"/>
                  </a:lnTo>
                  <a:lnTo>
                    <a:pt x="18" y="742"/>
                  </a:lnTo>
                  <a:lnTo>
                    <a:pt x="27" y="769"/>
                  </a:lnTo>
                  <a:lnTo>
                    <a:pt x="72" y="796"/>
                  </a:lnTo>
                  <a:lnTo>
                    <a:pt x="135" y="796"/>
                  </a:lnTo>
                  <a:lnTo>
                    <a:pt x="179" y="760"/>
                  </a:lnTo>
                  <a:lnTo>
                    <a:pt x="188" y="724"/>
                  </a:lnTo>
                  <a:lnTo>
                    <a:pt x="179" y="394"/>
                  </a:lnTo>
                  <a:lnTo>
                    <a:pt x="170" y="55"/>
                  </a:lnTo>
                  <a:lnTo>
                    <a:pt x="161" y="28"/>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422;p33">
              <a:extLst>
                <a:ext uri="{FF2B5EF4-FFF2-40B4-BE49-F238E27FC236}">
                  <a16:creationId xmlns:a16="http://schemas.microsoft.com/office/drawing/2014/main" id="{DCEE4B7A-1DBE-4690-AF7E-D97176DA486C}"/>
                </a:ext>
              </a:extLst>
            </p:cNvPr>
            <p:cNvSpPr/>
            <p:nvPr/>
          </p:nvSpPr>
          <p:spPr>
            <a:xfrm>
              <a:off x="3489613" y="3953372"/>
              <a:ext cx="9278" cy="44690"/>
            </a:xfrm>
            <a:custGeom>
              <a:avLst/>
              <a:gdLst/>
              <a:ahLst/>
              <a:cxnLst/>
              <a:rect l="l" t="t" r="r" b="b"/>
              <a:pathLst>
                <a:path w="180" h="867" extrusionOk="0">
                  <a:moveTo>
                    <a:pt x="63" y="1"/>
                  </a:moveTo>
                  <a:lnTo>
                    <a:pt x="19" y="36"/>
                  </a:lnTo>
                  <a:lnTo>
                    <a:pt x="10" y="72"/>
                  </a:lnTo>
                  <a:lnTo>
                    <a:pt x="1" y="438"/>
                  </a:lnTo>
                  <a:lnTo>
                    <a:pt x="1" y="804"/>
                  </a:lnTo>
                  <a:lnTo>
                    <a:pt x="1" y="831"/>
                  </a:lnTo>
                  <a:lnTo>
                    <a:pt x="45" y="867"/>
                  </a:lnTo>
                  <a:lnTo>
                    <a:pt x="108" y="858"/>
                  </a:lnTo>
                  <a:lnTo>
                    <a:pt x="153" y="822"/>
                  </a:lnTo>
                  <a:lnTo>
                    <a:pt x="161" y="795"/>
                  </a:lnTo>
                  <a:lnTo>
                    <a:pt x="170" y="429"/>
                  </a:lnTo>
                  <a:lnTo>
                    <a:pt x="179" y="63"/>
                  </a:lnTo>
                  <a:lnTo>
                    <a:pt x="170" y="27"/>
                  </a:lnTo>
                  <a:lnTo>
                    <a:pt x="12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423;p33">
              <a:extLst>
                <a:ext uri="{FF2B5EF4-FFF2-40B4-BE49-F238E27FC236}">
                  <a16:creationId xmlns:a16="http://schemas.microsoft.com/office/drawing/2014/main" id="{B4D9AB67-CAC3-4869-803D-B8C58A4F0EC2}"/>
                </a:ext>
              </a:extLst>
            </p:cNvPr>
            <p:cNvSpPr/>
            <p:nvPr/>
          </p:nvSpPr>
          <p:spPr>
            <a:xfrm>
              <a:off x="3539817" y="3945074"/>
              <a:ext cx="10154" cy="50256"/>
            </a:xfrm>
            <a:custGeom>
              <a:avLst/>
              <a:gdLst/>
              <a:ahLst/>
              <a:cxnLst/>
              <a:rect l="l" t="t" r="r" b="b"/>
              <a:pathLst>
                <a:path w="197" h="975" extrusionOk="0">
                  <a:moveTo>
                    <a:pt x="80" y="1"/>
                  </a:moveTo>
                  <a:lnTo>
                    <a:pt x="36" y="37"/>
                  </a:lnTo>
                  <a:lnTo>
                    <a:pt x="27" y="72"/>
                  </a:lnTo>
                  <a:lnTo>
                    <a:pt x="0" y="912"/>
                  </a:lnTo>
                  <a:lnTo>
                    <a:pt x="0" y="948"/>
                  </a:lnTo>
                  <a:lnTo>
                    <a:pt x="54" y="974"/>
                  </a:lnTo>
                  <a:lnTo>
                    <a:pt x="116" y="974"/>
                  </a:lnTo>
                  <a:lnTo>
                    <a:pt x="161" y="939"/>
                  </a:lnTo>
                  <a:lnTo>
                    <a:pt x="170" y="903"/>
                  </a:lnTo>
                  <a:lnTo>
                    <a:pt x="179" y="483"/>
                  </a:lnTo>
                  <a:lnTo>
                    <a:pt x="197" y="55"/>
                  </a:lnTo>
                  <a:lnTo>
                    <a:pt x="188" y="28"/>
                  </a:lnTo>
                  <a:lnTo>
                    <a:pt x="14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424;p33">
              <a:extLst>
                <a:ext uri="{FF2B5EF4-FFF2-40B4-BE49-F238E27FC236}">
                  <a16:creationId xmlns:a16="http://schemas.microsoft.com/office/drawing/2014/main" id="{F8D60D38-94FD-4A13-B3DA-BCF7BEECC937}"/>
                </a:ext>
              </a:extLst>
            </p:cNvPr>
            <p:cNvSpPr/>
            <p:nvPr/>
          </p:nvSpPr>
          <p:spPr>
            <a:xfrm>
              <a:off x="3584917" y="3927600"/>
              <a:ext cx="12474" cy="74637"/>
            </a:xfrm>
            <a:custGeom>
              <a:avLst/>
              <a:gdLst/>
              <a:ahLst/>
              <a:cxnLst/>
              <a:rect l="l" t="t" r="r" b="b"/>
              <a:pathLst>
                <a:path w="242" h="1448" extrusionOk="0">
                  <a:moveTo>
                    <a:pt x="188" y="1"/>
                  </a:moveTo>
                  <a:lnTo>
                    <a:pt x="125" y="10"/>
                  </a:lnTo>
                  <a:lnTo>
                    <a:pt x="81" y="45"/>
                  </a:lnTo>
                  <a:lnTo>
                    <a:pt x="72" y="72"/>
                  </a:lnTo>
                  <a:lnTo>
                    <a:pt x="36" y="733"/>
                  </a:lnTo>
                  <a:lnTo>
                    <a:pt x="0" y="1385"/>
                  </a:lnTo>
                  <a:lnTo>
                    <a:pt x="9" y="1420"/>
                  </a:lnTo>
                  <a:lnTo>
                    <a:pt x="54" y="1447"/>
                  </a:lnTo>
                  <a:lnTo>
                    <a:pt x="116" y="1447"/>
                  </a:lnTo>
                  <a:lnTo>
                    <a:pt x="161" y="1412"/>
                  </a:lnTo>
                  <a:lnTo>
                    <a:pt x="170" y="1376"/>
                  </a:lnTo>
                  <a:lnTo>
                    <a:pt x="241" y="63"/>
                  </a:lnTo>
                  <a:lnTo>
                    <a:pt x="232" y="27"/>
                  </a:lnTo>
                  <a:lnTo>
                    <a:pt x="18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425;p33">
              <a:extLst>
                <a:ext uri="{FF2B5EF4-FFF2-40B4-BE49-F238E27FC236}">
                  <a16:creationId xmlns:a16="http://schemas.microsoft.com/office/drawing/2014/main" id="{05646F9F-68EF-43DE-84EB-7DF222D2C5C7}"/>
                </a:ext>
              </a:extLst>
            </p:cNvPr>
            <p:cNvSpPr/>
            <p:nvPr/>
          </p:nvSpPr>
          <p:spPr>
            <a:xfrm>
              <a:off x="3127362" y="3755444"/>
              <a:ext cx="485657" cy="81080"/>
            </a:xfrm>
            <a:custGeom>
              <a:avLst/>
              <a:gdLst/>
              <a:ahLst/>
              <a:cxnLst/>
              <a:rect l="l" t="t" r="r" b="b"/>
              <a:pathLst>
                <a:path w="9422" h="1573" extrusionOk="0">
                  <a:moveTo>
                    <a:pt x="1" y="1"/>
                  </a:moveTo>
                  <a:lnTo>
                    <a:pt x="1" y="1572"/>
                  </a:lnTo>
                  <a:lnTo>
                    <a:pt x="9422" y="1572"/>
                  </a:lnTo>
                  <a:lnTo>
                    <a:pt x="9422" y="1"/>
                  </a:lnTo>
                  <a:lnTo>
                    <a:pt x="9368" y="28"/>
                  </a:lnTo>
                  <a:lnTo>
                    <a:pt x="8761" y="269"/>
                  </a:lnTo>
                  <a:lnTo>
                    <a:pt x="7904" y="510"/>
                  </a:lnTo>
                  <a:lnTo>
                    <a:pt x="7163" y="671"/>
                  </a:lnTo>
                  <a:lnTo>
                    <a:pt x="6288" y="787"/>
                  </a:lnTo>
                  <a:lnTo>
                    <a:pt x="5278" y="858"/>
                  </a:lnTo>
                  <a:lnTo>
                    <a:pt x="4707" y="867"/>
                  </a:lnTo>
                  <a:lnTo>
                    <a:pt x="4144" y="858"/>
                  </a:lnTo>
                  <a:lnTo>
                    <a:pt x="3135" y="787"/>
                  </a:lnTo>
                  <a:lnTo>
                    <a:pt x="2260" y="671"/>
                  </a:lnTo>
                  <a:lnTo>
                    <a:pt x="1519" y="510"/>
                  </a:lnTo>
                  <a:lnTo>
                    <a:pt x="662" y="269"/>
                  </a:lnTo>
                  <a:lnTo>
                    <a:pt x="54" y="28"/>
                  </a:lnTo>
                  <a:lnTo>
                    <a:pt x="1"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426;p33">
              <a:extLst>
                <a:ext uri="{FF2B5EF4-FFF2-40B4-BE49-F238E27FC236}">
                  <a16:creationId xmlns:a16="http://schemas.microsoft.com/office/drawing/2014/main" id="{05BD3A8D-5121-4155-924E-FD20CE657075}"/>
                </a:ext>
              </a:extLst>
            </p:cNvPr>
            <p:cNvSpPr/>
            <p:nvPr/>
          </p:nvSpPr>
          <p:spPr>
            <a:xfrm>
              <a:off x="3127362" y="3755444"/>
              <a:ext cx="485657" cy="44741"/>
            </a:xfrm>
            <a:custGeom>
              <a:avLst/>
              <a:gdLst/>
              <a:ahLst/>
              <a:cxnLst/>
              <a:rect l="l" t="t" r="r" b="b"/>
              <a:pathLst>
                <a:path w="9422" h="868" extrusionOk="0">
                  <a:moveTo>
                    <a:pt x="1" y="1"/>
                  </a:moveTo>
                  <a:lnTo>
                    <a:pt x="54" y="28"/>
                  </a:lnTo>
                  <a:lnTo>
                    <a:pt x="662" y="269"/>
                  </a:lnTo>
                  <a:lnTo>
                    <a:pt x="1519" y="510"/>
                  </a:lnTo>
                  <a:lnTo>
                    <a:pt x="2260" y="671"/>
                  </a:lnTo>
                  <a:lnTo>
                    <a:pt x="3135" y="787"/>
                  </a:lnTo>
                  <a:lnTo>
                    <a:pt x="4144" y="858"/>
                  </a:lnTo>
                  <a:lnTo>
                    <a:pt x="4707" y="867"/>
                  </a:lnTo>
                  <a:lnTo>
                    <a:pt x="5278" y="858"/>
                  </a:lnTo>
                  <a:lnTo>
                    <a:pt x="6288" y="787"/>
                  </a:lnTo>
                  <a:lnTo>
                    <a:pt x="7163" y="671"/>
                  </a:lnTo>
                  <a:lnTo>
                    <a:pt x="7904" y="510"/>
                  </a:lnTo>
                  <a:lnTo>
                    <a:pt x="8761" y="269"/>
                  </a:lnTo>
                  <a:lnTo>
                    <a:pt x="9368" y="28"/>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427;p33">
              <a:extLst>
                <a:ext uri="{FF2B5EF4-FFF2-40B4-BE49-F238E27FC236}">
                  <a16:creationId xmlns:a16="http://schemas.microsoft.com/office/drawing/2014/main" id="{0F12D051-05E0-4794-8A65-E4CE400CA083}"/>
                </a:ext>
              </a:extLst>
            </p:cNvPr>
            <p:cNvSpPr/>
            <p:nvPr/>
          </p:nvSpPr>
          <p:spPr>
            <a:xfrm>
              <a:off x="3127362" y="3836007"/>
              <a:ext cx="485657" cy="81544"/>
            </a:xfrm>
            <a:custGeom>
              <a:avLst/>
              <a:gdLst/>
              <a:ahLst/>
              <a:cxnLst/>
              <a:rect l="l" t="t" r="r" b="b"/>
              <a:pathLst>
                <a:path w="9422" h="1582" extrusionOk="0">
                  <a:moveTo>
                    <a:pt x="1" y="1"/>
                  </a:moveTo>
                  <a:lnTo>
                    <a:pt x="1" y="1581"/>
                  </a:lnTo>
                  <a:lnTo>
                    <a:pt x="9422" y="1581"/>
                  </a:lnTo>
                  <a:lnTo>
                    <a:pt x="9422" y="1"/>
                  </a:lnTo>
                  <a:lnTo>
                    <a:pt x="9368" y="27"/>
                  </a:lnTo>
                  <a:lnTo>
                    <a:pt x="8761" y="277"/>
                  </a:lnTo>
                  <a:lnTo>
                    <a:pt x="7904" y="518"/>
                  </a:lnTo>
                  <a:lnTo>
                    <a:pt x="7163" y="670"/>
                  </a:lnTo>
                  <a:lnTo>
                    <a:pt x="6288" y="795"/>
                  </a:lnTo>
                  <a:lnTo>
                    <a:pt x="5278" y="867"/>
                  </a:lnTo>
                  <a:lnTo>
                    <a:pt x="4707" y="876"/>
                  </a:lnTo>
                  <a:lnTo>
                    <a:pt x="4144" y="867"/>
                  </a:lnTo>
                  <a:lnTo>
                    <a:pt x="3135" y="795"/>
                  </a:lnTo>
                  <a:lnTo>
                    <a:pt x="2260" y="670"/>
                  </a:lnTo>
                  <a:lnTo>
                    <a:pt x="1519" y="518"/>
                  </a:lnTo>
                  <a:lnTo>
                    <a:pt x="662" y="277"/>
                  </a:lnTo>
                  <a:lnTo>
                    <a:pt x="54" y="27"/>
                  </a:lnTo>
                  <a:lnTo>
                    <a:pt x="1"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428;p33">
              <a:extLst>
                <a:ext uri="{FF2B5EF4-FFF2-40B4-BE49-F238E27FC236}">
                  <a16:creationId xmlns:a16="http://schemas.microsoft.com/office/drawing/2014/main" id="{53E963B8-8D85-4FF7-9045-7DBB2A27CCBE}"/>
                </a:ext>
              </a:extLst>
            </p:cNvPr>
            <p:cNvSpPr/>
            <p:nvPr/>
          </p:nvSpPr>
          <p:spPr>
            <a:xfrm>
              <a:off x="3127362" y="3836007"/>
              <a:ext cx="485657" cy="45153"/>
            </a:xfrm>
            <a:custGeom>
              <a:avLst/>
              <a:gdLst/>
              <a:ahLst/>
              <a:cxnLst/>
              <a:rect l="l" t="t" r="r" b="b"/>
              <a:pathLst>
                <a:path w="9422" h="876" extrusionOk="0">
                  <a:moveTo>
                    <a:pt x="1" y="1"/>
                  </a:moveTo>
                  <a:lnTo>
                    <a:pt x="54" y="27"/>
                  </a:lnTo>
                  <a:lnTo>
                    <a:pt x="662" y="277"/>
                  </a:lnTo>
                  <a:lnTo>
                    <a:pt x="1519" y="518"/>
                  </a:lnTo>
                  <a:lnTo>
                    <a:pt x="2260" y="670"/>
                  </a:lnTo>
                  <a:lnTo>
                    <a:pt x="3135" y="795"/>
                  </a:lnTo>
                  <a:lnTo>
                    <a:pt x="4144" y="867"/>
                  </a:lnTo>
                  <a:lnTo>
                    <a:pt x="4707" y="876"/>
                  </a:lnTo>
                  <a:lnTo>
                    <a:pt x="5278" y="867"/>
                  </a:lnTo>
                  <a:lnTo>
                    <a:pt x="6288" y="795"/>
                  </a:lnTo>
                  <a:lnTo>
                    <a:pt x="7163" y="670"/>
                  </a:lnTo>
                  <a:lnTo>
                    <a:pt x="7904" y="518"/>
                  </a:lnTo>
                  <a:lnTo>
                    <a:pt x="8761" y="277"/>
                  </a:lnTo>
                  <a:lnTo>
                    <a:pt x="9368" y="27"/>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3429;p33">
              <a:extLst>
                <a:ext uri="{FF2B5EF4-FFF2-40B4-BE49-F238E27FC236}">
                  <a16:creationId xmlns:a16="http://schemas.microsoft.com/office/drawing/2014/main" id="{ACF1DA51-EB5A-472B-B56B-66536DA86F45}"/>
                </a:ext>
              </a:extLst>
            </p:cNvPr>
            <p:cNvSpPr/>
            <p:nvPr/>
          </p:nvSpPr>
          <p:spPr>
            <a:xfrm>
              <a:off x="3565589" y="3768794"/>
              <a:ext cx="13866" cy="70514"/>
            </a:xfrm>
            <a:custGeom>
              <a:avLst/>
              <a:gdLst/>
              <a:ahLst/>
              <a:cxnLst/>
              <a:rect l="l" t="t" r="r" b="b"/>
              <a:pathLst>
                <a:path w="269" h="1368" extrusionOk="0">
                  <a:moveTo>
                    <a:pt x="161" y="1"/>
                  </a:moveTo>
                  <a:lnTo>
                    <a:pt x="107" y="37"/>
                  </a:lnTo>
                  <a:lnTo>
                    <a:pt x="98" y="63"/>
                  </a:lnTo>
                  <a:lnTo>
                    <a:pt x="54" y="679"/>
                  </a:lnTo>
                  <a:lnTo>
                    <a:pt x="0" y="1296"/>
                  </a:lnTo>
                  <a:lnTo>
                    <a:pt x="0" y="1331"/>
                  </a:lnTo>
                  <a:lnTo>
                    <a:pt x="45" y="1367"/>
                  </a:lnTo>
                  <a:lnTo>
                    <a:pt x="107" y="1367"/>
                  </a:lnTo>
                  <a:lnTo>
                    <a:pt x="161" y="1340"/>
                  </a:lnTo>
                  <a:lnTo>
                    <a:pt x="161" y="1305"/>
                  </a:lnTo>
                  <a:lnTo>
                    <a:pt x="214" y="688"/>
                  </a:lnTo>
                  <a:lnTo>
                    <a:pt x="268" y="72"/>
                  </a:lnTo>
                  <a:lnTo>
                    <a:pt x="268" y="45"/>
                  </a:lnTo>
                  <a:lnTo>
                    <a:pt x="223" y="10"/>
                  </a:lnTo>
                  <a:lnTo>
                    <a:pt x="161"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3430;p33">
              <a:extLst>
                <a:ext uri="{FF2B5EF4-FFF2-40B4-BE49-F238E27FC236}">
                  <a16:creationId xmlns:a16="http://schemas.microsoft.com/office/drawing/2014/main" id="{A75037B9-6C71-4BA7-BB9A-EF7B01B1BFCD}"/>
                </a:ext>
              </a:extLst>
            </p:cNvPr>
            <p:cNvSpPr/>
            <p:nvPr/>
          </p:nvSpPr>
          <p:spPr>
            <a:xfrm>
              <a:off x="3510333" y="3782607"/>
              <a:ext cx="11082" cy="55308"/>
            </a:xfrm>
            <a:custGeom>
              <a:avLst/>
              <a:gdLst/>
              <a:ahLst/>
              <a:cxnLst/>
              <a:rect l="l" t="t" r="r" b="b"/>
              <a:pathLst>
                <a:path w="215" h="1073" extrusionOk="0">
                  <a:moveTo>
                    <a:pt x="108" y="1"/>
                  </a:moveTo>
                  <a:lnTo>
                    <a:pt x="54" y="27"/>
                  </a:lnTo>
                  <a:lnTo>
                    <a:pt x="54" y="63"/>
                  </a:lnTo>
                  <a:lnTo>
                    <a:pt x="27" y="528"/>
                  </a:lnTo>
                  <a:lnTo>
                    <a:pt x="1" y="1001"/>
                  </a:lnTo>
                  <a:lnTo>
                    <a:pt x="10" y="1037"/>
                  </a:lnTo>
                  <a:lnTo>
                    <a:pt x="54" y="1072"/>
                  </a:lnTo>
                  <a:lnTo>
                    <a:pt x="117" y="1072"/>
                  </a:lnTo>
                  <a:lnTo>
                    <a:pt x="161" y="1045"/>
                  </a:lnTo>
                  <a:lnTo>
                    <a:pt x="170" y="1010"/>
                  </a:lnTo>
                  <a:lnTo>
                    <a:pt x="188" y="545"/>
                  </a:lnTo>
                  <a:lnTo>
                    <a:pt x="215" y="72"/>
                  </a:lnTo>
                  <a:lnTo>
                    <a:pt x="215" y="36"/>
                  </a:lnTo>
                  <a:lnTo>
                    <a:pt x="170"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3431;p33">
              <a:extLst>
                <a:ext uri="{FF2B5EF4-FFF2-40B4-BE49-F238E27FC236}">
                  <a16:creationId xmlns:a16="http://schemas.microsoft.com/office/drawing/2014/main" id="{6DB0AA60-CE4C-45CC-82DB-1833CD0A45B9}"/>
                </a:ext>
              </a:extLst>
            </p:cNvPr>
            <p:cNvSpPr/>
            <p:nvPr/>
          </p:nvSpPr>
          <p:spPr>
            <a:xfrm>
              <a:off x="3462449" y="3795493"/>
              <a:ext cx="9278" cy="39174"/>
            </a:xfrm>
            <a:custGeom>
              <a:avLst/>
              <a:gdLst/>
              <a:ahLst/>
              <a:cxnLst/>
              <a:rect l="l" t="t" r="r" b="b"/>
              <a:pathLst>
                <a:path w="180" h="760" extrusionOk="0">
                  <a:moveTo>
                    <a:pt x="63" y="1"/>
                  </a:moveTo>
                  <a:lnTo>
                    <a:pt x="19" y="28"/>
                  </a:lnTo>
                  <a:lnTo>
                    <a:pt x="10" y="54"/>
                  </a:lnTo>
                  <a:lnTo>
                    <a:pt x="1" y="376"/>
                  </a:lnTo>
                  <a:lnTo>
                    <a:pt x="1" y="688"/>
                  </a:lnTo>
                  <a:lnTo>
                    <a:pt x="1" y="724"/>
                  </a:lnTo>
                  <a:lnTo>
                    <a:pt x="54" y="760"/>
                  </a:lnTo>
                  <a:lnTo>
                    <a:pt x="117" y="760"/>
                  </a:lnTo>
                  <a:lnTo>
                    <a:pt x="162" y="733"/>
                  </a:lnTo>
                  <a:lnTo>
                    <a:pt x="162" y="706"/>
                  </a:lnTo>
                  <a:lnTo>
                    <a:pt x="171" y="385"/>
                  </a:lnTo>
                  <a:lnTo>
                    <a:pt x="179" y="72"/>
                  </a:lnTo>
                  <a:lnTo>
                    <a:pt x="171" y="36"/>
                  </a:lnTo>
                  <a:lnTo>
                    <a:pt x="12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3432;p33">
              <a:extLst>
                <a:ext uri="{FF2B5EF4-FFF2-40B4-BE49-F238E27FC236}">
                  <a16:creationId xmlns:a16="http://schemas.microsoft.com/office/drawing/2014/main" id="{6CE8FF90-46F7-4C08-AAEA-52F3468BBC28}"/>
                </a:ext>
              </a:extLst>
            </p:cNvPr>
            <p:cNvSpPr/>
            <p:nvPr/>
          </p:nvSpPr>
          <p:spPr>
            <a:xfrm>
              <a:off x="3408173" y="3799204"/>
              <a:ext cx="9690" cy="37319"/>
            </a:xfrm>
            <a:custGeom>
              <a:avLst/>
              <a:gdLst/>
              <a:ahLst/>
              <a:cxnLst/>
              <a:rect l="l" t="t" r="r" b="b"/>
              <a:pathLst>
                <a:path w="188" h="724" extrusionOk="0">
                  <a:moveTo>
                    <a:pt x="80" y="0"/>
                  </a:moveTo>
                  <a:lnTo>
                    <a:pt x="27" y="27"/>
                  </a:lnTo>
                  <a:lnTo>
                    <a:pt x="27" y="63"/>
                  </a:lnTo>
                  <a:lnTo>
                    <a:pt x="9" y="357"/>
                  </a:lnTo>
                  <a:lnTo>
                    <a:pt x="0" y="661"/>
                  </a:lnTo>
                  <a:lnTo>
                    <a:pt x="9" y="688"/>
                  </a:lnTo>
                  <a:lnTo>
                    <a:pt x="54" y="723"/>
                  </a:lnTo>
                  <a:lnTo>
                    <a:pt x="116" y="723"/>
                  </a:lnTo>
                  <a:lnTo>
                    <a:pt x="161" y="697"/>
                  </a:lnTo>
                  <a:lnTo>
                    <a:pt x="170" y="670"/>
                  </a:lnTo>
                  <a:lnTo>
                    <a:pt x="188" y="72"/>
                  </a:lnTo>
                  <a:lnTo>
                    <a:pt x="188" y="36"/>
                  </a:lnTo>
                  <a:lnTo>
                    <a:pt x="143"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3433;p33">
              <a:extLst>
                <a:ext uri="{FF2B5EF4-FFF2-40B4-BE49-F238E27FC236}">
                  <a16:creationId xmlns:a16="http://schemas.microsoft.com/office/drawing/2014/main" id="{85029126-5B16-4212-8CBA-06275EA8975F}"/>
                </a:ext>
              </a:extLst>
            </p:cNvPr>
            <p:cNvSpPr/>
            <p:nvPr/>
          </p:nvSpPr>
          <p:spPr>
            <a:xfrm>
              <a:off x="3357042" y="3798741"/>
              <a:ext cx="8814" cy="39174"/>
            </a:xfrm>
            <a:custGeom>
              <a:avLst/>
              <a:gdLst/>
              <a:ahLst/>
              <a:cxnLst/>
              <a:rect l="l" t="t" r="r" b="b"/>
              <a:pathLst>
                <a:path w="171" h="760" extrusionOk="0">
                  <a:moveTo>
                    <a:pt x="54" y="0"/>
                  </a:moveTo>
                  <a:lnTo>
                    <a:pt x="10" y="27"/>
                  </a:lnTo>
                  <a:lnTo>
                    <a:pt x="1" y="54"/>
                  </a:lnTo>
                  <a:lnTo>
                    <a:pt x="1" y="688"/>
                  </a:lnTo>
                  <a:lnTo>
                    <a:pt x="10" y="724"/>
                  </a:lnTo>
                  <a:lnTo>
                    <a:pt x="54" y="759"/>
                  </a:lnTo>
                  <a:lnTo>
                    <a:pt x="117" y="759"/>
                  </a:lnTo>
                  <a:lnTo>
                    <a:pt x="162" y="732"/>
                  </a:lnTo>
                  <a:lnTo>
                    <a:pt x="171" y="697"/>
                  </a:lnTo>
                  <a:lnTo>
                    <a:pt x="171" y="63"/>
                  </a:lnTo>
                  <a:lnTo>
                    <a:pt x="162" y="36"/>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3434;p33">
              <a:extLst>
                <a:ext uri="{FF2B5EF4-FFF2-40B4-BE49-F238E27FC236}">
                  <a16:creationId xmlns:a16="http://schemas.microsoft.com/office/drawing/2014/main" id="{6F2FC756-623C-44A7-8A56-D12CC58703CB}"/>
                </a:ext>
              </a:extLst>
            </p:cNvPr>
            <p:cNvSpPr/>
            <p:nvPr/>
          </p:nvSpPr>
          <p:spPr>
            <a:xfrm>
              <a:off x="3299983" y="3795957"/>
              <a:ext cx="9742" cy="41494"/>
            </a:xfrm>
            <a:custGeom>
              <a:avLst/>
              <a:gdLst/>
              <a:ahLst/>
              <a:cxnLst/>
              <a:rect l="l" t="t" r="r" b="b"/>
              <a:pathLst>
                <a:path w="189" h="805" extrusionOk="0">
                  <a:moveTo>
                    <a:pt x="72" y="1"/>
                  </a:moveTo>
                  <a:lnTo>
                    <a:pt x="27" y="27"/>
                  </a:lnTo>
                  <a:lnTo>
                    <a:pt x="18" y="63"/>
                  </a:lnTo>
                  <a:lnTo>
                    <a:pt x="10" y="394"/>
                  </a:lnTo>
                  <a:lnTo>
                    <a:pt x="1" y="733"/>
                  </a:lnTo>
                  <a:lnTo>
                    <a:pt x="1" y="760"/>
                  </a:lnTo>
                  <a:lnTo>
                    <a:pt x="45" y="795"/>
                  </a:lnTo>
                  <a:lnTo>
                    <a:pt x="108" y="804"/>
                  </a:lnTo>
                  <a:lnTo>
                    <a:pt x="161" y="769"/>
                  </a:lnTo>
                  <a:lnTo>
                    <a:pt x="161" y="742"/>
                  </a:lnTo>
                  <a:lnTo>
                    <a:pt x="170" y="403"/>
                  </a:lnTo>
                  <a:lnTo>
                    <a:pt x="188" y="72"/>
                  </a:lnTo>
                  <a:lnTo>
                    <a:pt x="179" y="36"/>
                  </a:lnTo>
                  <a:lnTo>
                    <a:pt x="13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3435;p33">
              <a:extLst>
                <a:ext uri="{FF2B5EF4-FFF2-40B4-BE49-F238E27FC236}">
                  <a16:creationId xmlns:a16="http://schemas.microsoft.com/office/drawing/2014/main" id="{C02998B4-4DE2-4DD4-B285-2C4A1B3CEF83}"/>
                </a:ext>
              </a:extLst>
            </p:cNvPr>
            <p:cNvSpPr/>
            <p:nvPr/>
          </p:nvSpPr>
          <p:spPr>
            <a:xfrm>
              <a:off x="3248903" y="3791370"/>
              <a:ext cx="9227" cy="44690"/>
            </a:xfrm>
            <a:custGeom>
              <a:avLst/>
              <a:gdLst/>
              <a:ahLst/>
              <a:cxnLst/>
              <a:rect l="l" t="t" r="r" b="b"/>
              <a:pathLst>
                <a:path w="179" h="867" extrusionOk="0">
                  <a:moveTo>
                    <a:pt x="45" y="0"/>
                  </a:moveTo>
                  <a:lnTo>
                    <a:pt x="0" y="36"/>
                  </a:lnTo>
                  <a:lnTo>
                    <a:pt x="0" y="63"/>
                  </a:lnTo>
                  <a:lnTo>
                    <a:pt x="9" y="429"/>
                  </a:lnTo>
                  <a:lnTo>
                    <a:pt x="9" y="795"/>
                  </a:lnTo>
                  <a:lnTo>
                    <a:pt x="18" y="831"/>
                  </a:lnTo>
                  <a:lnTo>
                    <a:pt x="63" y="867"/>
                  </a:lnTo>
                  <a:lnTo>
                    <a:pt x="125" y="867"/>
                  </a:lnTo>
                  <a:lnTo>
                    <a:pt x="170" y="840"/>
                  </a:lnTo>
                  <a:lnTo>
                    <a:pt x="179" y="804"/>
                  </a:lnTo>
                  <a:lnTo>
                    <a:pt x="170" y="438"/>
                  </a:lnTo>
                  <a:lnTo>
                    <a:pt x="161" y="72"/>
                  </a:lnTo>
                  <a:lnTo>
                    <a:pt x="161" y="45"/>
                  </a:lnTo>
                  <a:lnTo>
                    <a:pt x="108"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3436;p33">
              <a:extLst>
                <a:ext uri="{FF2B5EF4-FFF2-40B4-BE49-F238E27FC236}">
                  <a16:creationId xmlns:a16="http://schemas.microsoft.com/office/drawing/2014/main" id="{84EAEECB-365A-4F1E-93AB-FC2C8A2E8030}"/>
                </a:ext>
              </a:extLst>
            </p:cNvPr>
            <p:cNvSpPr/>
            <p:nvPr/>
          </p:nvSpPr>
          <p:spPr>
            <a:xfrm>
              <a:off x="3197823" y="3783071"/>
              <a:ext cx="9690" cy="50205"/>
            </a:xfrm>
            <a:custGeom>
              <a:avLst/>
              <a:gdLst/>
              <a:ahLst/>
              <a:cxnLst/>
              <a:rect l="l" t="t" r="r" b="b"/>
              <a:pathLst>
                <a:path w="188" h="974" extrusionOk="0">
                  <a:moveTo>
                    <a:pt x="45" y="1"/>
                  </a:moveTo>
                  <a:lnTo>
                    <a:pt x="0" y="36"/>
                  </a:lnTo>
                  <a:lnTo>
                    <a:pt x="0" y="63"/>
                  </a:lnTo>
                  <a:lnTo>
                    <a:pt x="9" y="483"/>
                  </a:lnTo>
                  <a:lnTo>
                    <a:pt x="27" y="911"/>
                  </a:lnTo>
                  <a:lnTo>
                    <a:pt x="36" y="938"/>
                  </a:lnTo>
                  <a:lnTo>
                    <a:pt x="81" y="974"/>
                  </a:lnTo>
                  <a:lnTo>
                    <a:pt x="143" y="974"/>
                  </a:lnTo>
                  <a:lnTo>
                    <a:pt x="188" y="947"/>
                  </a:lnTo>
                  <a:lnTo>
                    <a:pt x="188" y="920"/>
                  </a:lnTo>
                  <a:lnTo>
                    <a:pt x="161" y="72"/>
                  </a:lnTo>
                  <a:lnTo>
                    <a:pt x="161" y="45"/>
                  </a:lnTo>
                  <a:lnTo>
                    <a:pt x="107" y="10"/>
                  </a:lnTo>
                  <a:lnTo>
                    <a:pt x="4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3437;p33">
              <a:extLst>
                <a:ext uri="{FF2B5EF4-FFF2-40B4-BE49-F238E27FC236}">
                  <a16:creationId xmlns:a16="http://schemas.microsoft.com/office/drawing/2014/main" id="{3B78B398-D31C-4867-B664-AD5BD437B531}"/>
                </a:ext>
              </a:extLst>
            </p:cNvPr>
            <p:cNvSpPr/>
            <p:nvPr/>
          </p:nvSpPr>
          <p:spPr>
            <a:xfrm>
              <a:off x="3150402" y="3766062"/>
              <a:ext cx="12010" cy="74586"/>
            </a:xfrm>
            <a:custGeom>
              <a:avLst/>
              <a:gdLst/>
              <a:ahLst/>
              <a:cxnLst/>
              <a:rect l="l" t="t" r="r" b="b"/>
              <a:pathLst>
                <a:path w="233" h="1447" extrusionOk="0">
                  <a:moveTo>
                    <a:pt x="45" y="0"/>
                  </a:moveTo>
                  <a:lnTo>
                    <a:pt x="0" y="27"/>
                  </a:lnTo>
                  <a:lnTo>
                    <a:pt x="0" y="54"/>
                  </a:lnTo>
                  <a:lnTo>
                    <a:pt x="72" y="1375"/>
                  </a:lnTo>
                  <a:lnTo>
                    <a:pt x="72" y="1402"/>
                  </a:lnTo>
                  <a:lnTo>
                    <a:pt x="125" y="1438"/>
                  </a:lnTo>
                  <a:lnTo>
                    <a:pt x="188" y="1447"/>
                  </a:lnTo>
                  <a:lnTo>
                    <a:pt x="233" y="1411"/>
                  </a:lnTo>
                  <a:lnTo>
                    <a:pt x="233" y="1384"/>
                  </a:lnTo>
                  <a:lnTo>
                    <a:pt x="161" y="63"/>
                  </a:lnTo>
                  <a:lnTo>
                    <a:pt x="161"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3438;p33">
              <a:extLst>
                <a:ext uri="{FF2B5EF4-FFF2-40B4-BE49-F238E27FC236}">
                  <a16:creationId xmlns:a16="http://schemas.microsoft.com/office/drawing/2014/main" id="{BB194241-AA3D-490E-A36A-78725825B1A2}"/>
                </a:ext>
              </a:extLst>
            </p:cNvPr>
            <p:cNvSpPr/>
            <p:nvPr/>
          </p:nvSpPr>
          <p:spPr>
            <a:xfrm>
              <a:off x="3586309" y="3846161"/>
              <a:ext cx="10154" cy="69534"/>
            </a:xfrm>
            <a:custGeom>
              <a:avLst/>
              <a:gdLst/>
              <a:ahLst/>
              <a:cxnLst/>
              <a:rect l="l" t="t" r="r" b="b"/>
              <a:pathLst>
                <a:path w="197" h="1349" extrusionOk="0">
                  <a:moveTo>
                    <a:pt x="80" y="0"/>
                  </a:moveTo>
                  <a:lnTo>
                    <a:pt x="36" y="27"/>
                  </a:lnTo>
                  <a:lnTo>
                    <a:pt x="27" y="54"/>
                  </a:lnTo>
                  <a:lnTo>
                    <a:pt x="0" y="1277"/>
                  </a:lnTo>
                  <a:lnTo>
                    <a:pt x="9" y="1304"/>
                  </a:lnTo>
                  <a:lnTo>
                    <a:pt x="54" y="1340"/>
                  </a:lnTo>
                  <a:lnTo>
                    <a:pt x="116" y="1348"/>
                  </a:lnTo>
                  <a:lnTo>
                    <a:pt x="161" y="1313"/>
                  </a:lnTo>
                  <a:lnTo>
                    <a:pt x="170" y="1286"/>
                  </a:lnTo>
                  <a:lnTo>
                    <a:pt x="196" y="71"/>
                  </a:lnTo>
                  <a:lnTo>
                    <a:pt x="188" y="36"/>
                  </a:lnTo>
                  <a:lnTo>
                    <a:pt x="14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3439;p33">
              <a:extLst>
                <a:ext uri="{FF2B5EF4-FFF2-40B4-BE49-F238E27FC236}">
                  <a16:creationId xmlns:a16="http://schemas.microsoft.com/office/drawing/2014/main" id="{A6B1E186-6C5C-4A29-9406-FF9289E4D2A8}"/>
                </a:ext>
              </a:extLst>
            </p:cNvPr>
            <p:cNvSpPr/>
            <p:nvPr/>
          </p:nvSpPr>
          <p:spPr>
            <a:xfrm>
              <a:off x="3530126" y="3863634"/>
              <a:ext cx="9742" cy="55720"/>
            </a:xfrm>
            <a:custGeom>
              <a:avLst/>
              <a:gdLst/>
              <a:ahLst/>
              <a:cxnLst/>
              <a:rect l="l" t="t" r="r" b="b"/>
              <a:pathLst>
                <a:path w="189" h="1081" extrusionOk="0">
                  <a:moveTo>
                    <a:pt x="81" y="0"/>
                  </a:moveTo>
                  <a:lnTo>
                    <a:pt x="27" y="36"/>
                  </a:lnTo>
                  <a:lnTo>
                    <a:pt x="27" y="63"/>
                  </a:lnTo>
                  <a:lnTo>
                    <a:pt x="1" y="1009"/>
                  </a:lnTo>
                  <a:lnTo>
                    <a:pt x="9" y="1045"/>
                  </a:lnTo>
                  <a:lnTo>
                    <a:pt x="54" y="1081"/>
                  </a:lnTo>
                  <a:lnTo>
                    <a:pt x="117" y="1081"/>
                  </a:lnTo>
                  <a:lnTo>
                    <a:pt x="161" y="1054"/>
                  </a:lnTo>
                  <a:lnTo>
                    <a:pt x="170" y="1018"/>
                  </a:lnTo>
                  <a:lnTo>
                    <a:pt x="179" y="545"/>
                  </a:lnTo>
                  <a:lnTo>
                    <a:pt x="188" y="72"/>
                  </a:lnTo>
                  <a:lnTo>
                    <a:pt x="188" y="45"/>
                  </a:lnTo>
                  <a:lnTo>
                    <a:pt x="143" y="9"/>
                  </a:lnTo>
                  <a:lnTo>
                    <a:pt x="81"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3440;p33">
              <a:extLst>
                <a:ext uri="{FF2B5EF4-FFF2-40B4-BE49-F238E27FC236}">
                  <a16:creationId xmlns:a16="http://schemas.microsoft.com/office/drawing/2014/main" id="{15556B21-7986-47DA-B045-837E644AE61D}"/>
                </a:ext>
              </a:extLst>
            </p:cNvPr>
            <p:cNvSpPr/>
            <p:nvPr/>
          </p:nvSpPr>
          <p:spPr>
            <a:xfrm>
              <a:off x="3469356" y="3877448"/>
              <a:ext cx="9742" cy="43298"/>
            </a:xfrm>
            <a:custGeom>
              <a:avLst/>
              <a:gdLst/>
              <a:ahLst/>
              <a:cxnLst/>
              <a:rect l="l" t="t" r="r" b="b"/>
              <a:pathLst>
                <a:path w="189" h="840" extrusionOk="0">
                  <a:moveTo>
                    <a:pt x="54" y="0"/>
                  </a:moveTo>
                  <a:lnTo>
                    <a:pt x="1" y="27"/>
                  </a:lnTo>
                  <a:lnTo>
                    <a:pt x="1" y="63"/>
                  </a:lnTo>
                  <a:lnTo>
                    <a:pt x="10" y="411"/>
                  </a:lnTo>
                  <a:lnTo>
                    <a:pt x="28" y="768"/>
                  </a:lnTo>
                  <a:lnTo>
                    <a:pt x="37" y="795"/>
                  </a:lnTo>
                  <a:lnTo>
                    <a:pt x="81" y="831"/>
                  </a:lnTo>
                  <a:lnTo>
                    <a:pt x="144" y="840"/>
                  </a:lnTo>
                  <a:lnTo>
                    <a:pt x="188" y="804"/>
                  </a:lnTo>
                  <a:lnTo>
                    <a:pt x="188" y="777"/>
                  </a:lnTo>
                  <a:lnTo>
                    <a:pt x="179" y="420"/>
                  </a:lnTo>
                  <a:lnTo>
                    <a:pt x="170" y="72"/>
                  </a:lnTo>
                  <a:lnTo>
                    <a:pt x="162" y="36"/>
                  </a:lnTo>
                  <a:lnTo>
                    <a:pt x="11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3441;p33">
              <a:extLst>
                <a:ext uri="{FF2B5EF4-FFF2-40B4-BE49-F238E27FC236}">
                  <a16:creationId xmlns:a16="http://schemas.microsoft.com/office/drawing/2014/main" id="{E8BD7839-A389-4CE2-AA4F-1674B6AD7AA1}"/>
                </a:ext>
              </a:extLst>
            </p:cNvPr>
            <p:cNvSpPr/>
            <p:nvPr/>
          </p:nvSpPr>
          <p:spPr>
            <a:xfrm>
              <a:off x="3412761" y="3881108"/>
              <a:ext cx="8350" cy="37782"/>
            </a:xfrm>
            <a:custGeom>
              <a:avLst/>
              <a:gdLst/>
              <a:ahLst/>
              <a:cxnLst/>
              <a:rect l="l" t="t" r="r" b="b"/>
              <a:pathLst>
                <a:path w="162" h="733" extrusionOk="0">
                  <a:moveTo>
                    <a:pt x="45" y="1"/>
                  </a:moveTo>
                  <a:lnTo>
                    <a:pt x="0" y="27"/>
                  </a:lnTo>
                  <a:lnTo>
                    <a:pt x="0" y="63"/>
                  </a:lnTo>
                  <a:lnTo>
                    <a:pt x="0" y="662"/>
                  </a:lnTo>
                  <a:lnTo>
                    <a:pt x="0" y="688"/>
                  </a:lnTo>
                  <a:lnTo>
                    <a:pt x="45" y="724"/>
                  </a:lnTo>
                  <a:lnTo>
                    <a:pt x="108" y="733"/>
                  </a:lnTo>
                  <a:lnTo>
                    <a:pt x="161" y="697"/>
                  </a:lnTo>
                  <a:lnTo>
                    <a:pt x="161" y="670"/>
                  </a:lnTo>
                  <a:lnTo>
                    <a:pt x="161" y="72"/>
                  </a:lnTo>
                  <a:lnTo>
                    <a:pt x="161" y="45"/>
                  </a:lnTo>
                  <a:lnTo>
                    <a:pt x="108" y="10"/>
                  </a:lnTo>
                  <a:lnTo>
                    <a:pt x="4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3442;p33">
              <a:extLst>
                <a:ext uri="{FF2B5EF4-FFF2-40B4-BE49-F238E27FC236}">
                  <a16:creationId xmlns:a16="http://schemas.microsoft.com/office/drawing/2014/main" id="{EC7EC496-2DCD-400B-9E84-417DCC5C403E}"/>
                </a:ext>
              </a:extLst>
            </p:cNvPr>
            <p:cNvSpPr/>
            <p:nvPr/>
          </p:nvSpPr>
          <p:spPr>
            <a:xfrm>
              <a:off x="3358898" y="3881108"/>
              <a:ext cx="9278" cy="36442"/>
            </a:xfrm>
            <a:custGeom>
              <a:avLst/>
              <a:gdLst/>
              <a:ahLst/>
              <a:cxnLst/>
              <a:rect l="l" t="t" r="r" b="b"/>
              <a:pathLst>
                <a:path w="180" h="707" extrusionOk="0">
                  <a:moveTo>
                    <a:pt x="54" y="1"/>
                  </a:moveTo>
                  <a:lnTo>
                    <a:pt x="10" y="27"/>
                  </a:lnTo>
                  <a:lnTo>
                    <a:pt x="1" y="63"/>
                  </a:lnTo>
                  <a:lnTo>
                    <a:pt x="10" y="635"/>
                  </a:lnTo>
                  <a:lnTo>
                    <a:pt x="18" y="662"/>
                  </a:lnTo>
                  <a:lnTo>
                    <a:pt x="63" y="697"/>
                  </a:lnTo>
                  <a:lnTo>
                    <a:pt x="126" y="706"/>
                  </a:lnTo>
                  <a:lnTo>
                    <a:pt x="170" y="670"/>
                  </a:lnTo>
                  <a:lnTo>
                    <a:pt x="179" y="644"/>
                  </a:lnTo>
                  <a:lnTo>
                    <a:pt x="170" y="72"/>
                  </a:lnTo>
                  <a:lnTo>
                    <a:pt x="161" y="45"/>
                  </a:lnTo>
                  <a:lnTo>
                    <a:pt x="117" y="10"/>
                  </a:lnTo>
                  <a:lnTo>
                    <a:pt x="5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3443;p33">
              <a:extLst>
                <a:ext uri="{FF2B5EF4-FFF2-40B4-BE49-F238E27FC236}">
                  <a16:creationId xmlns:a16="http://schemas.microsoft.com/office/drawing/2014/main" id="{A267EFDE-CF90-4CA7-830D-911F62465D1F}"/>
                </a:ext>
              </a:extLst>
            </p:cNvPr>
            <p:cNvSpPr/>
            <p:nvPr/>
          </p:nvSpPr>
          <p:spPr>
            <a:xfrm>
              <a:off x="3311477" y="3878840"/>
              <a:ext cx="8814" cy="35927"/>
            </a:xfrm>
            <a:custGeom>
              <a:avLst/>
              <a:gdLst/>
              <a:ahLst/>
              <a:cxnLst/>
              <a:rect l="l" t="t" r="r" b="b"/>
              <a:pathLst>
                <a:path w="171" h="697" extrusionOk="0">
                  <a:moveTo>
                    <a:pt x="54" y="0"/>
                  </a:moveTo>
                  <a:lnTo>
                    <a:pt x="1" y="27"/>
                  </a:lnTo>
                  <a:lnTo>
                    <a:pt x="1" y="54"/>
                  </a:lnTo>
                  <a:lnTo>
                    <a:pt x="10" y="625"/>
                  </a:lnTo>
                  <a:lnTo>
                    <a:pt x="10" y="661"/>
                  </a:lnTo>
                  <a:lnTo>
                    <a:pt x="63" y="697"/>
                  </a:lnTo>
                  <a:lnTo>
                    <a:pt x="126" y="697"/>
                  </a:lnTo>
                  <a:lnTo>
                    <a:pt x="171" y="670"/>
                  </a:lnTo>
                  <a:lnTo>
                    <a:pt x="171" y="634"/>
                  </a:lnTo>
                  <a:lnTo>
                    <a:pt x="162" y="63"/>
                  </a:lnTo>
                  <a:lnTo>
                    <a:pt x="162" y="36"/>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3444;p33">
              <a:extLst>
                <a:ext uri="{FF2B5EF4-FFF2-40B4-BE49-F238E27FC236}">
                  <a16:creationId xmlns:a16="http://schemas.microsoft.com/office/drawing/2014/main" id="{C0D9ECC1-8A56-4CA5-BD44-402B8A09EDAA}"/>
                </a:ext>
              </a:extLst>
            </p:cNvPr>
            <p:cNvSpPr/>
            <p:nvPr/>
          </p:nvSpPr>
          <p:spPr>
            <a:xfrm>
              <a:off x="3260397" y="3877912"/>
              <a:ext cx="9278" cy="40102"/>
            </a:xfrm>
            <a:custGeom>
              <a:avLst/>
              <a:gdLst/>
              <a:ahLst/>
              <a:cxnLst/>
              <a:rect l="l" t="t" r="r" b="b"/>
              <a:pathLst>
                <a:path w="180" h="778" extrusionOk="0">
                  <a:moveTo>
                    <a:pt x="63" y="0"/>
                  </a:moveTo>
                  <a:lnTo>
                    <a:pt x="18" y="36"/>
                  </a:lnTo>
                  <a:lnTo>
                    <a:pt x="10" y="63"/>
                  </a:lnTo>
                  <a:lnTo>
                    <a:pt x="1" y="706"/>
                  </a:lnTo>
                  <a:lnTo>
                    <a:pt x="1" y="741"/>
                  </a:lnTo>
                  <a:lnTo>
                    <a:pt x="45" y="777"/>
                  </a:lnTo>
                  <a:lnTo>
                    <a:pt x="108" y="777"/>
                  </a:lnTo>
                  <a:lnTo>
                    <a:pt x="161" y="750"/>
                  </a:lnTo>
                  <a:lnTo>
                    <a:pt x="161" y="715"/>
                  </a:lnTo>
                  <a:lnTo>
                    <a:pt x="179" y="72"/>
                  </a:lnTo>
                  <a:lnTo>
                    <a:pt x="170" y="45"/>
                  </a:lnTo>
                  <a:lnTo>
                    <a:pt x="126" y="9"/>
                  </a:lnTo>
                  <a:lnTo>
                    <a:pt x="6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3445;p33">
              <a:extLst>
                <a:ext uri="{FF2B5EF4-FFF2-40B4-BE49-F238E27FC236}">
                  <a16:creationId xmlns:a16="http://schemas.microsoft.com/office/drawing/2014/main" id="{BC967097-0B17-4FDF-AE0D-E880D0831DB6}"/>
                </a:ext>
              </a:extLst>
            </p:cNvPr>
            <p:cNvSpPr/>
            <p:nvPr/>
          </p:nvSpPr>
          <p:spPr>
            <a:xfrm>
              <a:off x="3200091" y="3861315"/>
              <a:ext cx="10206" cy="52988"/>
            </a:xfrm>
            <a:custGeom>
              <a:avLst/>
              <a:gdLst/>
              <a:ahLst/>
              <a:cxnLst/>
              <a:rect l="l" t="t" r="r" b="b"/>
              <a:pathLst>
                <a:path w="198" h="1028" extrusionOk="0">
                  <a:moveTo>
                    <a:pt x="54" y="1"/>
                  </a:moveTo>
                  <a:lnTo>
                    <a:pt x="10" y="27"/>
                  </a:lnTo>
                  <a:lnTo>
                    <a:pt x="1" y="63"/>
                  </a:lnTo>
                  <a:lnTo>
                    <a:pt x="28" y="956"/>
                  </a:lnTo>
                  <a:lnTo>
                    <a:pt x="37" y="983"/>
                  </a:lnTo>
                  <a:lnTo>
                    <a:pt x="81" y="1019"/>
                  </a:lnTo>
                  <a:lnTo>
                    <a:pt x="144" y="1028"/>
                  </a:lnTo>
                  <a:lnTo>
                    <a:pt x="188" y="992"/>
                  </a:lnTo>
                  <a:lnTo>
                    <a:pt x="197" y="965"/>
                  </a:lnTo>
                  <a:lnTo>
                    <a:pt x="170" y="72"/>
                  </a:lnTo>
                  <a:lnTo>
                    <a:pt x="162" y="36"/>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3446;p33">
              <a:extLst>
                <a:ext uri="{FF2B5EF4-FFF2-40B4-BE49-F238E27FC236}">
                  <a16:creationId xmlns:a16="http://schemas.microsoft.com/office/drawing/2014/main" id="{E23DCE38-D319-4779-BE7C-B588C2BEBC27}"/>
                </a:ext>
              </a:extLst>
            </p:cNvPr>
            <p:cNvSpPr/>
            <p:nvPr/>
          </p:nvSpPr>
          <p:spPr>
            <a:xfrm>
              <a:off x="3142104" y="3846573"/>
              <a:ext cx="15257" cy="72782"/>
            </a:xfrm>
            <a:custGeom>
              <a:avLst/>
              <a:gdLst/>
              <a:ahLst/>
              <a:cxnLst/>
              <a:rect l="l" t="t" r="r" b="b"/>
              <a:pathLst>
                <a:path w="296" h="1412" extrusionOk="0">
                  <a:moveTo>
                    <a:pt x="108" y="1"/>
                  </a:moveTo>
                  <a:lnTo>
                    <a:pt x="45" y="10"/>
                  </a:lnTo>
                  <a:lnTo>
                    <a:pt x="1" y="46"/>
                  </a:lnTo>
                  <a:lnTo>
                    <a:pt x="1" y="81"/>
                  </a:lnTo>
                  <a:lnTo>
                    <a:pt x="135" y="1358"/>
                  </a:lnTo>
                  <a:lnTo>
                    <a:pt x="143" y="1385"/>
                  </a:lnTo>
                  <a:lnTo>
                    <a:pt x="188" y="1412"/>
                  </a:lnTo>
                  <a:lnTo>
                    <a:pt x="251" y="1403"/>
                  </a:lnTo>
                  <a:lnTo>
                    <a:pt x="295" y="1367"/>
                  </a:lnTo>
                  <a:lnTo>
                    <a:pt x="295" y="1332"/>
                  </a:lnTo>
                  <a:lnTo>
                    <a:pt x="161" y="55"/>
                  </a:lnTo>
                  <a:lnTo>
                    <a:pt x="152" y="28"/>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3447;p33">
              <a:extLst>
                <a:ext uri="{FF2B5EF4-FFF2-40B4-BE49-F238E27FC236}">
                  <a16:creationId xmlns:a16="http://schemas.microsoft.com/office/drawing/2014/main" id="{A6CE106F-0898-4DF3-B404-997337E326B8}"/>
                </a:ext>
              </a:extLst>
            </p:cNvPr>
            <p:cNvSpPr/>
            <p:nvPr/>
          </p:nvSpPr>
          <p:spPr>
            <a:xfrm>
              <a:off x="3201482" y="3753176"/>
              <a:ext cx="351743" cy="34071"/>
            </a:xfrm>
            <a:custGeom>
              <a:avLst/>
              <a:gdLst/>
              <a:ahLst/>
              <a:cxnLst/>
              <a:rect l="l" t="t" r="r" b="b"/>
              <a:pathLst>
                <a:path w="6824" h="661" extrusionOk="0">
                  <a:moveTo>
                    <a:pt x="6707" y="0"/>
                  </a:moveTo>
                  <a:lnTo>
                    <a:pt x="6305" y="125"/>
                  </a:lnTo>
                  <a:lnTo>
                    <a:pt x="5493" y="322"/>
                  </a:lnTo>
                  <a:lnTo>
                    <a:pt x="4662" y="447"/>
                  </a:lnTo>
                  <a:lnTo>
                    <a:pt x="3832" y="518"/>
                  </a:lnTo>
                  <a:lnTo>
                    <a:pt x="2992" y="518"/>
                  </a:lnTo>
                  <a:lnTo>
                    <a:pt x="2153" y="456"/>
                  </a:lnTo>
                  <a:lnTo>
                    <a:pt x="1331" y="331"/>
                  </a:lnTo>
                  <a:lnTo>
                    <a:pt x="519" y="143"/>
                  </a:lnTo>
                  <a:lnTo>
                    <a:pt x="117" y="27"/>
                  </a:lnTo>
                  <a:lnTo>
                    <a:pt x="81" y="18"/>
                  </a:lnTo>
                  <a:lnTo>
                    <a:pt x="27" y="45"/>
                  </a:lnTo>
                  <a:lnTo>
                    <a:pt x="1" y="89"/>
                  </a:lnTo>
                  <a:lnTo>
                    <a:pt x="27" y="143"/>
                  </a:lnTo>
                  <a:lnTo>
                    <a:pt x="54" y="152"/>
                  </a:lnTo>
                  <a:lnTo>
                    <a:pt x="465" y="277"/>
                  </a:lnTo>
                  <a:lnTo>
                    <a:pt x="1295" y="473"/>
                  </a:lnTo>
                  <a:lnTo>
                    <a:pt x="2144" y="598"/>
                  </a:lnTo>
                  <a:lnTo>
                    <a:pt x="2992" y="661"/>
                  </a:lnTo>
                  <a:lnTo>
                    <a:pt x="3849" y="652"/>
                  </a:lnTo>
                  <a:lnTo>
                    <a:pt x="4698" y="590"/>
                  </a:lnTo>
                  <a:lnTo>
                    <a:pt x="5537" y="456"/>
                  </a:lnTo>
                  <a:lnTo>
                    <a:pt x="6368" y="250"/>
                  </a:lnTo>
                  <a:lnTo>
                    <a:pt x="6778" y="125"/>
                  </a:lnTo>
                  <a:lnTo>
                    <a:pt x="6805" y="116"/>
                  </a:lnTo>
                  <a:lnTo>
                    <a:pt x="6823" y="63"/>
                  </a:lnTo>
                  <a:lnTo>
                    <a:pt x="677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3448;p33">
              <a:extLst>
                <a:ext uri="{FF2B5EF4-FFF2-40B4-BE49-F238E27FC236}">
                  <a16:creationId xmlns:a16="http://schemas.microsoft.com/office/drawing/2014/main" id="{D044A073-4EE1-478F-829D-00495687AECE}"/>
                </a:ext>
              </a:extLst>
            </p:cNvPr>
            <p:cNvSpPr/>
            <p:nvPr/>
          </p:nvSpPr>
          <p:spPr>
            <a:xfrm>
              <a:off x="3570640" y="4325778"/>
              <a:ext cx="485657" cy="81029"/>
            </a:xfrm>
            <a:custGeom>
              <a:avLst/>
              <a:gdLst/>
              <a:ahLst/>
              <a:cxnLst/>
              <a:rect l="l" t="t" r="r" b="b"/>
              <a:pathLst>
                <a:path w="9422" h="1572" extrusionOk="0">
                  <a:moveTo>
                    <a:pt x="0" y="0"/>
                  </a:moveTo>
                  <a:lnTo>
                    <a:pt x="0" y="1572"/>
                  </a:lnTo>
                  <a:lnTo>
                    <a:pt x="9422" y="1572"/>
                  </a:lnTo>
                  <a:lnTo>
                    <a:pt x="9422" y="0"/>
                  </a:lnTo>
                  <a:lnTo>
                    <a:pt x="9368" y="27"/>
                  </a:lnTo>
                  <a:lnTo>
                    <a:pt x="8761" y="277"/>
                  </a:lnTo>
                  <a:lnTo>
                    <a:pt x="7903" y="518"/>
                  </a:lnTo>
                  <a:lnTo>
                    <a:pt x="7162" y="670"/>
                  </a:lnTo>
                  <a:lnTo>
                    <a:pt x="6287" y="795"/>
                  </a:lnTo>
                  <a:lnTo>
                    <a:pt x="5269" y="866"/>
                  </a:lnTo>
                  <a:lnTo>
                    <a:pt x="4144" y="866"/>
                  </a:lnTo>
                  <a:lnTo>
                    <a:pt x="3126" y="795"/>
                  </a:lnTo>
                  <a:lnTo>
                    <a:pt x="2251" y="670"/>
                  </a:lnTo>
                  <a:lnTo>
                    <a:pt x="1518" y="518"/>
                  </a:lnTo>
                  <a:lnTo>
                    <a:pt x="652" y="277"/>
                  </a:lnTo>
                  <a:lnTo>
                    <a:pt x="45"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3449;p33">
              <a:extLst>
                <a:ext uri="{FF2B5EF4-FFF2-40B4-BE49-F238E27FC236}">
                  <a16:creationId xmlns:a16="http://schemas.microsoft.com/office/drawing/2014/main" id="{979FFB77-ED24-48BB-85EB-CB0160F9AC1B}"/>
                </a:ext>
              </a:extLst>
            </p:cNvPr>
            <p:cNvSpPr/>
            <p:nvPr/>
          </p:nvSpPr>
          <p:spPr>
            <a:xfrm>
              <a:off x="3570640" y="4325778"/>
              <a:ext cx="485657" cy="44690"/>
            </a:xfrm>
            <a:custGeom>
              <a:avLst/>
              <a:gdLst/>
              <a:ahLst/>
              <a:cxnLst/>
              <a:rect l="l" t="t" r="r" b="b"/>
              <a:pathLst>
                <a:path w="9422" h="867" extrusionOk="0">
                  <a:moveTo>
                    <a:pt x="0" y="0"/>
                  </a:moveTo>
                  <a:lnTo>
                    <a:pt x="45" y="27"/>
                  </a:lnTo>
                  <a:lnTo>
                    <a:pt x="652" y="277"/>
                  </a:lnTo>
                  <a:lnTo>
                    <a:pt x="1518" y="518"/>
                  </a:lnTo>
                  <a:lnTo>
                    <a:pt x="2251" y="670"/>
                  </a:lnTo>
                  <a:lnTo>
                    <a:pt x="3126" y="795"/>
                  </a:lnTo>
                  <a:lnTo>
                    <a:pt x="4144" y="866"/>
                  </a:lnTo>
                  <a:lnTo>
                    <a:pt x="5269" y="866"/>
                  </a:lnTo>
                  <a:lnTo>
                    <a:pt x="6287" y="795"/>
                  </a:lnTo>
                  <a:lnTo>
                    <a:pt x="7162" y="670"/>
                  </a:lnTo>
                  <a:lnTo>
                    <a:pt x="7903" y="518"/>
                  </a:lnTo>
                  <a:lnTo>
                    <a:pt x="8761" y="277"/>
                  </a:lnTo>
                  <a:lnTo>
                    <a:pt x="9368" y="27"/>
                  </a:lnTo>
                  <a:lnTo>
                    <a:pt x="9422"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3450;p33">
              <a:extLst>
                <a:ext uri="{FF2B5EF4-FFF2-40B4-BE49-F238E27FC236}">
                  <a16:creationId xmlns:a16="http://schemas.microsoft.com/office/drawing/2014/main" id="{9C98B969-D140-4BD2-A3BD-8C809986D5D3}"/>
                </a:ext>
              </a:extLst>
            </p:cNvPr>
            <p:cNvSpPr/>
            <p:nvPr/>
          </p:nvSpPr>
          <p:spPr>
            <a:xfrm>
              <a:off x="3570640" y="4406753"/>
              <a:ext cx="485657" cy="81080"/>
            </a:xfrm>
            <a:custGeom>
              <a:avLst/>
              <a:gdLst/>
              <a:ahLst/>
              <a:cxnLst/>
              <a:rect l="l" t="t" r="r" b="b"/>
              <a:pathLst>
                <a:path w="9422" h="1573" extrusionOk="0">
                  <a:moveTo>
                    <a:pt x="0" y="1"/>
                  </a:moveTo>
                  <a:lnTo>
                    <a:pt x="0" y="1572"/>
                  </a:lnTo>
                  <a:lnTo>
                    <a:pt x="9422" y="1572"/>
                  </a:lnTo>
                  <a:lnTo>
                    <a:pt x="9422" y="1"/>
                  </a:lnTo>
                  <a:lnTo>
                    <a:pt x="9368" y="27"/>
                  </a:lnTo>
                  <a:lnTo>
                    <a:pt x="8761" y="269"/>
                  </a:lnTo>
                  <a:lnTo>
                    <a:pt x="7903" y="519"/>
                  </a:lnTo>
                  <a:lnTo>
                    <a:pt x="7162" y="670"/>
                  </a:lnTo>
                  <a:lnTo>
                    <a:pt x="6287" y="787"/>
                  </a:lnTo>
                  <a:lnTo>
                    <a:pt x="5269" y="858"/>
                  </a:lnTo>
                  <a:lnTo>
                    <a:pt x="4706" y="867"/>
                  </a:lnTo>
                  <a:lnTo>
                    <a:pt x="4144" y="858"/>
                  </a:lnTo>
                  <a:lnTo>
                    <a:pt x="3126" y="787"/>
                  </a:lnTo>
                  <a:lnTo>
                    <a:pt x="2251" y="670"/>
                  </a:lnTo>
                  <a:lnTo>
                    <a:pt x="1518" y="519"/>
                  </a:lnTo>
                  <a:lnTo>
                    <a:pt x="652" y="269"/>
                  </a:lnTo>
                  <a:lnTo>
                    <a:pt x="45" y="27"/>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3451;p33">
              <a:extLst>
                <a:ext uri="{FF2B5EF4-FFF2-40B4-BE49-F238E27FC236}">
                  <a16:creationId xmlns:a16="http://schemas.microsoft.com/office/drawing/2014/main" id="{63F1A34F-6F6A-45DE-AF57-68DE80DF8E9C}"/>
                </a:ext>
              </a:extLst>
            </p:cNvPr>
            <p:cNvSpPr/>
            <p:nvPr/>
          </p:nvSpPr>
          <p:spPr>
            <a:xfrm>
              <a:off x="3570640" y="4406753"/>
              <a:ext cx="485657" cy="44690"/>
            </a:xfrm>
            <a:custGeom>
              <a:avLst/>
              <a:gdLst/>
              <a:ahLst/>
              <a:cxnLst/>
              <a:rect l="l" t="t" r="r" b="b"/>
              <a:pathLst>
                <a:path w="9422" h="867" extrusionOk="0">
                  <a:moveTo>
                    <a:pt x="0" y="1"/>
                  </a:moveTo>
                  <a:lnTo>
                    <a:pt x="45" y="27"/>
                  </a:lnTo>
                  <a:lnTo>
                    <a:pt x="652" y="269"/>
                  </a:lnTo>
                  <a:lnTo>
                    <a:pt x="1518" y="519"/>
                  </a:lnTo>
                  <a:lnTo>
                    <a:pt x="2251" y="670"/>
                  </a:lnTo>
                  <a:lnTo>
                    <a:pt x="3126" y="787"/>
                  </a:lnTo>
                  <a:lnTo>
                    <a:pt x="4144" y="858"/>
                  </a:lnTo>
                  <a:lnTo>
                    <a:pt x="4706" y="867"/>
                  </a:lnTo>
                  <a:lnTo>
                    <a:pt x="5269" y="858"/>
                  </a:lnTo>
                  <a:lnTo>
                    <a:pt x="6287" y="787"/>
                  </a:lnTo>
                  <a:lnTo>
                    <a:pt x="7162" y="670"/>
                  </a:lnTo>
                  <a:lnTo>
                    <a:pt x="7903" y="519"/>
                  </a:lnTo>
                  <a:lnTo>
                    <a:pt x="8761" y="269"/>
                  </a:lnTo>
                  <a:lnTo>
                    <a:pt x="9368" y="27"/>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3452;p33">
              <a:extLst>
                <a:ext uri="{FF2B5EF4-FFF2-40B4-BE49-F238E27FC236}">
                  <a16:creationId xmlns:a16="http://schemas.microsoft.com/office/drawing/2014/main" id="{ED542DBB-80E8-4C13-818F-3FC68D6B95F8}"/>
                </a:ext>
              </a:extLst>
            </p:cNvPr>
            <p:cNvSpPr/>
            <p:nvPr/>
          </p:nvSpPr>
          <p:spPr>
            <a:xfrm>
              <a:off x="3604246" y="4339540"/>
              <a:ext cx="13866" cy="70514"/>
            </a:xfrm>
            <a:custGeom>
              <a:avLst/>
              <a:gdLst/>
              <a:ahLst/>
              <a:cxnLst/>
              <a:rect l="l" t="t" r="r" b="b"/>
              <a:pathLst>
                <a:path w="269" h="1368" extrusionOk="0">
                  <a:moveTo>
                    <a:pt x="45" y="1"/>
                  </a:moveTo>
                  <a:lnTo>
                    <a:pt x="0" y="37"/>
                  </a:lnTo>
                  <a:lnTo>
                    <a:pt x="0" y="72"/>
                  </a:lnTo>
                  <a:lnTo>
                    <a:pt x="99" y="1305"/>
                  </a:lnTo>
                  <a:lnTo>
                    <a:pt x="107" y="1331"/>
                  </a:lnTo>
                  <a:lnTo>
                    <a:pt x="161" y="1367"/>
                  </a:lnTo>
                  <a:lnTo>
                    <a:pt x="224" y="1358"/>
                  </a:lnTo>
                  <a:lnTo>
                    <a:pt x="259" y="1323"/>
                  </a:lnTo>
                  <a:lnTo>
                    <a:pt x="268" y="1296"/>
                  </a:lnTo>
                  <a:lnTo>
                    <a:pt x="215" y="680"/>
                  </a:lnTo>
                  <a:lnTo>
                    <a:pt x="161" y="63"/>
                  </a:lnTo>
                  <a:lnTo>
                    <a:pt x="152" y="28"/>
                  </a:lnTo>
                  <a:lnTo>
                    <a:pt x="10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3453;p33">
              <a:extLst>
                <a:ext uri="{FF2B5EF4-FFF2-40B4-BE49-F238E27FC236}">
                  <a16:creationId xmlns:a16="http://schemas.microsoft.com/office/drawing/2014/main" id="{3D03BF62-62A9-4054-A4D9-96BB1AF625FB}"/>
                </a:ext>
              </a:extLst>
            </p:cNvPr>
            <p:cNvSpPr/>
            <p:nvPr/>
          </p:nvSpPr>
          <p:spPr>
            <a:xfrm>
              <a:off x="3661769" y="4352890"/>
              <a:ext cx="11082" cy="55772"/>
            </a:xfrm>
            <a:custGeom>
              <a:avLst/>
              <a:gdLst/>
              <a:ahLst/>
              <a:cxnLst/>
              <a:rect l="l" t="t" r="r" b="b"/>
              <a:pathLst>
                <a:path w="215" h="1082" extrusionOk="0">
                  <a:moveTo>
                    <a:pt x="117" y="1"/>
                  </a:moveTo>
                  <a:lnTo>
                    <a:pt x="54" y="10"/>
                  </a:lnTo>
                  <a:lnTo>
                    <a:pt x="9" y="46"/>
                  </a:lnTo>
                  <a:lnTo>
                    <a:pt x="1" y="72"/>
                  </a:lnTo>
                  <a:lnTo>
                    <a:pt x="27" y="546"/>
                  </a:lnTo>
                  <a:lnTo>
                    <a:pt x="54" y="1019"/>
                  </a:lnTo>
                  <a:lnTo>
                    <a:pt x="63" y="1046"/>
                  </a:lnTo>
                  <a:lnTo>
                    <a:pt x="108" y="1081"/>
                  </a:lnTo>
                  <a:lnTo>
                    <a:pt x="170" y="1072"/>
                  </a:lnTo>
                  <a:lnTo>
                    <a:pt x="215" y="1037"/>
                  </a:lnTo>
                  <a:lnTo>
                    <a:pt x="215" y="1010"/>
                  </a:lnTo>
                  <a:lnTo>
                    <a:pt x="197" y="537"/>
                  </a:lnTo>
                  <a:lnTo>
                    <a:pt x="170" y="63"/>
                  </a:lnTo>
                  <a:lnTo>
                    <a:pt x="161" y="37"/>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3454;p33">
              <a:extLst>
                <a:ext uri="{FF2B5EF4-FFF2-40B4-BE49-F238E27FC236}">
                  <a16:creationId xmlns:a16="http://schemas.microsoft.com/office/drawing/2014/main" id="{3F256047-7886-4E3C-823E-80A6B43CBA83}"/>
                </a:ext>
              </a:extLst>
            </p:cNvPr>
            <p:cNvSpPr/>
            <p:nvPr/>
          </p:nvSpPr>
          <p:spPr>
            <a:xfrm>
              <a:off x="3711922" y="4365776"/>
              <a:ext cx="9278" cy="39638"/>
            </a:xfrm>
            <a:custGeom>
              <a:avLst/>
              <a:gdLst/>
              <a:ahLst/>
              <a:cxnLst/>
              <a:rect l="l" t="t" r="r" b="b"/>
              <a:pathLst>
                <a:path w="180" h="769" extrusionOk="0">
                  <a:moveTo>
                    <a:pt x="54" y="1"/>
                  </a:moveTo>
                  <a:lnTo>
                    <a:pt x="10" y="46"/>
                  </a:lnTo>
                  <a:lnTo>
                    <a:pt x="1" y="72"/>
                  </a:lnTo>
                  <a:lnTo>
                    <a:pt x="10" y="394"/>
                  </a:lnTo>
                  <a:lnTo>
                    <a:pt x="10" y="706"/>
                  </a:lnTo>
                  <a:lnTo>
                    <a:pt x="19" y="733"/>
                  </a:lnTo>
                  <a:lnTo>
                    <a:pt x="63" y="769"/>
                  </a:lnTo>
                  <a:lnTo>
                    <a:pt x="126" y="760"/>
                  </a:lnTo>
                  <a:lnTo>
                    <a:pt x="171" y="724"/>
                  </a:lnTo>
                  <a:lnTo>
                    <a:pt x="180" y="697"/>
                  </a:lnTo>
                  <a:lnTo>
                    <a:pt x="171" y="376"/>
                  </a:lnTo>
                  <a:lnTo>
                    <a:pt x="171" y="63"/>
                  </a:lnTo>
                  <a:lnTo>
                    <a:pt x="162" y="28"/>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3455;p33">
              <a:extLst>
                <a:ext uri="{FF2B5EF4-FFF2-40B4-BE49-F238E27FC236}">
                  <a16:creationId xmlns:a16="http://schemas.microsoft.com/office/drawing/2014/main" id="{B570A2D0-9F17-4D35-8D7E-F62C5561E81F}"/>
                </a:ext>
              </a:extLst>
            </p:cNvPr>
            <p:cNvSpPr/>
            <p:nvPr/>
          </p:nvSpPr>
          <p:spPr>
            <a:xfrm>
              <a:off x="3765321" y="4369487"/>
              <a:ext cx="9742" cy="37782"/>
            </a:xfrm>
            <a:custGeom>
              <a:avLst/>
              <a:gdLst/>
              <a:ahLst/>
              <a:cxnLst/>
              <a:rect l="l" t="t" r="r" b="b"/>
              <a:pathLst>
                <a:path w="189" h="733" extrusionOk="0">
                  <a:moveTo>
                    <a:pt x="117" y="0"/>
                  </a:moveTo>
                  <a:lnTo>
                    <a:pt x="54" y="9"/>
                  </a:lnTo>
                  <a:lnTo>
                    <a:pt x="10" y="45"/>
                  </a:lnTo>
                  <a:lnTo>
                    <a:pt x="1" y="72"/>
                  </a:lnTo>
                  <a:lnTo>
                    <a:pt x="28" y="670"/>
                  </a:lnTo>
                  <a:lnTo>
                    <a:pt x="36" y="706"/>
                  </a:lnTo>
                  <a:lnTo>
                    <a:pt x="81" y="733"/>
                  </a:lnTo>
                  <a:lnTo>
                    <a:pt x="144" y="733"/>
                  </a:lnTo>
                  <a:lnTo>
                    <a:pt x="188" y="688"/>
                  </a:lnTo>
                  <a:lnTo>
                    <a:pt x="188" y="661"/>
                  </a:lnTo>
                  <a:lnTo>
                    <a:pt x="170" y="63"/>
                  </a:lnTo>
                  <a:lnTo>
                    <a:pt x="162" y="36"/>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3456;p33">
              <a:extLst>
                <a:ext uri="{FF2B5EF4-FFF2-40B4-BE49-F238E27FC236}">
                  <a16:creationId xmlns:a16="http://schemas.microsoft.com/office/drawing/2014/main" id="{E9A736D4-5CBC-45A7-B4F9-F9B936112AD6}"/>
                </a:ext>
              </a:extLst>
            </p:cNvPr>
            <p:cNvSpPr/>
            <p:nvPr/>
          </p:nvSpPr>
          <p:spPr>
            <a:xfrm>
              <a:off x="3817793" y="4369023"/>
              <a:ext cx="8350" cy="39638"/>
            </a:xfrm>
            <a:custGeom>
              <a:avLst/>
              <a:gdLst/>
              <a:ahLst/>
              <a:cxnLst/>
              <a:rect l="l" t="t" r="r" b="b"/>
              <a:pathLst>
                <a:path w="162" h="769" extrusionOk="0">
                  <a:moveTo>
                    <a:pt x="45" y="0"/>
                  </a:moveTo>
                  <a:lnTo>
                    <a:pt x="1" y="45"/>
                  </a:lnTo>
                  <a:lnTo>
                    <a:pt x="1" y="72"/>
                  </a:lnTo>
                  <a:lnTo>
                    <a:pt x="1" y="706"/>
                  </a:lnTo>
                  <a:lnTo>
                    <a:pt x="1" y="733"/>
                  </a:lnTo>
                  <a:lnTo>
                    <a:pt x="45" y="768"/>
                  </a:lnTo>
                  <a:lnTo>
                    <a:pt x="108" y="759"/>
                  </a:lnTo>
                  <a:lnTo>
                    <a:pt x="162" y="724"/>
                  </a:lnTo>
                  <a:lnTo>
                    <a:pt x="162" y="697"/>
                  </a:lnTo>
                  <a:lnTo>
                    <a:pt x="162" y="63"/>
                  </a:lnTo>
                  <a:lnTo>
                    <a:pt x="162" y="27"/>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3457;p33">
              <a:extLst>
                <a:ext uri="{FF2B5EF4-FFF2-40B4-BE49-F238E27FC236}">
                  <a16:creationId xmlns:a16="http://schemas.microsoft.com/office/drawing/2014/main" id="{530A65CE-9F2C-4D50-A9F6-F81F330D86AF}"/>
                </a:ext>
              </a:extLst>
            </p:cNvPr>
            <p:cNvSpPr/>
            <p:nvPr/>
          </p:nvSpPr>
          <p:spPr>
            <a:xfrm>
              <a:off x="3873976" y="4366240"/>
              <a:ext cx="9690" cy="41494"/>
            </a:xfrm>
            <a:custGeom>
              <a:avLst/>
              <a:gdLst/>
              <a:ahLst/>
              <a:cxnLst/>
              <a:rect l="l" t="t" r="r" b="b"/>
              <a:pathLst>
                <a:path w="188" h="805" extrusionOk="0">
                  <a:moveTo>
                    <a:pt x="116" y="1"/>
                  </a:moveTo>
                  <a:lnTo>
                    <a:pt x="54" y="10"/>
                  </a:lnTo>
                  <a:lnTo>
                    <a:pt x="9" y="46"/>
                  </a:lnTo>
                  <a:lnTo>
                    <a:pt x="0" y="72"/>
                  </a:lnTo>
                  <a:lnTo>
                    <a:pt x="9" y="412"/>
                  </a:lnTo>
                  <a:lnTo>
                    <a:pt x="18" y="751"/>
                  </a:lnTo>
                  <a:lnTo>
                    <a:pt x="27" y="778"/>
                  </a:lnTo>
                  <a:lnTo>
                    <a:pt x="72" y="805"/>
                  </a:lnTo>
                  <a:lnTo>
                    <a:pt x="134" y="805"/>
                  </a:lnTo>
                  <a:lnTo>
                    <a:pt x="179" y="769"/>
                  </a:lnTo>
                  <a:lnTo>
                    <a:pt x="188" y="733"/>
                  </a:lnTo>
                  <a:lnTo>
                    <a:pt x="179" y="403"/>
                  </a:lnTo>
                  <a:lnTo>
                    <a:pt x="170" y="63"/>
                  </a:lnTo>
                  <a:lnTo>
                    <a:pt x="161" y="37"/>
                  </a:lnTo>
                  <a:lnTo>
                    <a:pt x="11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3458;p33">
              <a:extLst>
                <a:ext uri="{FF2B5EF4-FFF2-40B4-BE49-F238E27FC236}">
                  <a16:creationId xmlns:a16="http://schemas.microsoft.com/office/drawing/2014/main" id="{3721CAF8-DC23-4CFA-8971-CC9BF5689447}"/>
                </a:ext>
              </a:extLst>
            </p:cNvPr>
            <p:cNvSpPr/>
            <p:nvPr/>
          </p:nvSpPr>
          <p:spPr>
            <a:xfrm>
              <a:off x="3925520" y="4362116"/>
              <a:ext cx="9227" cy="44690"/>
            </a:xfrm>
            <a:custGeom>
              <a:avLst/>
              <a:gdLst/>
              <a:ahLst/>
              <a:cxnLst/>
              <a:rect l="l" t="t" r="r" b="b"/>
              <a:pathLst>
                <a:path w="179" h="867" extrusionOk="0">
                  <a:moveTo>
                    <a:pt x="63" y="0"/>
                  </a:moveTo>
                  <a:lnTo>
                    <a:pt x="18" y="36"/>
                  </a:lnTo>
                  <a:lnTo>
                    <a:pt x="9" y="72"/>
                  </a:lnTo>
                  <a:lnTo>
                    <a:pt x="0" y="438"/>
                  </a:lnTo>
                  <a:lnTo>
                    <a:pt x="0" y="804"/>
                  </a:lnTo>
                  <a:lnTo>
                    <a:pt x="0" y="831"/>
                  </a:lnTo>
                  <a:lnTo>
                    <a:pt x="45" y="867"/>
                  </a:lnTo>
                  <a:lnTo>
                    <a:pt x="108" y="858"/>
                  </a:lnTo>
                  <a:lnTo>
                    <a:pt x="152" y="822"/>
                  </a:lnTo>
                  <a:lnTo>
                    <a:pt x="161" y="795"/>
                  </a:lnTo>
                  <a:lnTo>
                    <a:pt x="170" y="429"/>
                  </a:lnTo>
                  <a:lnTo>
                    <a:pt x="179" y="54"/>
                  </a:lnTo>
                  <a:lnTo>
                    <a:pt x="170" y="27"/>
                  </a:lnTo>
                  <a:lnTo>
                    <a:pt x="12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3459;p33">
              <a:extLst>
                <a:ext uri="{FF2B5EF4-FFF2-40B4-BE49-F238E27FC236}">
                  <a16:creationId xmlns:a16="http://schemas.microsoft.com/office/drawing/2014/main" id="{CCF6D8EF-1203-4D27-A70D-9ED56E248A1D}"/>
                </a:ext>
              </a:extLst>
            </p:cNvPr>
            <p:cNvSpPr/>
            <p:nvPr/>
          </p:nvSpPr>
          <p:spPr>
            <a:xfrm>
              <a:off x="3975672" y="4353818"/>
              <a:ext cx="10206" cy="50256"/>
            </a:xfrm>
            <a:custGeom>
              <a:avLst/>
              <a:gdLst/>
              <a:ahLst/>
              <a:cxnLst/>
              <a:rect l="l" t="t" r="r" b="b"/>
              <a:pathLst>
                <a:path w="198" h="975" extrusionOk="0">
                  <a:moveTo>
                    <a:pt x="81" y="1"/>
                  </a:moveTo>
                  <a:lnTo>
                    <a:pt x="36" y="36"/>
                  </a:lnTo>
                  <a:lnTo>
                    <a:pt x="28" y="72"/>
                  </a:lnTo>
                  <a:lnTo>
                    <a:pt x="1" y="912"/>
                  </a:lnTo>
                  <a:lnTo>
                    <a:pt x="10" y="947"/>
                  </a:lnTo>
                  <a:lnTo>
                    <a:pt x="54" y="974"/>
                  </a:lnTo>
                  <a:lnTo>
                    <a:pt x="117" y="974"/>
                  </a:lnTo>
                  <a:lnTo>
                    <a:pt x="162" y="929"/>
                  </a:lnTo>
                  <a:lnTo>
                    <a:pt x="170" y="903"/>
                  </a:lnTo>
                  <a:lnTo>
                    <a:pt x="179" y="483"/>
                  </a:lnTo>
                  <a:lnTo>
                    <a:pt x="197" y="54"/>
                  </a:lnTo>
                  <a:lnTo>
                    <a:pt x="188" y="28"/>
                  </a:lnTo>
                  <a:lnTo>
                    <a:pt x="144"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3460;p33">
              <a:extLst>
                <a:ext uri="{FF2B5EF4-FFF2-40B4-BE49-F238E27FC236}">
                  <a16:creationId xmlns:a16="http://schemas.microsoft.com/office/drawing/2014/main" id="{A867CE20-00BB-4BF3-A463-34236CC1CFD1}"/>
                </a:ext>
              </a:extLst>
            </p:cNvPr>
            <p:cNvSpPr/>
            <p:nvPr/>
          </p:nvSpPr>
          <p:spPr>
            <a:xfrm>
              <a:off x="4020773" y="4336344"/>
              <a:ext cx="12525" cy="74637"/>
            </a:xfrm>
            <a:custGeom>
              <a:avLst/>
              <a:gdLst/>
              <a:ahLst/>
              <a:cxnLst/>
              <a:rect l="l" t="t" r="r" b="b"/>
              <a:pathLst>
                <a:path w="243" h="1448" extrusionOk="0">
                  <a:moveTo>
                    <a:pt x="126" y="0"/>
                  </a:moveTo>
                  <a:lnTo>
                    <a:pt x="81" y="45"/>
                  </a:lnTo>
                  <a:lnTo>
                    <a:pt x="72" y="72"/>
                  </a:lnTo>
                  <a:lnTo>
                    <a:pt x="37" y="733"/>
                  </a:lnTo>
                  <a:lnTo>
                    <a:pt x="1" y="1385"/>
                  </a:lnTo>
                  <a:lnTo>
                    <a:pt x="10" y="1420"/>
                  </a:lnTo>
                  <a:lnTo>
                    <a:pt x="54" y="1447"/>
                  </a:lnTo>
                  <a:lnTo>
                    <a:pt x="117" y="1447"/>
                  </a:lnTo>
                  <a:lnTo>
                    <a:pt x="162" y="1411"/>
                  </a:lnTo>
                  <a:lnTo>
                    <a:pt x="171" y="1376"/>
                  </a:lnTo>
                  <a:lnTo>
                    <a:pt x="242" y="63"/>
                  </a:lnTo>
                  <a:lnTo>
                    <a:pt x="233" y="27"/>
                  </a:lnTo>
                  <a:lnTo>
                    <a:pt x="18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3461;p33">
              <a:extLst>
                <a:ext uri="{FF2B5EF4-FFF2-40B4-BE49-F238E27FC236}">
                  <a16:creationId xmlns:a16="http://schemas.microsoft.com/office/drawing/2014/main" id="{C17975D4-9196-4A44-8DA6-4B548A024ACE}"/>
                </a:ext>
              </a:extLst>
            </p:cNvPr>
            <p:cNvSpPr/>
            <p:nvPr/>
          </p:nvSpPr>
          <p:spPr>
            <a:xfrm>
              <a:off x="3587185" y="4416443"/>
              <a:ext cx="9742" cy="69534"/>
            </a:xfrm>
            <a:custGeom>
              <a:avLst/>
              <a:gdLst/>
              <a:ahLst/>
              <a:cxnLst/>
              <a:rect l="l" t="t" r="r" b="b"/>
              <a:pathLst>
                <a:path w="189" h="1349" extrusionOk="0">
                  <a:moveTo>
                    <a:pt x="46" y="0"/>
                  </a:moveTo>
                  <a:lnTo>
                    <a:pt x="1" y="45"/>
                  </a:lnTo>
                  <a:lnTo>
                    <a:pt x="1" y="72"/>
                  </a:lnTo>
                  <a:lnTo>
                    <a:pt x="28" y="1286"/>
                  </a:lnTo>
                  <a:lnTo>
                    <a:pt x="28" y="1322"/>
                  </a:lnTo>
                  <a:lnTo>
                    <a:pt x="81" y="1349"/>
                  </a:lnTo>
                  <a:lnTo>
                    <a:pt x="144" y="1349"/>
                  </a:lnTo>
                  <a:lnTo>
                    <a:pt x="188" y="1313"/>
                  </a:lnTo>
                  <a:lnTo>
                    <a:pt x="188" y="1277"/>
                  </a:lnTo>
                  <a:lnTo>
                    <a:pt x="162" y="63"/>
                  </a:lnTo>
                  <a:lnTo>
                    <a:pt x="162" y="27"/>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3462;p33">
              <a:extLst>
                <a:ext uri="{FF2B5EF4-FFF2-40B4-BE49-F238E27FC236}">
                  <a16:creationId xmlns:a16="http://schemas.microsoft.com/office/drawing/2014/main" id="{82D69C06-D4CD-4B68-9964-3E7B4DB4195C}"/>
                </a:ext>
              </a:extLst>
            </p:cNvPr>
            <p:cNvSpPr/>
            <p:nvPr/>
          </p:nvSpPr>
          <p:spPr>
            <a:xfrm>
              <a:off x="3643368" y="4434381"/>
              <a:ext cx="9690" cy="55720"/>
            </a:xfrm>
            <a:custGeom>
              <a:avLst/>
              <a:gdLst/>
              <a:ahLst/>
              <a:cxnLst/>
              <a:rect l="l" t="t" r="r" b="b"/>
              <a:pathLst>
                <a:path w="188" h="1081" extrusionOk="0">
                  <a:moveTo>
                    <a:pt x="54" y="0"/>
                  </a:moveTo>
                  <a:lnTo>
                    <a:pt x="9" y="36"/>
                  </a:lnTo>
                  <a:lnTo>
                    <a:pt x="0" y="72"/>
                  </a:lnTo>
                  <a:lnTo>
                    <a:pt x="9" y="545"/>
                  </a:lnTo>
                  <a:lnTo>
                    <a:pt x="27" y="1018"/>
                  </a:lnTo>
                  <a:lnTo>
                    <a:pt x="27" y="1045"/>
                  </a:lnTo>
                  <a:lnTo>
                    <a:pt x="81" y="1081"/>
                  </a:lnTo>
                  <a:lnTo>
                    <a:pt x="134" y="1072"/>
                  </a:lnTo>
                  <a:lnTo>
                    <a:pt x="188" y="1036"/>
                  </a:lnTo>
                  <a:lnTo>
                    <a:pt x="188" y="1010"/>
                  </a:lnTo>
                  <a:lnTo>
                    <a:pt x="170" y="63"/>
                  </a:lnTo>
                  <a:lnTo>
                    <a:pt x="161" y="27"/>
                  </a:lnTo>
                  <a:lnTo>
                    <a:pt x="11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3463;p33">
              <a:extLst>
                <a:ext uri="{FF2B5EF4-FFF2-40B4-BE49-F238E27FC236}">
                  <a16:creationId xmlns:a16="http://schemas.microsoft.com/office/drawing/2014/main" id="{CB786E90-042E-4D61-AE44-632D73C967CB}"/>
                </a:ext>
              </a:extLst>
            </p:cNvPr>
            <p:cNvSpPr/>
            <p:nvPr/>
          </p:nvSpPr>
          <p:spPr>
            <a:xfrm>
              <a:off x="3704138" y="4447731"/>
              <a:ext cx="10154" cy="43298"/>
            </a:xfrm>
            <a:custGeom>
              <a:avLst/>
              <a:gdLst/>
              <a:ahLst/>
              <a:cxnLst/>
              <a:rect l="l" t="t" r="r" b="b"/>
              <a:pathLst>
                <a:path w="197" h="840" extrusionOk="0">
                  <a:moveTo>
                    <a:pt x="143" y="0"/>
                  </a:moveTo>
                  <a:lnTo>
                    <a:pt x="80" y="9"/>
                  </a:lnTo>
                  <a:lnTo>
                    <a:pt x="36" y="45"/>
                  </a:lnTo>
                  <a:lnTo>
                    <a:pt x="27" y="72"/>
                  </a:lnTo>
                  <a:lnTo>
                    <a:pt x="18" y="429"/>
                  </a:lnTo>
                  <a:lnTo>
                    <a:pt x="0" y="777"/>
                  </a:lnTo>
                  <a:lnTo>
                    <a:pt x="9" y="813"/>
                  </a:lnTo>
                  <a:lnTo>
                    <a:pt x="54" y="840"/>
                  </a:lnTo>
                  <a:lnTo>
                    <a:pt x="116" y="840"/>
                  </a:lnTo>
                  <a:lnTo>
                    <a:pt x="161" y="804"/>
                  </a:lnTo>
                  <a:lnTo>
                    <a:pt x="170" y="768"/>
                  </a:lnTo>
                  <a:lnTo>
                    <a:pt x="179" y="420"/>
                  </a:lnTo>
                  <a:lnTo>
                    <a:pt x="197" y="63"/>
                  </a:lnTo>
                  <a:lnTo>
                    <a:pt x="188" y="36"/>
                  </a:lnTo>
                  <a:lnTo>
                    <a:pt x="14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3464;p33">
              <a:extLst>
                <a:ext uri="{FF2B5EF4-FFF2-40B4-BE49-F238E27FC236}">
                  <a16:creationId xmlns:a16="http://schemas.microsoft.com/office/drawing/2014/main" id="{C2BB9F92-FA22-4BF6-9CB1-91AB621235E9}"/>
                </a:ext>
              </a:extLst>
            </p:cNvPr>
            <p:cNvSpPr/>
            <p:nvPr/>
          </p:nvSpPr>
          <p:spPr>
            <a:xfrm>
              <a:off x="3762125" y="4451854"/>
              <a:ext cx="8763" cy="37370"/>
            </a:xfrm>
            <a:custGeom>
              <a:avLst/>
              <a:gdLst/>
              <a:ahLst/>
              <a:cxnLst/>
              <a:rect l="l" t="t" r="r" b="b"/>
              <a:pathLst>
                <a:path w="170" h="725" extrusionOk="0">
                  <a:moveTo>
                    <a:pt x="54" y="1"/>
                  </a:moveTo>
                  <a:lnTo>
                    <a:pt x="9" y="37"/>
                  </a:lnTo>
                  <a:lnTo>
                    <a:pt x="0" y="72"/>
                  </a:lnTo>
                  <a:lnTo>
                    <a:pt x="0" y="662"/>
                  </a:lnTo>
                  <a:lnTo>
                    <a:pt x="9" y="697"/>
                  </a:lnTo>
                  <a:lnTo>
                    <a:pt x="54" y="724"/>
                  </a:lnTo>
                  <a:lnTo>
                    <a:pt x="116" y="724"/>
                  </a:lnTo>
                  <a:lnTo>
                    <a:pt x="161" y="688"/>
                  </a:lnTo>
                  <a:lnTo>
                    <a:pt x="170" y="653"/>
                  </a:lnTo>
                  <a:lnTo>
                    <a:pt x="170" y="54"/>
                  </a:lnTo>
                  <a:lnTo>
                    <a:pt x="161" y="28"/>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3465;p33">
              <a:extLst>
                <a:ext uri="{FF2B5EF4-FFF2-40B4-BE49-F238E27FC236}">
                  <a16:creationId xmlns:a16="http://schemas.microsoft.com/office/drawing/2014/main" id="{C38416A7-FDF8-4877-AE2B-5B5B95DF192B}"/>
                </a:ext>
              </a:extLst>
            </p:cNvPr>
            <p:cNvSpPr/>
            <p:nvPr/>
          </p:nvSpPr>
          <p:spPr>
            <a:xfrm>
              <a:off x="3815525" y="4451854"/>
              <a:ext cx="8763" cy="35978"/>
            </a:xfrm>
            <a:custGeom>
              <a:avLst/>
              <a:gdLst/>
              <a:ahLst/>
              <a:cxnLst/>
              <a:rect l="l" t="t" r="r" b="b"/>
              <a:pathLst>
                <a:path w="170" h="698" extrusionOk="0">
                  <a:moveTo>
                    <a:pt x="63" y="1"/>
                  </a:moveTo>
                  <a:lnTo>
                    <a:pt x="9" y="37"/>
                  </a:lnTo>
                  <a:lnTo>
                    <a:pt x="9" y="72"/>
                  </a:lnTo>
                  <a:lnTo>
                    <a:pt x="0" y="644"/>
                  </a:lnTo>
                  <a:lnTo>
                    <a:pt x="0" y="671"/>
                  </a:lnTo>
                  <a:lnTo>
                    <a:pt x="45" y="697"/>
                  </a:lnTo>
                  <a:lnTo>
                    <a:pt x="107" y="697"/>
                  </a:lnTo>
                  <a:lnTo>
                    <a:pt x="161" y="662"/>
                  </a:lnTo>
                  <a:lnTo>
                    <a:pt x="161" y="626"/>
                  </a:lnTo>
                  <a:lnTo>
                    <a:pt x="170" y="54"/>
                  </a:lnTo>
                  <a:lnTo>
                    <a:pt x="170" y="28"/>
                  </a:lnTo>
                  <a:lnTo>
                    <a:pt x="12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3466;p33">
              <a:extLst>
                <a:ext uri="{FF2B5EF4-FFF2-40B4-BE49-F238E27FC236}">
                  <a16:creationId xmlns:a16="http://schemas.microsoft.com/office/drawing/2014/main" id="{FBE4BDE8-586E-4FB7-B5F6-489B423DCE42}"/>
                </a:ext>
              </a:extLst>
            </p:cNvPr>
            <p:cNvSpPr/>
            <p:nvPr/>
          </p:nvSpPr>
          <p:spPr>
            <a:xfrm>
              <a:off x="3862894" y="4449122"/>
              <a:ext cx="9278" cy="36391"/>
            </a:xfrm>
            <a:custGeom>
              <a:avLst/>
              <a:gdLst/>
              <a:ahLst/>
              <a:cxnLst/>
              <a:rect l="l" t="t" r="r" b="b"/>
              <a:pathLst>
                <a:path w="180" h="706" extrusionOk="0">
                  <a:moveTo>
                    <a:pt x="63" y="0"/>
                  </a:moveTo>
                  <a:lnTo>
                    <a:pt x="19" y="45"/>
                  </a:lnTo>
                  <a:lnTo>
                    <a:pt x="10" y="72"/>
                  </a:lnTo>
                  <a:lnTo>
                    <a:pt x="1" y="643"/>
                  </a:lnTo>
                  <a:lnTo>
                    <a:pt x="10" y="670"/>
                  </a:lnTo>
                  <a:lnTo>
                    <a:pt x="55" y="706"/>
                  </a:lnTo>
                  <a:lnTo>
                    <a:pt x="117" y="697"/>
                  </a:lnTo>
                  <a:lnTo>
                    <a:pt x="162" y="661"/>
                  </a:lnTo>
                  <a:lnTo>
                    <a:pt x="171" y="634"/>
                  </a:lnTo>
                  <a:lnTo>
                    <a:pt x="171" y="349"/>
                  </a:lnTo>
                  <a:lnTo>
                    <a:pt x="180" y="63"/>
                  </a:lnTo>
                  <a:lnTo>
                    <a:pt x="171" y="27"/>
                  </a:lnTo>
                  <a:lnTo>
                    <a:pt x="12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3467;p33">
              <a:extLst>
                <a:ext uri="{FF2B5EF4-FFF2-40B4-BE49-F238E27FC236}">
                  <a16:creationId xmlns:a16="http://schemas.microsoft.com/office/drawing/2014/main" id="{2AE03FC9-5B10-4FE2-B509-B7515FB5CE37}"/>
                </a:ext>
              </a:extLst>
            </p:cNvPr>
            <p:cNvSpPr/>
            <p:nvPr/>
          </p:nvSpPr>
          <p:spPr>
            <a:xfrm>
              <a:off x="3914025" y="4448658"/>
              <a:ext cx="9227" cy="40102"/>
            </a:xfrm>
            <a:custGeom>
              <a:avLst/>
              <a:gdLst/>
              <a:ahLst/>
              <a:cxnLst/>
              <a:rect l="l" t="t" r="r" b="b"/>
              <a:pathLst>
                <a:path w="179" h="778" extrusionOk="0">
                  <a:moveTo>
                    <a:pt x="45" y="0"/>
                  </a:moveTo>
                  <a:lnTo>
                    <a:pt x="0" y="36"/>
                  </a:lnTo>
                  <a:lnTo>
                    <a:pt x="0" y="72"/>
                  </a:lnTo>
                  <a:lnTo>
                    <a:pt x="9" y="715"/>
                  </a:lnTo>
                  <a:lnTo>
                    <a:pt x="18" y="741"/>
                  </a:lnTo>
                  <a:lnTo>
                    <a:pt x="63" y="777"/>
                  </a:lnTo>
                  <a:lnTo>
                    <a:pt x="125" y="768"/>
                  </a:lnTo>
                  <a:lnTo>
                    <a:pt x="170" y="733"/>
                  </a:lnTo>
                  <a:lnTo>
                    <a:pt x="179" y="706"/>
                  </a:lnTo>
                  <a:lnTo>
                    <a:pt x="161" y="54"/>
                  </a:lnTo>
                  <a:lnTo>
                    <a:pt x="161" y="27"/>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3468;p33">
              <a:extLst>
                <a:ext uri="{FF2B5EF4-FFF2-40B4-BE49-F238E27FC236}">
                  <a16:creationId xmlns:a16="http://schemas.microsoft.com/office/drawing/2014/main" id="{F82E50F4-88C9-4FE2-8027-B572474DA19F}"/>
                </a:ext>
              </a:extLst>
            </p:cNvPr>
            <p:cNvSpPr/>
            <p:nvPr/>
          </p:nvSpPr>
          <p:spPr>
            <a:xfrm>
              <a:off x="3973404" y="4431597"/>
              <a:ext cx="9690" cy="52988"/>
            </a:xfrm>
            <a:custGeom>
              <a:avLst/>
              <a:gdLst/>
              <a:ahLst/>
              <a:cxnLst/>
              <a:rect l="l" t="t" r="r" b="b"/>
              <a:pathLst>
                <a:path w="188" h="1028" extrusionOk="0">
                  <a:moveTo>
                    <a:pt x="143" y="1"/>
                  </a:moveTo>
                  <a:lnTo>
                    <a:pt x="80" y="10"/>
                  </a:lnTo>
                  <a:lnTo>
                    <a:pt x="27" y="46"/>
                  </a:lnTo>
                  <a:lnTo>
                    <a:pt x="27" y="72"/>
                  </a:lnTo>
                  <a:lnTo>
                    <a:pt x="0" y="974"/>
                  </a:lnTo>
                  <a:lnTo>
                    <a:pt x="0" y="1001"/>
                  </a:lnTo>
                  <a:lnTo>
                    <a:pt x="54" y="1028"/>
                  </a:lnTo>
                  <a:lnTo>
                    <a:pt x="107" y="1028"/>
                  </a:lnTo>
                  <a:lnTo>
                    <a:pt x="161" y="992"/>
                  </a:lnTo>
                  <a:lnTo>
                    <a:pt x="161" y="956"/>
                  </a:lnTo>
                  <a:lnTo>
                    <a:pt x="188" y="63"/>
                  </a:lnTo>
                  <a:lnTo>
                    <a:pt x="188" y="37"/>
                  </a:lnTo>
                  <a:lnTo>
                    <a:pt x="143"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3469;p33">
              <a:extLst>
                <a:ext uri="{FF2B5EF4-FFF2-40B4-BE49-F238E27FC236}">
                  <a16:creationId xmlns:a16="http://schemas.microsoft.com/office/drawing/2014/main" id="{683A191D-C2CC-4E5C-B2F3-C37B4130B296}"/>
                </a:ext>
              </a:extLst>
            </p:cNvPr>
            <p:cNvSpPr/>
            <p:nvPr/>
          </p:nvSpPr>
          <p:spPr>
            <a:xfrm>
              <a:off x="4026339" y="4416907"/>
              <a:ext cx="15206" cy="73194"/>
            </a:xfrm>
            <a:custGeom>
              <a:avLst/>
              <a:gdLst/>
              <a:ahLst/>
              <a:cxnLst/>
              <a:rect l="l" t="t" r="r" b="b"/>
              <a:pathLst>
                <a:path w="295" h="1420" extrusionOk="0">
                  <a:moveTo>
                    <a:pt x="188" y="0"/>
                  </a:moveTo>
                  <a:lnTo>
                    <a:pt x="143" y="27"/>
                  </a:lnTo>
                  <a:lnTo>
                    <a:pt x="134" y="54"/>
                  </a:lnTo>
                  <a:lnTo>
                    <a:pt x="0" y="1340"/>
                  </a:lnTo>
                  <a:lnTo>
                    <a:pt x="0" y="1366"/>
                  </a:lnTo>
                  <a:lnTo>
                    <a:pt x="45" y="1411"/>
                  </a:lnTo>
                  <a:lnTo>
                    <a:pt x="98" y="1420"/>
                  </a:lnTo>
                  <a:lnTo>
                    <a:pt x="152" y="1393"/>
                  </a:lnTo>
                  <a:lnTo>
                    <a:pt x="161" y="1366"/>
                  </a:lnTo>
                  <a:lnTo>
                    <a:pt x="295" y="81"/>
                  </a:lnTo>
                  <a:lnTo>
                    <a:pt x="295" y="54"/>
                  </a:lnTo>
                  <a:lnTo>
                    <a:pt x="250" y="9"/>
                  </a:lnTo>
                  <a:lnTo>
                    <a:pt x="18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3470;p33">
              <a:extLst>
                <a:ext uri="{FF2B5EF4-FFF2-40B4-BE49-F238E27FC236}">
                  <a16:creationId xmlns:a16="http://schemas.microsoft.com/office/drawing/2014/main" id="{8C9F7037-0121-4BE7-AA39-1BDB8E04A44A}"/>
                </a:ext>
              </a:extLst>
            </p:cNvPr>
            <p:cNvSpPr/>
            <p:nvPr/>
          </p:nvSpPr>
          <p:spPr>
            <a:xfrm>
              <a:off x="3611153" y="4163723"/>
              <a:ext cx="485657" cy="81080"/>
            </a:xfrm>
            <a:custGeom>
              <a:avLst/>
              <a:gdLst/>
              <a:ahLst/>
              <a:cxnLst/>
              <a:rect l="l" t="t" r="r" b="b"/>
              <a:pathLst>
                <a:path w="9422" h="1573" extrusionOk="0">
                  <a:moveTo>
                    <a:pt x="0" y="1"/>
                  </a:moveTo>
                  <a:lnTo>
                    <a:pt x="0" y="1572"/>
                  </a:lnTo>
                  <a:lnTo>
                    <a:pt x="9421" y="1572"/>
                  </a:lnTo>
                  <a:lnTo>
                    <a:pt x="9421" y="1"/>
                  </a:lnTo>
                  <a:lnTo>
                    <a:pt x="9368" y="27"/>
                  </a:lnTo>
                  <a:lnTo>
                    <a:pt x="8761" y="269"/>
                  </a:lnTo>
                  <a:lnTo>
                    <a:pt x="7903" y="510"/>
                  </a:lnTo>
                  <a:lnTo>
                    <a:pt x="7162" y="661"/>
                  </a:lnTo>
                  <a:lnTo>
                    <a:pt x="6287" y="787"/>
                  </a:lnTo>
                  <a:lnTo>
                    <a:pt x="5269" y="858"/>
                  </a:lnTo>
                  <a:lnTo>
                    <a:pt x="4706" y="867"/>
                  </a:lnTo>
                  <a:lnTo>
                    <a:pt x="4144" y="858"/>
                  </a:lnTo>
                  <a:lnTo>
                    <a:pt x="3135" y="787"/>
                  </a:lnTo>
                  <a:lnTo>
                    <a:pt x="2251" y="661"/>
                  </a:lnTo>
                  <a:lnTo>
                    <a:pt x="1518" y="510"/>
                  </a:lnTo>
                  <a:lnTo>
                    <a:pt x="652" y="269"/>
                  </a:lnTo>
                  <a:lnTo>
                    <a:pt x="54" y="27"/>
                  </a:lnTo>
                  <a:lnTo>
                    <a:pt x="0"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3471;p33">
              <a:extLst>
                <a:ext uri="{FF2B5EF4-FFF2-40B4-BE49-F238E27FC236}">
                  <a16:creationId xmlns:a16="http://schemas.microsoft.com/office/drawing/2014/main" id="{1EE917F5-A3D3-4DE4-8BD3-2EB9C34567E2}"/>
                </a:ext>
              </a:extLst>
            </p:cNvPr>
            <p:cNvSpPr/>
            <p:nvPr/>
          </p:nvSpPr>
          <p:spPr>
            <a:xfrm>
              <a:off x="3611153" y="4163723"/>
              <a:ext cx="485657" cy="44690"/>
            </a:xfrm>
            <a:custGeom>
              <a:avLst/>
              <a:gdLst/>
              <a:ahLst/>
              <a:cxnLst/>
              <a:rect l="l" t="t" r="r" b="b"/>
              <a:pathLst>
                <a:path w="9422" h="867" extrusionOk="0">
                  <a:moveTo>
                    <a:pt x="0" y="1"/>
                  </a:moveTo>
                  <a:lnTo>
                    <a:pt x="54" y="27"/>
                  </a:lnTo>
                  <a:lnTo>
                    <a:pt x="652" y="269"/>
                  </a:lnTo>
                  <a:lnTo>
                    <a:pt x="1518" y="510"/>
                  </a:lnTo>
                  <a:lnTo>
                    <a:pt x="2251" y="661"/>
                  </a:lnTo>
                  <a:lnTo>
                    <a:pt x="3135" y="787"/>
                  </a:lnTo>
                  <a:lnTo>
                    <a:pt x="4144" y="858"/>
                  </a:lnTo>
                  <a:lnTo>
                    <a:pt x="4706" y="867"/>
                  </a:lnTo>
                  <a:lnTo>
                    <a:pt x="5269" y="858"/>
                  </a:lnTo>
                  <a:lnTo>
                    <a:pt x="6287" y="787"/>
                  </a:lnTo>
                  <a:lnTo>
                    <a:pt x="7162" y="661"/>
                  </a:lnTo>
                  <a:lnTo>
                    <a:pt x="7903" y="510"/>
                  </a:lnTo>
                  <a:lnTo>
                    <a:pt x="8761" y="269"/>
                  </a:lnTo>
                  <a:lnTo>
                    <a:pt x="9368" y="27"/>
                  </a:lnTo>
                  <a:lnTo>
                    <a:pt x="9421"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3472;p33">
              <a:extLst>
                <a:ext uri="{FF2B5EF4-FFF2-40B4-BE49-F238E27FC236}">
                  <a16:creationId xmlns:a16="http://schemas.microsoft.com/office/drawing/2014/main" id="{9ABBB8D9-7001-49B5-9600-F382196CA46A}"/>
                </a:ext>
              </a:extLst>
            </p:cNvPr>
            <p:cNvSpPr/>
            <p:nvPr/>
          </p:nvSpPr>
          <p:spPr>
            <a:xfrm>
              <a:off x="3611153" y="4244287"/>
              <a:ext cx="485657" cy="81080"/>
            </a:xfrm>
            <a:custGeom>
              <a:avLst/>
              <a:gdLst/>
              <a:ahLst/>
              <a:cxnLst/>
              <a:rect l="l" t="t" r="r" b="b"/>
              <a:pathLst>
                <a:path w="9422" h="1573" extrusionOk="0">
                  <a:moveTo>
                    <a:pt x="0" y="0"/>
                  </a:moveTo>
                  <a:lnTo>
                    <a:pt x="0" y="1572"/>
                  </a:lnTo>
                  <a:lnTo>
                    <a:pt x="9421" y="1572"/>
                  </a:lnTo>
                  <a:lnTo>
                    <a:pt x="9421" y="0"/>
                  </a:lnTo>
                  <a:lnTo>
                    <a:pt x="9368" y="27"/>
                  </a:lnTo>
                  <a:lnTo>
                    <a:pt x="8761" y="268"/>
                  </a:lnTo>
                  <a:lnTo>
                    <a:pt x="7903" y="518"/>
                  </a:lnTo>
                  <a:lnTo>
                    <a:pt x="7162" y="670"/>
                  </a:lnTo>
                  <a:lnTo>
                    <a:pt x="6287" y="795"/>
                  </a:lnTo>
                  <a:lnTo>
                    <a:pt x="5269" y="867"/>
                  </a:lnTo>
                  <a:lnTo>
                    <a:pt x="4144" y="867"/>
                  </a:lnTo>
                  <a:lnTo>
                    <a:pt x="3135" y="795"/>
                  </a:lnTo>
                  <a:lnTo>
                    <a:pt x="2251" y="670"/>
                  </a:lnTo>
                  <a:lnTo>
                    <a:pt x="1518" y="518"/>
                  </a:lnTo>
                  <a:lnTo>
                    <a:pt x="652" y="268"/>
                  </a:lnTo>
                  <a:lnTo>
                    <a:pt x="54" y="27"/>
                  </a:lnTo>
                  <a:lnTo>
                    <a:pt x="0"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3473;p33">
              <a:extLst>
                <a:ext uri="{FF2B5EF4-FFF2-40B4-BE49-F238E27FC236}">
                  <a16:creationId xmlns:a16="http://schemas.microsoft.com/office/drawing/2014/main" id="{2D0547A7-2447-4440-8A22-EC46B1B4EA4A}"/>
                </a:ext>
              </a:extLst>
            </p:cNvPr>
            <p:cNvSpPr/>
            <p:nvPr/>
          </p:nvSpPr>
          <p:spPr>
            <a:xfrm>
              <a:off x="3611153" y="4244287"/>
              <a:ext cx="485657" cy="44690"/>
            </a:xfrm>
            <a:custGeom>
              <a:avLst/>
              <a:gdLst/>
              <a:ahLst/>
              <a:cxnLst/>
              <a:rect l="l" t="t" r="r" b="b"/>
              <a:pathLst>
                <a:path w="9422" h="867" extrusionOk="0">
                  <a:moveTo>
                    <a:pt x="0" y="0"/>
                  </a:moveTo>
                  <a:lnTo>
                    <a:pt x="54" y="27"/>
                  </a:lnTo>
                  <a:lnTo>
                    <a:pt x="652" y="268"/>
                  </a:lnTo>
                  <a:lnTo>
                    <a:pt x="1518" y="518"/>
                  </a:lnTo>
                  <a:lnTo>
                    <a:pt x="2251" y="670"/>
                  </a:lnTo>
                  <a:lnTo>
                    <a:pt x="3135" y="795"/>
                  </a:lnTo>
                  <a:lnTo>
                    <a:pt x="4144" y="867"/>
                  </a:lnTo>
                  <a:lnTo>
                    <a:pt x="5269" y="867"/>
                  </a:lnTo>
                  <a:lnTo>
                    <a:pt x="6287" y="795"/>
                  </a:lnTo>
                  <a:lnTo>
                    <a:pt x="7162" y="670"/>
                  </a:lnTo>
                  <a:lnTo>
                    <a:pt x="7903" y="518"/>
                  </a:lnTo>
                  <a:lnTo>
                    <a:pt x="8761" y="268"/>
                  </a:lnTo>
                  <a:lnTo>
                    <a:pt x="9368" y="27"/>
                  </a:lnTo>
                  <a:lnTo>
                    <a:pt x="9421"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3474;p33">
              <a:extLst>
                <a:ext uri="{FF2B5EF4-FFF2-40B4-BE49-F238E27FC236}">
                  <a16:creationId xmlns:a16="http://schemas.microsoft.com/office/drawing/2014/main" id="{9E1BA4C8-8E09-4950-9BC0-67938BFC843C}"/>
                </a:ext>
              </a:extLst>
            </p:cNvPr>
            <p:cNvSpPr/>
            <p:nvPr/>
          </p:nvSpPr>
          <p:spPr>
            <a:xfrm>
              <a:off x="4049328" y="4177073"/>
              <a:ext cx="13866" cy="70462"/>
            </a:xfrm>
            <a:custGeom>
              <a:avLst/>
              <a:gdLst/>
              <a:ahLst/>
              <a:cxnLst/>
              <a:rect l="l" t="t" r="r" b="b"/>
              <a:pathLst>
                <a:path w="269" h="1367" extrusionOk="0">
                  <a:moveTo>
                    <a:pt x="152" y="1"/>
                  </a:moveTo>
                  <a:lnTo>
                    <a:pt x="108" y="36"/>
                  </a:lnTo>
                  <a:lnTo>
                    <a:pt x="99" y="63"/>
                  </a:lnTo>
                  <a:lnTo>
                    <a:pt x="45" y="679"/>
                  </a:lnTo>
                  <a:lnTo>
                    <a:pt x="1" y="1295"/>
                  </a:lnTo>
                  <a:lnTo>
                    <a:pt x="1" y="1322"/>
                  </a:lnTo>
                  <a:lnTo>
                    <a:pt x="45" y="1358"/>
                  </a:lnTo>
                  <a:lnTo>
                    <a:pt x="108" y="1367"/>
                  </a:lnTo>
                  <a:lnTo>
                    <a:pt x="152" y="1331"/>
                  </a:lnTo>
                  <a:lnTo>
                    <a:pt x="161" y="1304"/>
                  </a:lnTo>
                  <a:lnTo>
                    <a:pt x="215" y="688"/>
                  </a:lnTo>
                  <a:lnTo>
                    <a:pt x="268" y="72"/>
                  </a:lnTo>
                  <a:lnTo>
                    <a:pt x="260" y="45"/>
                  </a:lnTo>
                  <a:lnTo>
                    <a:pt x="215" y="10"/>
                  </a:lnTo>
                  <a:lnTo>
                    <a:pt x="15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3475;p33">
              <a:extLst>
                <a:ext uri="{FF2B5EF4-FFF2-40B4-BE49-F238E27FC236}">
                  <a16:creationId xmlns:a16="http://schemas.microsoft.com/office/drawing/2014/main" id="{38CC5029-C79C-4FF9-BE59-854E302512F0}"/>
                </a:ext>
              </a:extLst>
            </p:cNvPr>
            <p:cNvSpPr/>
            <p:nvPr/>
          </p:nvSpPr>
          <p:spPr>
            <a:xfrm>
              <a:off x="3994073" y="4190887"/>
              <a:ext cx="11134" cy="55308"/>
            </a:xfrm>
            <a:custGeom>
              <a:avLst/>
              <a:gdLst/>
              <a:ahLst/>
              <a:cxnLst/>
              <a:rect l="l" t="t" r="r" b="b"/>
              <a:pathLst>
                <a:path w="216" h="1073" extrusionOk="0">
                  <a:moveTo>
                    <a:pt x="99" y="1"/>
                  </a:moveTo>
                  <a:lnTo>
                    <a:pt x="55" y="27"/>
                  </a:lnTo>
                  <a:lnTo>
                    <a:pt x="46" y="54"/>
                  </a:lnTo>
                  <a:lnTo>
                    <a:pt x="28" y="527"/>
                  </a:lnTo>
                  <a:lnTo>
                    <a:pt x="1" y="1001"/>
                  </a:lnTo>
                  <a:lnTo>
                    <a:pt x="1" y="1036"/>
                  </a:lnTo>
                  <a:lnTo>
                    <a:pt x="46" y="1072"/>
                  </a:lnTo>
                  <a:lnTo>
                    <a:pt x="108" y="1072"/>
                  </a:lnTo>
                  <a:lnTo>
                    <a:pt x="162" y="1045"/>
                  </a:lnTo>
                  <a:lnTo>
                    <a:pt x="162" y="1010"/>
                  </a:lnTo>
                  <a:lnTo>
                    <a:pt x="189" y="536"/>
                  </a:lnTo>
                  <a:lnTo>
                    <a:pt x="215" y="63"/>
                  </a:lnTo>
                  <a:lnTo>
                    <a:pt x="206" y="36"/>
                  </a:lnTo>
                  <a:lnTo>
                    <a:pt x="16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3476;p33">
              <a:extLst>
                <a:ext uri="{FF2B5EF4-FFF2-40B4-BE49-F238E27FC236}">
                  <a16:creationId xmlns:a16="http://schemas.microsoft.com/office/drawing/2014/main" id="{E925C055-3EDE-4336-8B27-1748591336B7}"/>
                </a:ext>
              </a:extLst>
            </p:cNvPr>
            <p:cNvSpPr/>
            <p:nvPr/>
          </p:nvSpPr>
          <p:spPr>
            <a:xfrm>
              <a:off x="3946240" y="4203309"/>
              <a:ext cx="8763" cy="39638"/>
            </a:xfrm>
            <a:custGeom>
              <a:avLst/>
              <a:gdLst/>
              <a:ahLst/>
              <a:cxnLst/>
              <a:rect l="l" t="t" r="r" b="b"/>
              <a:pathLst>
                <a:path w="170" h="769" extrusionOk="0">
                  <a:moveTo>
                    <a:pt x="63" y="1"/>
                  </a:moveTo>
                  <a:lnTo>
                    <a:pt x="9" y="36"/>
                  </a:lnTo>
                  <a:lnTo>
                    <a:pt x="9" y="63"/>
                  </a:lnTo>
                  <a:lnTo>
                    <a:pt x="0" y="385"/>
                  </a:lnTo>
                  <a:lnTo>
                    <a:pt x="0" y="697"/>
                  </a:lnTo>
                  <a:lnTo>
                    <a:pt x="0" y="733"/>
                  </a:lnTo>
                  <a:lnTo>
                    <a:pt x="45" y="769"/>
                  </a:lnTo>
                  <a:lnTo>
                    <a:pt x="107" y="769"/>
                  </a:lnTo>
                  <a:lnTo>
                    <a:pt x="161" y="742"/>
                  </a:lnTo>
                  <a:lnTo>
                    <a:pt x="161" y="706"/>
                  </a:lnTo>
                  <a:lnTo>
                    <a:pt x="170" y="394"/>
                  </a:lnTo>
                  <a:lnTo>
                    <a:pt x="170" y="72"/>
                  </a:lnTo>
                  <a:lnTo>
                    <a:pt x="170" y="45"/>
                  </a:lnTo>
                  <a:lnTo>
                    <a:pt x="125" y="10"/>
                  </a:lnTo>
                  <a:lnTo>
                    <a:pt x="6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3477;p33">
              <a:extLst>
                <a:ext uri="{FF2B5EF4-FFF2-40B4-BE49-F238E27FC236}">
                  <a16:creationId xmlns:a16="http://schemas.microsoft.com/office/drawing/2014/main" id="{2CA71462-DBF4-4F01-8EC4-9E5F011C4790}"/>
                </a:ext>
              </a:extLst>
            </p:cNvPr>
            <p:cNvSpPr/>
            <p:nvPr/>
          </p:nvSpPr>
          <p:spPr>
            <a:xfrm>
              <a:off x="3891913" y="4207484"/>
              <a:ext cx="9742" cy="37319"/>
            </a:xfrm>
            <a:custGeom>
              <a:avLst/>
              <a:gdLst/>
              <a:ahLst/>
              <a:cxnLst/>
              <a:rect l="l" t="t" r="r" b="b"/>
              <a:pathLst>
                <a:path w="189" h="724" extrusionOk="0">
                  <a:moveTo>
                    <a:pt x="72" y="0"/>
                  </a:moveTo>
                  <a:lnTo>
                    <a:pt x="27" y="27"/>
                  </a:lnTo>
                  <a:lnTo>
                    <a:pt x="18" y="63"/>
                  </a:lnTo>
                  <a:lnTo>
                    <a:pt x="1" y="652"/>
                  </a:lnTo>
                  <a:lnTo>
                    <a:pt x="1" y="688"/>
                  </a:lnTo>
                  <a:lnTo>
                    <a:pt x="45" y="723"/>
                  </a:lnTo>
                  <a:lnTo>
                    <a:pt x="108" y="723"/>
                  </a:lnTo>
                  <a:lnTo>
                    <a:pt x="161" y="697"/>
                  </a:lnTo>
                  <a:lnTo>
                    <a:pt x="161" y="661"/>
                  </a:lnTo>
                  <a:lnTo>
                    <a:pt x="179" y="366"/>
                  </a:lnTo>
                  <a:lnTo>
                    <a:pt x="188" y="71"/>
                  </a:lnTo>
                  <a:lnTo>
                    <a:pt x="179" y="36"/>
                  </a:lnTo>
                  <a:lnTo>
                    <a:pt x="13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3478;p33">
              <a:extLst>
                <a:ext uri="{FF2B5EF4-FFF2-40B4-BE49-F238E27FC236}">
                  <a16:creationId xmlns:a16="http://schemas.microsoft.com/office/drawing/2014/main" id="{71987627-0AF8-4E46-A16C-0A744EABBDB5}"/>
                </a:ext>
              </a:extLst>
            </p:cNvPr>
            <p:cNvSpPr/>
            <p:nvPr/>
          </p:nvSpPr>
          <p:spPr>
            <a:xfrm>
              <a:off x="3840833" y="4206556"/>
              <a:ext cx="8763" cy="39638"/>
            </a:xfrm>
            <a:custGeom>
              <a:avLst/>
              <a:gdLst/>
              <a:ahLst/>
              <a:cxnLst/>
              <a:rect l="l" t="t" r="r" b="b"/>
              <a:pathLst>
                <a:path w="170" h="769" extrusionOk="0">
                  <a:moveTo>
                    <a:pt x="54" y="0"/>
                  </a:moveTo>
                  <a:lnTo>
                    <a:pt x="9" y="36"/>
                  </a:lnTo>
                  <a:lnTo>
                    <a:pt x="0" y="63"/>
                  </a:lnTo>
                  <a:lnTo>
                    <a:pt x="0" y="697"/>
                  </a:lnTo>
                  <a:lnTo>
                    <a:pt x="9" y="732"/>
                  </a:lnTo>
                  <a:lnTo>
                    <a:pt x="54" y="768"/>
                  </a:lnTo>
                  <a:lnTo>
                    <a:pt x="116" y="768"/>
                  </a:lnTo>
                  <a:lnTo>
                    <a:pt x="161" y="741"/>
                  </a:lnTo>
                  <a:lnTo>
                    <a:pt x="170" y="706"/>
                  </a:lnTo>
                  <a:lnTo>
                    <a:pt x="170" y="72"/>
                  </a:lnTo>
                  <a:lnTo>
                    <a:pt x="161" y="45"/>
                  </a:lnTo>
                  <a:lnTo>
                    <a:pt x="116" y="9"/>
                  </a:lnTo>
                  <a:lnTo>
                    <a:pt x="5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3479;p33">
              <a:extLst>
                <a:ext uri="{FF2B5EF4-FFF2-40B4-BE49-F238E27FC236}">
                  <a16:creationId xmlns:a16="http://schemas.microsoft.com/office/drawing/2014/main" id="{6C79F800-1945-4B72-97F0-CB7BED72150C}"/>
                </a:ext>
              </a:extLst>
            </p:cNvPr>
            <p:cNvSpPr/>
            <p:nvPr/>
          </p:nvSpPr>
          <p:spPr>
            <a:xfrm>
              <a:off x="3783722" y="4204237"/>
              <a:ext cx="9278" cy="41494"/>
            </a:xfrm>
            <a:custGeom>
              <a:avLst/>
              <a:gdLst/>
              <a:ahLst/>
              <a:cxnLst/>
              <a:rect l="l" t="t" r="r" b="b"/>
              <a:pathLst>
                <a:path w="180" h="805" extrusionOk="0">
                  <a:moveTo>
                    <a:pt x="72" y="1"/>
                  </a:moveTo>
                  <a:lnTo>
                    <a:pt x="19" y="27"/>
                  </a:lnTo>
                  <a:lnTo>
                    <a:pt x="19" y="63"/>
                  </a:lnTo>
                  <a:lnTo>
                    <a:pt x="10" y="393"/>
                  </a:lnTo>
                  <a:lnTo>
                    <a:pt x="1" y="733"/>
                  </a:lnTo>
                  <a:lnTo>
                    <a:pt x="1" y="760"/>
                  </a:lnTo>
                  <a:lnTo>
                    <a:pt x="46" y="795"/>
                  </a:lnTo>
                  <a:lnTo>
                    <a:pt x="108" y="804"/>
                  </a:lnTo>
                  <a:lnTo>
                    <a:pt x="153" y="768"/>
                  </a:lnTo>
                  <a:lnTo>
                    <a:pt x="162" y="742"/>
                  </a:lnTo>
                  <a:lnTo>
                    <a:pt x="171" y="402"/>
                  </a:lnTo>
                  <a:lnTo>
                    <a:pt x="180" y="72"/>
                  </a:lnTo>
                  <a:lnTo>
                    <a:pt x="180" y="36"/>
                  </a:lnTo>
                  <a:lnTo>
                    <a:pt x="13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3480;p33">
              <a:extLst>
                <a:ext uri="{FF2B5EF4-FFF2-40B4-BE49-F238E27FC236}">
                  <a16:creationId xmlns:a16="http://schemas.microsoft.com/office/drawing/2014/main" id="{C030B30A-F976-4924-8CBF-A9DDEDC163FB}"/>
                </a:ext>
              </a:extLst>
            </p:cNvPr>
            <p:cNvSpPr/>
            <p:nvPr/>
          </p:nvSpPr>
          <p:spPr>
            <a:xfrm>
              <a:off x="3732642" y="4199650"/>
              <a:ext cx="9278" cy="44690"/>
            </a:xfrm>
            <a:custGeom>
              <a:avLst/>
              <a:gdLst/>
              <a:ahLst/>
              <a:cxnLst/>
              <a:rect l="l" t="t" r="r" b="b"/>
              <a:pathLst>
                <a:path w="180" h="867" extrusionOk="0">
                  <a:moveTo>
                    <a:pt x="45" y="0"/>
                  </a:moveTo>
                  <a:lnTo>
                    <a:pt x="1" y="27"/>
                  </a:lnTo>
                  <a:lnTo>
                    <a:pt x="1" y="63"/>
                  </a:lnTo>
                  <a:lnTo>
                    <a:pt x="1" y="429"/>
                  </a:lnTo>
                  <a:lnTo>
                    <a:pt x="10" y="795"/>
                  </a:lnTo>
                  <a:lnTo>
                    <a:pt x="19" y="822"/>
                  </a:lnTo>
                  <a:lnTo>
                    <a:pt x="63" y="857"/>
                  </a:lnTo>
                  <a:lnTo>
                    <a:pt x="126" y="866"/>
                  </a:lnTo>
                  <a:lnTo>
                    <a:pt x="170" y="831"/>
                  </a:lnTo>
                  <a:lnTo>
                    <a:pt x="179" y="804"/>
                  </a:lnTo>
                  <a:lnTo>
                    <a:pt x="170" y="438"/>
                  </a:lnTo>
                  <a:lnTo>
                    <a:pt x="161" y="72"/>
                  </a:lnTo>
                  <a:lnTo>
                    <a:pt x="153" y="45"/>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3481;p33">
              <a:extLst>
                <a:ext uri="{FF2B5EF4-FFF2-40B4-BE49-F238E27FC236}">
                  <a16:creationId xmlns:a16="http://schemas.microsoft.com/office/drawing/2014/main" id="{870C6DD1-0230-4189-8455-868128DEC106}"/>
                </a:ext>
              </a:extLst>
            </p:cNvPr>
            <p:cNvSpPr/>
            <p:nvPr/>
          </p:nvSpPr>
          <p:spPr>
            <a:xfrm>
              <a:off x="3681562" y="4191351"/>
              <a:ext cx="9742" cy="50205"/>
            </a:xfrm>
            <a:custGeom>
              <a:avLst/>
              <a:gdLst/>
              <a:ahLst/>
              <a:cxnLst/>
              <a:rect l="l" t="t" r="r" b="b"/>
              <a:pathLst>
                <a:path w="189" h="974" extrusionOk="0">
                  <a:moveTo>
                    <a:pt x="45" y="0"/>
                  </a:moveTo>
                  <a:lnTo>
                    <a:pt x="1" y="27"/>
                  </a:lnTo>
                  <a:lnTo>
                    <a:pt x="1" y="63"/>
                  </a:lnTo>
                  <a:lnTo>
                    <a:pt x="27" y="902"/>
                  </a:lnTo>
                  <a:lnTo>
                    <a:pt x="27" y="938"/>
                  </a:lnTo>
                  <a:lnTo>
                    <a:pt x="81" y="974"/>
                  </a:lnTo>
                  <a:lnTo>
                    <a:pt x="143" y="974"/>
                  </a:lnTo>
                  <a:lnTo>
                    <a:pt x="188" y="947"/>
                  </a:lnTo>
                  <a:lnTo>
                    <a:pt x="188" y="920"/>
                  </a:lnTo>
                  <a:lnTo>
                    <a:pt x="161" y="72"/>
                  </a:lnTo>
                  <a:lnTo>
                    <a:pt x="152"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3482;p33">
              <a:extLst>
                <a:ext uri="{FF2B5EF4-FFF2-40B4-BE49-F238E27FC236}">
                  <a16:creationId xmlns:a16="http://schemas.microsoft.com/office/drawing/2014/main" id="{43B40D88-1FF4-4EFD-AE30-4B106F1DC366}"/>
                </a:ext>
              </a:extLst>
            </p:cNvPr>
            <p:cNvSpPr/>
            <p:nvPr/>
          </p:nvSpPr>
          <p:spPr>
            <a:xfrm>
              <a:off x="3634142" y="4173878"/>
              <a:ext cx="12010" cy="75050"/>
            </a:xfrm>
            <a:custGeom>
              <a:avLst/>
              <a:gdLst/>
              <a:ahLst/>
              <a:cxnLst/>
              <a:rect l="l" t="t" r="r" b="b"/>
              <a:pathLst>
                <a:path w="233" h="1456" extrusionOk="0">
                  <a:moveTo>
                    <a:pt x="45" y="0"/>
                  </a:moveTo>
                  <a:lnTo>
                    <a:pt x="1" y="36"/>
                  </a:lnTo>
                  <a:lnTo>
                    <a:pt x="1" y="63"/>
                  </a:lnTo>
                  <a:lnTo>
                    <a:pt x="28" y="723"/>
                  </a:lnTo>
                  <a:lnTo>
                    <a:pt x="63" y="1384"/>
                  </a:lnTo>
                  <a:lnTo>
                    <a:pt x="72" y="1411"/>
                  </a:lnTo>
                  <a:lnTo>
                    <a:pt x="117" y="1447"/>
                  </a:lnTo>
                  <a:lnTo>
                    <a:pt x="179" y="1456"/>
                  </a:lnTo>
                  <a:lnTo>
                    <a:pt x="224" y="1420"/>
                  </a:lnTo>
                  <a:lnTo>
                    <a:pt x="233" y="1393"/>
                  </a:lnTo>
                  <a:lnTo>
                    <a:pt x="197" y="732"/>
                  </a:lnTo>
                  <a:lnTo>
                    <a:pt x="161" y="72"/>
                  </a:lnTo>
                  <a:lnTo>
                    <a:pt x="153" y="45"/>
                  </a:lnTo>
                  <a:lnTo>
                    <a:pt x="108"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3483;p33">
              <a:extLst>
                <a:ext uri="{FF2B5EF4-FFF2-40B4-BE49-F238E27FC236}">
                  <a16:creationId xmlns:a16="http://schemas.microsoft.com/office/drawing/2014/main" id="{D75978D5-3C6C-4BFA-AC91-D80C01A2DB17}"/>
                </a:ext>
              </a:extLst>
            </p:cNvPr>
            <p:cNvSpPr/>
            <p:nvPr/>
          </p:nvSpPr>
          <p:spPr>
            <a:xfrm>
              <a:off x="4070049" y="4253925"/>
              <a:ext cx="10154" cy="69586"/>
            </a:xfrm>
            <a:custGeom>
              <a:avLst/>
              <a:gdLst/>
              <a:ahLst/>
              <a:cxnLst/>
              <a:rect l="l" t="t" r="r" b="b"/>
              <a:pathLst>
                <a:path w="197" h="1350" extrusionOk="0">
                  <a:moveTo>
                    <a:pt x="81" y="1"/>
                  </a:moveTo>
                  <a:lnTo>
                    <a:pt x="36" y="37"/>
                  </a:lnTo>
                  <a:lnTo>
                    <a:pt x="27" y="63"/>
                  </a:lnTo>
                  <a:lnTo>
                    <a:pt x="0" y="1287"/>
                  </a:lnTo>
                  <a:lnTo>
                    <a:pt x="9" y="1314"/>
                  </a:lnTo>
                  <a:lnTo>
                    <a:pt x="54" y="1349"/>
                  </a:lnTo>
                  <a:lnTo>
                    <a:pt x="117" y="1349"/>
                  </a:lnTo>
                  <a:lnTo>
                    <a:pt x="161" y="1323"/>
                  </a:lnTo>
                  <a:lnTo>
                    <a:pt x="170" y="1296"/>
                  </a:lnTo>
                  <a:lnTo>
                    <a:pt x="197" y="72"/>
                  </a:lnTo>
                  <a:lnTo>
                    <a:pt x="188" y="46"/>
                  </a:lnTo>
                  <a:lnTo>
                    <a:pt x="143" y="10"/>
                  </a:lnTo>
                  <a:lnTo>
                    <a:pt x="81"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3484;p33">
              <a:extLst>
                <a:ext uri="{FF2B5EF4-FFF2-40B4-BE49-F238E27FC236}">
                  <a16:creationId xmlns:a16="http://schemas.microsoft.com/office/drawing/2014/main" id="{79571450-404A-443B-80C4-825A7039700B}"/>
                </a:ext>
              </a:extLst>
            </p:cNvPr>
            <p:cNvSpPr/>
            <p:nvPr/>
          </p:nvSpPr>
          <p:spPr>
            <a:xfrm>
              <a:off x="4013866" y="4271914"/>
              <a:ext cx="9742" cy="55720"/>
            </a:xfrm>
            <a:custGeom>
              <a:avLst/>
              <a:gdLst/>
              <a:ahLst/>
              <a:cxnLst/>
              <a:rect l="l" t="t" r="r" b="b"/>
              <a:pathLst>
                <a:path w="189" h="1081" extrusionOk="0">
                  <a:moveTo>
                    <a:pt x="72" y="0"/>
                  </a:moveTo>
                  <a:lnTo>
                    <a:pt x="28" y="36"/>
                  </a:lnTo>
                  <a:lnTo>
                    <a:pt x="19" y="63"/>
                  </a:lnTo>
                  <a:lnTo>
                    <a:pt x="1" y="1009"/>
                  </a:lnTo>
                  <a:lnTo>
                    <a:pt x="10" y="1036"/>
                  </a:lnTo>
                  <a:lnTo>
                    <a:pt x="55" y="1072"/>
                  </a:lnTo>
                  <a:lnTo>
                    <a:pt x="117" y="1081"/>
                  </a:lnTo>
                  <a:lnTo>
                    <a:pt x="162" y="1045"/>
                  </a:lnTo>
                  <a:lnTo>
                    <a:pt x="171" y="1018"/>
                  </a:lnTo>
                  <a:lnTo>
                    <a:pt x="180" y="545"/>
                  </a:lnTo>
                  <a:lnTo>
                    <a:pt x="188" y="72"/>
                  </a:lnTo>
                  <a:lnTo>
                    <a:pt x="188" y="45"/>
                  </a:lnTo>
                  <a:lnTo>
                    <a:pt x="135" y="9"/>
                  </a:lnTo>
                  <a:lnTo>
                    <a:pt x="72"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3485;p33">
              <a:extLst>
                <a:ext uri="{FF2B5EF4-FFF2-40B4-BE49-F238E27FC236}">
                  <a16:creationId xmlns:a16="http://schemas.microsoft.com/office/drawing/2014/main" id="{23CAAA1C-7BFF-47BD-8952-3A9DAB0B26C9}"/>
                </a:ext>
              </a:extLst>
            </p:cNvPr>
            <p:cNvSpPr/>
            <p:nvPr/>
          </p:nvSpPr>
          <p:spPr>
            <a:xfrm>
              <a:off x="3953147" y="4285728"/>
              <a:ext cx="9690" cy="43298"/>
            </a:xfrm>
            <a:custGeom>
              <a:avLst/>
              <a:gdLst/>
              <a:ahLst/>
              <a:cxnLst/>
              <a:rect l="l" t="t" r="r" b="b"/>
              <a:pathLst>
                <a:path w="188" h="840" extrusionOk="0">
                  <a:moveTo>
                    <a:pt x="45" y="0"/>
                  </a:moveTo>
                  <a:lnTo>
                    <a:pt x="0" y="27"/>
                  </a:lnTo>
                  <a:lnTo>
                    <a:pt x="0" y="54"/>
                  </a:lnTo>
                  <a:lnTo>
                    <a:pt x="9" y="411"/>
                  </a:lnTo>
                  <a:lnTo>
                    <a:pt x="27" y="768"/>
                  </a:lnTo>
                  <a:lnTo>
                    <a:pt x="27" y="795"/>
                  </a:lnTo>
                  <a:lnTo>
                    <a:pt x="81" y="831"/>
                  </a:lnTo>
                  <a:lnTo>
                    <a:pt x="143" y="840"/>
                  </a:lnTo>
                  <a:lnTo>
                    <a:pt x="188" y="804"/>
                  </a:lnTo>
                  <a:lnTo>
                    <a:pt x="188" y="777"/>
                  </a:lnTo>
                  <a:lnTo>
                    <a:pt x="179" y="420"/>
                  </a:lnTo>
                  <a:lnTo>
                    <a:pt x="161" y="63"/>
                  </a:lnTo>
                  <a:lnTo>
                    <a:pt x="161" y="36"/>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3486;p33">
              <a:extLst>
                <a:ext uri="{FF2B5EF4-FFF2-40B4-BE49-F238E27FC236}">
                  <a16:creationId xmlns:a16="http://schemas.microsoft.com/office/drawing/2014/main" id="{27052E64-0F00-4228-9760-BA096BD0CF84}"/>
                </a:ext>
              </a:extLst>
            </p:cNvPr>
            <p:cNvSpPr/>
            <p:nvPr/>
          </p:nvSpPr>
          <p:spPr>
            <a:xfrm>
              <a:off x="3896036" y="4289388"/>
              <a:ext cx="8814" cy="37319"/>
            </a:xfrm>
            <a:custGeom>
              <a:avLst/>
              <a:gdLst/>
              <a:ahLst/>
              <a:cxnLst/>
              <a:rect l="l" t="t" r="r" b="b"/>
              <a:pathLst>
                <a:path w="171" h="724" extrusionOk="0">
                  <a:moveTo>
                    <a:pt x="54" y="1"/>
                  </a:moveTo>
                  <a:lnTo>
                    <a:pt x="10" y="27"/>
                  </a:lnTo>
                  <a:lnTo>
                    <a:pt x="1" y="63"/>
                  </a:lnTo>
                  <a:lnTo>
                    <a:pt x="1" y="652"/>
                  </a:lnTo>
                  <a:lnTo>
                    <a:pt x="10" y="688"/>
                  </a:lnTo>
                  <a:lnTo>
                    <a:pt x="54" y="724"/>
                  </a:lnTo>
                  <a:lnTo>
                    <a:pt x="117" y="724"/>
                  </a:lnTo>
                  <a:lnTo>
                    <a:pt x="162" y="697"/>
                  </a:lnTo>
                  <a:lnTo>
                    <a:pt x="171" y="670"/>
                  </a:lnTo>
                  <a:lnTo>
                    <a:pt x="171" y="72"/>
                  </a:lnTo>
                  <a:lnTo>
                    <a:pt x="162" y="36"/>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3487;p33">
              <a:extLst>
                <a:ext uri="{FF2B5EF4-FFF2-40B4-BE49-F238E27FC236}">
                  <a16:creationId xmlns:a16="http://schemas.microsoft.com/office/drawing/2014/main" id="{3B070500-1C95-4C04-82FA-A127E98FDA8A}"/>
                </a:ext>
              </a:extLst>
            </p:cNvPr>
            <p:cNvSpPr/>
            <p:nvPr/>
          </p:nvSpPr>
          <p:spPr>
            <a:xfrm>
              <a:off x="3842688" y="4289388"/>
              <a:ext cx="9227" cy="36442"/>
            </a:xfrm>
            <a:custGeom>
              <a:avLst/>
              <a:gdLst/>
              <a:ahLst/>
              <a:cxnLst/>
              <a:rect l="l" t="t" r="r" b="b"/>
              <a:pathLst>
                <a:path w="179" h="707" extrusionOk="0">
                  <a:moveTo>
                    <a:pt x="54" y="1"/>
                  </a:moveTo>
                  <a:lnTo>
                    <a:pt x="9" y="27"/>
                  </a:lnTo>
                  <a:lnTo>
                    <a:pt x="0" y="63"/>
                  </a:lnTo>
                  <a:lnTo>
                    <a:pt x="9" y="635"/>
                  </a:lnTo>
                  <a:lnTo>
                    <a:pt x="18" y="661"/>
                  </a:lnTo>
                  <a:lnTo>
                    <a:pt x="63" y="697"/>
                  </a:lnTo>
                  <a:lnTo>
                    <a:pt x="125" y="706"/>
                  </a:lnTo>
                  <a:lnTo>
                    <a:pt x="170" y="670"/>
                  </a:lnTo>
                  <a:lnTo>
                    <a:pt x="179" y="644"/>
                  </a:lnTo>
                  <a:lnTo>
                    <a:pt x="170" y="72"/>
                  </a:lnTo>
                  <a:lnTo>
                    <a:pt x="161" y="36"/>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3488;p33">
              <a:extLst>
                <a:ext uri="{FF2B5EF4-FFF2-40B4-BE49-F238E27FC236}">
                  <a16:creationId xmlns:a16="http://schemas.microsoft.com/office/drawing/2014/main" id="{5306086D-6295-487F-BC34-F06A07D86920}"/>
                </a:ext>
              </a:extLst>
            </p:cNvPr>
            <p:cNvSpPr/>
            <p:nvPr/>
          </p:nvSpPr>
          <p:spPr>
            <a:xfrm>
              <a:off x="3795268" y="4286604"/>
              <a:ext cx="8763" cy="36442"/>
            </a:xfrm>
            <a:custGeom>
              <a:avLst/>
              <a:gdLst/>
              <a:ahLst/>
              <a:cxnLst/>
              <a:rect l="l" t="t" r="r" b="b"/>
              <a:pathLst>
                <a:path w="170" h="707" extrusionOk="0">
                  <a:moveTo>
                    <a:pt x="45" y="1"/>
                  </a:moveTo>
                  <a:lnTo>
                    <a:pt x="0" y="37"/>
                  </a:lnTo>
                  <a:lnTo>
                    <a:pt x="0" y="63"/>
                  </a:lnTo>
                  <a:lnTo>
                    <a:pt x="0" y="635"/>
                  </a:lnTo>
                  <a:lnTo>
                    <a:pt x="9" y="671"/>
                  </a:lnTo>
                  <a:lnTo>
                    <a:pt x="54" y="706"/>
                  </a:lnTo>
                  <a:lnTo>
                    <a:pt x="116" y="706"/>
                  </a:lnTo>
                  <a:lnTo>
                    <a:pt x="161" y="680"/>
                  </a:lnTo>
                  <a:lnTo>
                    <a:pt x="170" y="644"/>
                  </a:lnTo>
                  <a:lnTo>
                    <a:pt x="161" y="72"/>
                  </a:lnTo>
                  <a:lnTo>
                    <a:pt x="152" y="46"/>
                  </a:lnTo>
                  <a:lnTo>
                    <a:pt x="107" y="10"/>
                  </a:lnTo>
                  <a:lnTo>
                    <a:pt x="4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3489;p33">
              <a:extLst>
                <a:ext uri="{FF2B5EF4-FFF2-40B4-BE49-F238E27FC236}">
                  <a16:creationId xmlns:a16="http://schemas.microsoft.com/office/drawing/2014/main" id="{BBB98678-362D-4368-8848-DDDAFA32589E}"/>
                </a:ext>
              </a:extLst>
            </p:cNvPr>
            <p:cNvSpPr/>
            <p:nvPr/>
          </p:nvSpPr>
          <p:spPr>
            <a:xfrm>
              <a:off x="3743724" y="4286192"/>
              <a:ext cx="9690" cy="40050"/>
            </a:xfrm>
            <a:custGeom>
              <a:avLst/>
              <a:gdLst/>
              <a:ahLst/>
              <a:cxnLst/>
              <a:rect l="l" t="t" r="r" b="b"/>
              <a:pathLst>
                <a:path w="188" h="777" extrusionOk="0">
                  <a:moveTo>
                    <a:pt x="72" y="0"/>
                  </a:moveTo>
                  <a:lnTo>
                    <a:pt x="27" y="27"/>
                  </a:lnTo>
                  <a:lnTo>
                    <a:pt x="18" y="63"/>
                  </a:lnTo>
                  <a:lnTo>
                    <a:pt x="0" y="706"/>
                  </a:lnTo>
                  <a:lnTo>
                    <a:pt x="9" y="741"/>
                  </a:lnTo>
                  <a:lnTo>
                    <a:pt x="54" y="777"/>
                  </a:lnTo>
                  <a:lnTo>
                    <a:pt x="116" y="777"/>
                  </a:lnTo>
                  <a:lnTo>
                    <a:pt x="161" y="750"/>
                  </a:lnTo>
                  <a:lnTo>
                    <a:pt x="170" y="714"/>
                  </a:lnTo>
                  <a:lnTo>
                    <a:pt x="188" y="71"/>
                  </a:lnTo>
                  <a:lnTo>
                    <a:pt x="179" y="36"/>
                  </a:lnTo>
                  <a:lnTo>
                    <a:pt x="134"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3490;p33">
              <a:extLst>
                <a:ext uri="{FF2B5EF4-FFF2-40B4-BE49-F238E27FC236}">
                  <a16:creationId xmlns:a16="http://schemas.microsoft.com/office/drawing/2014/main" id="{F82A3955-E584-458F-9014-EFC54E700D1A}"/>
                </a:ext>
              </a:extLst>
            </p:cNvPr>
            <p:cNvSpPr/>
            <p:nvPr/>
          </p:nvSpPr>
          <p:spPr>
            <a:xfrm>
              <a:off x="3683882" y="4269595"/>
              <a:ext cx="9690" cy="52988"/>
            </a:xfrm>
            <a:custGeom>
              <a:avLst/>
              <a:gdLst/>
              <a:ahLst/>
              <a:cxnLst/>
              <a:rect l="l" t="t" r="r" b="b"/>
              <a:pathLst>
                <a:path w="188" h="1028" extrusionOk="0">
                  <a:moveTo>
                    <a:pt x="54" y="1"/>
                  </a:moveTo>
                  <a:lnTo>
                    <a:pt x="9" y="27"/>
                  </a:lnTo>
                  <a:lnTo>
                    <a:pt x="0" y="54"/>
                  </a:lnTo>
                  <a:lnTo>
                    <a:pt x="27" y="956"/>
                  </a:lnTo>
                  <a:lnTo>
                    <a:pt x="36" y="983"/>
                  </a:lnTo>
                  <a:lnTo>
                    <a:pt x="81" y="1019"/>
                  </a:lnTo>
                  <a:lnTo>
                    <a:pt x="143" y="1028"/>
                  </a:lnTo>
                  <a:lnTo>
                    <a:pt x="188" y="992"/>
                  </a:lnTo>
                  <a:lnTo>
                    <a:pt x="188" y="965"/>
                  </a:lnTo>
                  <a:lnTo>
                    <a:pt x="170" y="72"/>
                  </a:lnTo>
                  <a:lnTo>
                    <a:pt x="161" y="36"/>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3491;p33">
              <a:extLst>
                <a:ext uri="{FF2B5EF4-FFF2-40B4-BE49-F238E27FC236}">
                  <a16:creationId xmlns:a16="http://schemas.microsoft.com/office/drawing/2014/main" id="{61A60032-AA38-417F-8511-110EF1066728}"/>
                </a:ext>
              </a:extLst>
            </p:cNvPr>
            <p:cNvSpPr/>
            <p:nvPr/>
          </p:nvSpPr>
          <p:spPr>
            <a:xfrm>
              <a:off x="3625431" y="4254389"/>
              <a:ext cx="15670" cy="73245"/>
            </a:xfrm>
            <a:custGeom>
              <a:avLst/>
              <a:gdLst/>
              <a:ahLst/>
              <a:cxnLst/>
              <a:rect l="l" t="t" r="r" b="b"/>
              <a:pathLst>
                <a:path w="304" h="1421" extrusionOk="0">
                  <a:moveTo>
                    <a:pt x="107" y="1"/>
                  </a:moveTo>
                  <a:lnTo>
                    <a:pt x="45" y="19"/>
                  </a:lnTo>
                  <a:lnTo>
                    <a:pt x="9" y="54"/>
                  </a:lnTo>
                  <a:lnTo>
                    <a:pt x="0" y="90"/>
                  </a:lnTo>
                  <a:lnTo>
                    <a:pt x="134" y="1367"/>
                  </a:lnTo>
                  <a:lnTo>
                    <a:pt x="143" y="1394"/>
                  </a:lnTo>
                  <a:lnTo>
                    <a:pt x="197" y="1421"/>
                  </a:lnTo>
                  <a:lnTo>
                    <a:pt x="259" y="1412"/>
                  </a:lnTo>
                  <a:lnTo>
                    <a:pt x="295" y="1367"/>
                  </a:lnTo>
                  <a:lnTo>
                    <a:pt x="304" y="1340"/>
                  </a:lnTo>
                  <a:lnTo>
                    <a:pt x="170" y="63"/>
                  </a:lnTo>
                  <a:lnTo>
                    <a:pt x="161" y="28"/>
                  </a:lnTo>
                  <a:lnTo>
                    <a:pt x="10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3492;p33">
              <a:extLst>
                <a:ext uri="{FF2B5EF4-FFF2-40B4-BE49-F238E27FC236}">
                  <a16:creationId xmlns:a16="http://schemas.microsoft.com/office/drawing/2014/main" id="{4B6C0865-5210-45EC-943C-0D9A12F423EC}"/>
                </a:ext>
              </a:extLst>
            </p:cNvPr>
            <p:cNvSpPr/>
            <p:nvPr/>
          </p:nvSpPr>
          <p:spPr>
            <a:xfrm>
              <a:off x="3685222" y="4161455"/>
              <a:ext cx="351743" cy="33607"/>
            </a:xfrm>
            <a:custGeom>
              <a:avLst/>
              <a:gdLst/>
              <a:ahLst/>
              <a:cxnLst/>
              <a:rect l="l" t="t" r="r" b="b"/>
              <a:pathLst>
                <a:path w="6824" h="652" extrusionOk="0">
                  <a:moveTo>
                    <a:pt x="6698" y="0"/>
                  </a:moveTo>
                  <a:lnTo>
                    <a:pt x="6306" y="125"/>
                  </a:lnTo>
                  <a:lnTo>
                    <a:pt x="5493" y="322"/>
                  </a:lnTo>
                  <a:lnTo>
                    <a:pt x="4662" y="447"/>
                  </a:lnTo>
                  <a:lnTo>
                    <a:pt x="3832" y="518"/>
                  </a:lnTo>
                  <a:lnTo>
                    <a:pt x="2993" y="518"/>
                  </a:lnTo>
                  <a:lnTo>
                    <a:pt x="2153" y="455"/>
                  </a:lnTo>
                  <a:lnTo>
                    <a:pt x="1323" y="330"/>
                  </a:lnTo>
                  <a:lnTo>
                    <a:pt x="510" y="143"/>
                  </a:lnTo>
                  <a:lnTo>
                    <a:pt x="108" y="27"/>
                  </a:lnTo>
                  <a:lnTo>
                    <a:pt x="72" y="18"/>
                  </a:lnTo>
                  <a:lnTo>
                    <a:pt x="19" y="45"/>
                  </a:lnTo>
                  <a:lnTo>
                    <a:pt x="1" y="89"/>
                  </a:lnTo>
                  <a:lnTo>
                    <a:pt x="28" y="134"/>
                  </a:lnTo>
                  <a:lnTo>
                    <a:pt x="55" y="152"/>
                  </a:lnTo>
                  <a:lnTo>
                    <a:pt x="465" y="277"/>
                  </a:lnTo>
                  <a:lnTo>
                    <a:pt x="1296" y="464"/>
                  </a:lnTo>
                  <a:lnTo>
                    <a:pt x="2135" y="589"/>
                  </a:lnTo>
                  <a:lnTo>
                    <a:pt x="2993" y="652"/>
                  </a:lnTo>
                  <a:lnTo>
                    <a:pt x="3841" y="652"/>
                  </a:lnTo>
                  <a:lnTo>
                    <a:pt x="4698" y="580"/>
                  </a:lnTo>
                  <a:lnTo>
                    <a:pt x="5538" y="447"/>
                  </a:lnTo>
                  <a:lnTo>
                    <a:pt x="6368" y="250"/>
                  </a:lnTo>
                  <a:lnTo>
                    <a:pt x="6770" y="125"/>
                  </a:lnTo>
                  <a:lnTo>
                    <a:pt x="6806" y="107"/>
                  </a:lnTo>
                  <a:lnTo>
                    <a:pt x="6823" y="63"/>
                  </a:lnTo>
                  <a:lnTo>
                    <a:pt x="6770"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3493;p33">
              <a:extLst>
                <a:ext uri="{FF2B5EF4-FFF2-40B4-BE49-F238E27FC236}">
                  <a16:creationId xmlns:a16="http://schemas.microsoft.com/office/drawing/2014/main" id="{50074074-41A2-4492-8AB3-E473D020B03F}"/>
                </a:ext>
              </a:extLst>
            </p:cNvPr>
            <p:cNvSpPr/>
            <p:nvPr/>
          </p:nvSpPr>
          <p:spPr>
            <a:xfrm>
              <a:off x="3550847" y="3839254"/>
              <a:ext cx="485657" cy="81029"/>
            </a:xfrm>
            <a:custGeom>
              <a:avLst/>
              <a:gdLst/>
              <a:ahLst/>
              <a:cxnLst/>
              <a:rect l="l" t="t" r="r" b="b"/>
              <a:pathLst>
                <a:path w="9422" h="1572" extrusionOk="0">
                  <a:moveTo>
                    <a:pt x="0" y="0"/>
                  </a:moveTo>
                  <a:lnTo>
                    <a:pt x="0" y="1572"/>
                  </a:lnTo>
                  <a:lnTo>
                    <a:pt x="9422" y="1572"/>
                  </a:lnTo>
                  <a:lnTo>
                    <a:pt x="9422" y="0"/>
                  </a:lnTo>
                  <a:lnTo>
                    <a:pt x="9377" y="27"/>
                  </a:lnTo>
                  <a:lnTo>
                    <a:pt x="8770" y="268"/>
                  </a:lnTo>
                  <a:lnTo>
                    <a:pt x="7912" y="518"/>
                  </a:lnTo>
                  <a:lnTo>
                    <a:pt x="7171" y="670"/>
                  </a:lnTo>
                  <a:lnTo>
                    <a:pt x="6296" y="786"/>
                  </a:lnTo>
                  <a:lnTo>
                    <a:pt x="5278" y="857"/>
                  </a:lnTo>
                  <a:lnTo>
                    <a:pt x="4715" y="866"/>
                  </a:lnTo>
                  <a:lnTo>
                    <a:pt x="4153" y="857"/>
                  </a:lnTo>
                  <a:lnTo>
                    <a:pt x="3135" y="786"/>
                  </a:lnTo>
                  <a:lnTo>
                    <a:pt x="2260" y="670"/>
                  </a:lnTo>
                  <a:lnTo>
                    <a:pt x="1519" y="518"/>
                  </a:lnTo>
                  <a:lnTo>
                    <a:pt x="661" y="268"/>
                  </a:lnTo>
                  <a:lnTo>
                    <a:pt x="54"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3494;p33">
              <a:extLst>
                <a:ext uri="{FF2B5EF4-FFF2-40B4-BE49-F238E27FC236}">
                  <a16:creationId xmlns:a16="http://schemas.microsoft.com/office/drawing/2014/main" id="{49682A6D-16AA-4D0E-AC82-3B707A6313E9}"/>
                </a:ext>
              </a:extLst>
            </p:cNvPr>
            <p:cNvSpPr/>
            <p:nvPr/>
          </p:nvSpPr>
          <p:spPr>
            <a:xfrm>
              <a:off x="3550847" y="3839254"/>
              <a:ext cx="485657" cy="44690"/>
            </a:xfrm>
            <a:custGeom>
              <a:avLst/>
              <a:gdLst/>
              <a:ahLst/>
              <a:cxnLst/>
              <a:rect l="l" t="t" r="r" b="b"/>
              <a:pathLst>
                <a:path w="9422" h="867" extrusionOk="0">
                  <a:moveTo>
                    <a:pt x="0" y="0"/>
                  </a:moveTo>
                  <a:lnTo>
                    <a:pt x="54" y="27"/>
                  </a:lnTo>
                  <a:lnTo>
                    <a:pt x="661" y="268"/>
                  </a:lnTo>
                  <a:lnTo>
                    <a:pt x="1519" y="518"/>
                  </a:lnTo>
                  <a:lnTo>
                    <a:pt x="2260" y="670"/>
                  </a:lnTo>
                  <a:lnTo>
                    <a:pt x="3135" y="786"/>
                  </a:lnTo>
                  <a:lnTo>
                    <a:pt x="4153" y="857"/>
                  </a:lnTo>
                  <a:lnTo>
                    <a:pt x="4715" y="866"/>
                  </a:lnTo>
                  <a:lnTo>
                    <a:pt x="5278" y="857"/>
                  </a:lnTo>
                  <a:lnTo>
                    <a:pt x="6296" y="786"/>
                  </a:lnTo>
                  <a:lnTo>
                    <a:pt x="7171" y="670"/>
                  </a:lnTo>
                  <a:lnTo>
                    <a:pt x="7912" y="518"/>
                  </a:lnTo>
                  <a:lnTo>
                    <a:pt x="8770" y="268"/>
                  </a:lnTo>
                  <a:lnTo>
                    <a:pt x="9377" y="27"/>
                  </a:lnTo>
                  <a:lnTo>
                    <a:pt x="9422"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3495;p33">
              <a:extLst>
                <a:ext uri="{FF2B5EF4-FFF2-40B4-BE49-F238E27FC236}">
                  <a16:creationId xmlns:a16="http://schemas.microsoft.com/office/drawing/2014/main" id="{D37C5104-C02B-4C6E-B686-0EA26BACCE7F}"/>
                </a:ext>
              </a:extLst>
            </p:cNvPr>
            <p:cNvSpPr/>
            <p:nvPr/>
          </p:nvSpPr>
          <p:spPr>
            <a:xfrm>
              <a:off x="3550847" y="3920230"/>
              <a:ext cx="485657" cy="81080"/>
            </a:xfrm>
            <a:custGeom>
              <a:avLst/>
              <a:gdLst/>
              <a:ahLst/>
              <a:cxnLst/>
              <a:rect l="l" t="t" r="r" b="b"/>
              <a:pathLst>
                <a:path w="9422" h="1573" extrusionOk="0">
                  <a:moveTo>
                    <a:pt x="0" y="1"/>
                  </a:moveTo>
                  <a:lnTo>
                    <a:pt x="0" y="1572"/>
                  </a:lnTo>
                  <a:lnTo>
                    <a:pt x="9422" y="1572"/>
                  </a:lnTo>
                  <a:lnTo>
                    <a:pt x="9422" y="1"/>
                  </a:lnTo>
                  <a:lnTo>
                    <a:pt x="9377" y="28"/>
                  </a:lnTo>
                  <a:lnTo>
                    <a:pt x="8770" y="269"/>
                  </a:lnTo>
                  <a:lnTo>
                    <a:pt x="7912" y="510"/>
                  </a:lnTo>
                  <a:lnTo>
                    <a:pt x="7171" y="662"/>
                  </a:lnTo>
                  <a:lnTo>
                    <a:pt x="6296" y="787"/>
                  </a:lnTo>
                  <a:lnTo>
                    <a:pt x="5278" y="858"/>
                  </a:lnTo>
                  <a:lnTo>
                    <a:pt x="4715" y="867"/>
                  </a:lnTo>
                  <a:lnTo>
                    <a:pt x="4153" y="858"/>
                  </a:lnTo>
                  <a:lnTo>
                    <a:pt x="3135" y="787"/>
                  </a:lnTo>
                  <a:lnTo>
                    <a:pt x="2260" y="662"/>
                  </a:lnTo>
                  <a:lnTo>
                    <a:pt x="1519" y="510"/>
                  </a:lnTo>
                  <a:lnTo>
                    <a:pt x="661" y="269"/>
                  </a:lnTo>
                  <a:lnTo>
                    <a:pt x="54" y="28"/>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3496;p33">
              <a:extLst>
                <a:ext uri="{FF2B5EF4-FFF2-40B4-BE49-F238E27FC236}">
                  <a16:creationId xmlns:a16="http://schemas.microsoft.com/office/drawing/2014/main" id="{B6F5764F-280F-442D-8AE6-FE94AEB758F3}"/>
                </a:ext>
              </a:extLst>
            </p:cNvPr>
            <p:cNvSpPr/>
            <p:nvPr/>
          </p:nvSpPr>
          <p:spPr>
            <a:xfrm>
              <a:off x="3550847" y="3920230"/>
              <a:ext cx="485657" cy="44690"/>
            </a:xfrm>
            <a:custGeom>
              <a:avLst/>
              <a:gdLst/>
              <a:ahLst/>
              <a:cxnLst/>
              <a:rect l="l" t="t" r="r" b="b"/>
              <a:pathLst>
                <a:path w="9422" h="867" extrusionOk="0">
                  <a:moveTo>
                    <a:pt x="0" y="1"/>
                  </a:moveTo>
                  <a:lnTo>
                    <a:pt x="54" y="28"/>
                  </a:lnTo>
                  <a:lnTo>
                    <a:pt x="661" y="269"/>
                  </a:lnTo>
                  <a:lnTo>
                    <a:pt x="1519" y="510"/>
                  </a:lnTo>
                  <a:lnTo>
                    <a:pt x="2260" y="662"/>
                  </a:lnTo>
                  <a:lnTo>
                    <a:pt x="3135" y="787"/>
                  </a:lnTo>
                  <a:lnTo>
                    <a:pt x="4153" y="858"/>
                  </a:lnTo>
                  <a:lnTo>
                    <a:pt x="4715" y="867"/>
                  </a:lnTo>
                  <a:lnTo>
                    <a:pt x="5278" y="858"/>
                  </a:lnTo>
                  <a:lnTo>
                    <a:pt x="6296" y="787"/>
                  </a:lnTo>
                  <a:lnTo>
                    <a:pt x="7171" y="662"/>
                  </a:lnTo>
                  <a:lnTo>
                    <a:pt x="7912" y="510"/>
                  </a:lnTo>
                  <a:lnTo>
                    <a:pt x="8770" y="269"/>
                  </a:lnTo>
                  <a:lnTo>
                    <a:pt x="9377" y="28"/>
                  </a:lnTo>
                  <a:lnTo>
                    <a:pt x="9422"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3497;p33">
              <a:extLst>
                <a:ext uri="{FF2B5EF4-FFF2-40B4-BE49-F238E27FC236}">
                  <a16:creationId xmlns:a16="http://schemas.microsoft.com/office/drawing/2014/main" id="{3097E4A3-EA00-490D-B3AD-9C5DFFBCB649}"/>
                </a:ext>
              </a:extLst>
            </p:cNvPr>
            <p:cNvSpPr/>
            <p:nvPr/>
          </p:nvSpPr>
          <p:spPr>
            <a:xfrm>
              <a:off x="3989022" y="3853016"/>
              <a:ext cx="13866" cy="70050"/>
            </a:xfrm>
            <a:custGeom>
              <a:avLst/>
              <a:gdLst/>
              <a:ahLst/>
              <a:cxnLst/>
              <a:rect l="l" t="t" r="r" b="b"/>
              <a:pathLst>
                <a:path w="269" h="1359" extrusionOk="0">
                  <a:moveTo>
                    <a:pt x="161" y="1"/>
                  </a:moveTo>
                  <a:lnTo>
                    <a:pt x="117" y="28"/>
                  </a:lnTo>
                  <a:lnTo>
                    <a:pt x="108" y="63"/>
                  </a:lnTo>
                  <a:lnTo>
                    <a:pt x="54" y="671"/>
                  </a:lnTo>
                  <a:lnTo>
                    <a:pt x="1" y="1287"/>
                  </a:lnTo>
                  <a:lnTo>
                    <a:pt x="10" y="1323"/>
                  </a:lnTo>
                  <a:lnTo>
                    <a:pt x="54" y="1358"/>
                  </a:lnTo>
                  <a:lnTo>
                    <a:pt x="108" y="1358"/>
                  </a:lnTo>
                  <a:lnTo>
                    <a:pt x="161" y="1332"/>
                  </a:lnTo>
                  <a:lnTo>
                    <a:pt x="170" y="1296"/>
                  </a:lnTo>
                  <a:lnTo>
                    <a:pt x="269" y="72"/>
                  </a:lnTo>
                  <a:lnTo>
                    <a:pt x="269" y="37"/>
                  </a:lnTo>
                  <a:lnTo>
                    <a:pt x="224"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3498;p33">
              <a:extLst>
                <a:ext uri="{FF2B5EF4-FFF2-40B4-BE49-F238E27FC236}">
                  <a16:creationId xmlns:a16="http://schemas.microsoft.com/office/drawing/2014/main" id="{D2E79D3F-CDEF-477E-A3BB-7133BE4895D4}"/>
                </a:ext>
              </a:extLst>
            </p:cNvPr>
            <p:cNvSpPr/>
            <p:nvPr/>
          </p:nvSpPr>
          <p:spPr>
            <a:xfrm>
              <a:off x="3934282" y="3866366"/>
              <a:ext cx="11082" cy="55772"/>
            </a:xfrm>
            <a:custGeom>
              <a:avLst/>
              <a:gdLst/>
              <a:ahLst/>
              <a:cxnLst/>
              <a:rect l="l" t="t" r="r" b="b"/>
              <a:pathLst>
                <a:path w="215" h="1082" extrusionOk="0">
                  <a:moveTo>
                    <a:pt x="98" y="1"/>
                  </a:moveTo>
                  <a:lnTo>
                    <a:pt x="54" y="28"/>
                  </a:lnTo>
                  <a:lnTo>
                    <a:pt x="45" y="63"/>
                  </a:lnTo>
                  <a:lnTo>
                    <a:pt x="18" y="537"/>
                  </a:lnTo>
                  <a:lnTo>
                    <a:pt x="0" y="1010"/>
                  </a:lnTo>
                  <a:lnTo>
                    <a:pt x="0" y="1037"/>
                  </a:lnTo>
                  <a:lnTo>
                    <a:pt x="45" y="1073"/>
                  </a:lnTo>
                  <a:lnTo>
                    <a:pt x="107" y="1081"/>
                  </a:lnTo>
                  <a:lnTo>
                    <a:pt x="152" y="1046"/>
                  </a:lnTo>
                  <a:lnTo>
                    <a:pt x="161" y="1019"/>
                  </a:lnTo>
                  <a:lnTo>
                    <a:pt x="188" y="546"/>
                  </a:lnTo>
                  <a:lnTo>
                    <a:pt x="214" y="72"/>
                  </a:lnTo>
                  <a:lnTo>
                    <a:pt x="205" y="37"/>
                  </a:lnTo>
                  <a:lnTo>
                    <a:pt x="161"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3499;p33">
              <a:extLst>
                <a:ext uri="{FF2B5EF4-FFF2-40B4-BE49-F238E27FC236}">
                  <a16:creationId xmlns:a16="http://schemas.microsoft.com/office/drawing/2014/main" id="{5BDA9E12-5F8D-4805-ACFD-00FE650EE616}"/>
                </a:ext>
              </a:extLst>
            </p:cNvPr>
            <p:cNvSpPr/>
            <p:nvPr/>
          </p:nvSpPr>
          <p:spPr>
            <a:xfrm>
              <a:off x="3885934" y="3879252"/>
              <a:ext cx="9278" cy="39638"/>
            </a:xfrm>
            <a:custGeom>
              <a:avLst/>
              <a:gdLst/>
              <a:ahLst/>
              <a:cxnLst/>
              <a:rect l="l" t="t" r="r" b="b"/>
              <a:pathLst>
                <a:path w="180" h="769" extrusionOk="0">
                  <a:moveTo>
                    <a:pt x="63" y="1"/>
                  </a:moveTo>
                  <a:lnTo>
                    <a:pt x="18" y="28"/>
                  </a:lnTo>
                  <a:lnTo>
                    <a:pt x="9" y="63"/>
                  </a:lnTo>
                  <a:lnTo>
                    <a:pt x="9" y="376"/>
                  </a:lnTo>
                  <a:lnTo>
                    <a:pt x="0" y="698"/>
                  </a:lnTo>
                  <a:lnTo>
                    <a:pt x="9" y="724"/>
                  </a:lnTo>
                  <a:lnTo>
                    <a:pt x="54" y="760"/>
                  </a:lnTo>
                  <a:lnTo>
                    <a:pt x="117" y="769"/>
                  </a:lnTo>
                  <a:lnTo>
                    <a:pt x="161" y="733"/>
                  </a:lnTo>
                  <a:lnTo>
                    <a:pt x="170" y="706"/>
                  </a:lnTo>
                  <a:lnTo>
                    <a:pt x="170" y="385"/>
                  </a:lnTo>
                  <a:lnTo>
                    <a:pt x="179" y="72"/>
                  </a:lnTo>
                  <a:lnTo>
                    <a:pt x="170" y="37"/>
                  </a:lnTo>
                  <a:lnTo>
                    <a:pt x="12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3500;p33">
              <a:extLst>
                <a:ext uri="{FF2B5EF4-FFF2-40B4-BE49-F238E27FC236}">
                  <a16:creationId xmlns:a16="http://schemas.microsoft.com/office/drawing/2014/main" id="{CD754BD8-88C3-4885-A046-A679F3BC8E0F}"/>
                </a:ext>
              </a:extLst>
            </p:cNvPr>
            <p:cNvSpPr/>
            <p:nvPr/>
          </p:nvSpPr>
          <p:spPr>
            <a:xfrm>
              <a:off x="3832070" y="3882963"/>
              <a:ext cx="9742" cy="37782"/>
            </a:xfrm>
            <a:custGeom>
              <a:avLst/>
              <a:gdLst/>
              <a:ahLst/>
              <a:cxnLst/>
              <a:rect l="l" t="t" r="r" b="b"/>
              <a:pathLst>
                <a:path w="189" h="733" extrusionOk="0">
                  <a:moveTo>
                    <a:pt x="72" y="0"/>
                  </a:moveTo>
                  <a:lnTo>
                    <a:pt x="27" y="36"/>
                  </a:lnTo>
                  <a:lnTo>
                    <a:pt x="18" y="63"/>
                  </a:lnTo>
                  <a:lnTo>
                    <a:pt x="10" y="358"/>
                  </a:lnTo>
                  <a:lnTo>
                    <a:pt x="1" y="661"/>
                  </a:lnTo>
                  <a:lnTo>
                    <a:pt x="1" y="688"/>
                  </a:lnTo>
                  <a:lnTo>
                    <a:pt x="45" y="724"/>
                  </a:lnTo>
                  <a:lnTo>
                    <a:pt x="108" y="733"/>
                  </a:lnTo>
                  <a:lnTo>
                    <a:pt x="152" y="697"/>
                  </a:lnTo>
                  <a:lnTo>
                    <a:pt x="161" y="670"/>
                  </a:lnTo>
                  <a:lnTo>
                    <a:pt x="188" y="72"/>
                  </a:lnTo>
                  <a:lnTo>
                    <a:pt x="179" y="45"/>
                  </a:lnTo>
                  <a:lnTo>
                    <a:pt x="135" y="9"/>
                  </a:lnTo>
                  <a:lnTo>
                    <a:pt x="72"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3501;p33">
              <a:extLst>
                <a:ext uri="{FF2B5EF4-FFF2-40B4-BE49-F238E27FC236}">
                  <a16:creationId xmlns:a16="http://schemas.microsoft.com/office/drawing/2014/main" id="{8C59CCD0-05CF-4BA7-A724-D5B7A83CD18B}"/>
                </a:ext>
              </a:extLst>
            </p:cNvPr>
            <p:cNvSpPr/>
            <p:nvPr/>
          </p:nvSpPr>
          <p:spPr>
            <a:xfrm>
              <a:off x="3780990" y="3882499"/>
              <a:ext cx="8350" cy="39174"/>
            </a:xfrm>
            <a:custGeom>
              <a:avLst/>
              <a:gdLst/>
              <a:ahLst/>
              <a:cxnLst/>
              <a:rect l="l" t="t" r="r" b="b"/>
              <a:pathLst>
                <a:path w="162" h="760" extrusionOk="0">
                  <a:moveTo>
                    <a:pt x="54" y="0"/>
                  </a:moveTo>
                  <a:lnTo>
                    <a:pt x="0" y="27"/>
                  </a:lnTo>
                  <a:lnTo>
                    <a:pt x="0" y="63"/>
                  </a:lnTo>
                  <a:lnTo>
                    <a:pt x="0" y="697"/>
                  </a:lnTo>
                  <a:lnTo>
                    <a:pt x="0" y="724"/>
                  </a:lnTo>
                  <a:lnTo>
                    <a:pt x="54" y="760"/>
                  </a:lnTo>
                  <a:lnTo>
                    <a:pt x="116" y="760"/>
                  </a:lnTo>
                  <a:lnTo>
                    <a:pt x="161" y="733"/>
                  </a:lnTo>
                  <a:lnTo>
                    <a:pt x="161" y="706"/>
                  </a:lnTo>
                  <a:lnTo>
                    <a:pt x="161" y="72"/>
                  </a:lnTo>
                  <a:lnTo>
                    <a:pt x="161" y="36"/>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3502;p33">
              <a:extLst>
                <a:ext uri="{FF2B5EF4-FFF2-40B4-BE49-F238E27FC236}">
                  <a16:creationId xmlns:a16="http://schemas.microsoft.com/office/drawing/2014/main" id="{773D8C6C-158D-4C98-8B69-DE7F060A9C01}"/>
                </a:ext>
              </a:extLst>
            </p:cNvPr>
            <p:cNvSpPr/>
            <p:nvPr/>
          </p:nvSpPr>
          <p:spPr>
            <a:xfrm>
              <a:off x="3723467" y="3879716"/>
              <a:ext cx="9690" cy="41494"/>
            </a:xfrm>
            <a:custGeom>
              <a:avLst/>
              <a:gdLst/>
              <a:ahLst/>
              <a:cxnLst/>
              <a:rect l="l" t="t" r="r" b="b"/>
              <a:pathLst>
                <a:path w="188" h="805" extrusionOk="0">
                  <a:moveTo>
                    <a:pt x="72" y="1"/>
                  </a:moveTo>
                  <a:lnTo>
                    <a:pt x="27" y="37"/>
                  </a:lnTo>
                  <a:lnTo>
                    <a:pt x="18" y="63"/>
                  </a:lnTo>
                  <a:lnTo>
                    <a:pt x="9" y="403"/>
                  </a:lnTo>
                  <a:lnTo>
                    <a:pt x="0" y="733"/>
                  </a:lnTo>
                  <a:lnTo>
                    <a:pt x="9" y="769"/>
                  </a:lnTo>
                  <a:lnTo>
                    <a:pt x="54" y="805"/>
                  </a:lnTo>
                  <a:lnTo>
                    <a:pt x="116" y="805"/>
                  </a:lnTo>
                  <a:lnTo>
                    <a:pt x="161" y="778"/>
                  </a:lnTo>
                  <a:lnTo>
                    <a:pt x="170" y="742"/>
                  </a:lnTo>
                  <a:lnTo>
                    <a:pt x="179" y="412"/>
                  </a:lnTo>
                  <a:lnTo>
                    <a:pt x="188" y="72"/>
                  </a:lnTo>
                  <a:lnTo>
                    <a:pt x="179" y="46"/>
                  </a:lnTo>
                  <a:lnTo>
                    <a:pt x="134" y="10"/>
                  </a:lnTo>
                  <a:lnTo>
                    <a:pt x="7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3503;p33">
              <a:extLst>
                <a:ext uri="{FF2B5EF4-FFF2-40B4-BE49-F238E27FC236}">
                  <a16:creationId xmlns:a16="http://schemas.microsoft.com/office/drawing/2014/main" id="{BB3B66B6-AF81-40F5-96F3-AF7E6A7B0968}"/>
                </a:ext>
              </a:extLst>
            </p:cNvPr>
            <p:cNvSpPr/>
            <p:nvPr/>
          </p:nvSpPr>
          <p:spPr>
            <a:xfrm>
              <a:off x="3672336" y="3875129"/>
              <a:ext cx="9278" cy="44690"/>
            </a:xfrm>
            <a:custGeom>
              <a:avLst/>
              <a:gdLst/>
              <a:ahLst/>
              <a:cxnLst/>
              <a:rect l="l" t="t" r="r" b="b"/>
              <a:pathLst>
                <a:path w="180" h="867" extrusionOk="0">
                  <a:moveTo>
                    <a:pt x="55" y="1"/>
                  </a:moveTo>
                  <a:lnTo>
                    <a:pt x="10" y="36"/>
                  </a:lnTo>
                  <a:lnTo>
                    <a:pt x="1" y="63"/>
                  </a:lnTo>
                  <a:lnTo>
                    <a:pt x="10" y="429"/>
                  </a:lnTo>
                  <a:lnTo>
                    <a:pt x="19" y="795"/>
                  </a:lnTo>
                  <a:lnTo>
                    <a:pt x="28" y="831"/>
                  </a:lnTo>
                  <a:lnTo>
                    <a:pt x="72" y="867"/>
                  </a:lnTo>
                  <a:lnTo>
                    <a:pt x="135" y="867"/>
                  </a:lnTo>
                  <a:lnTo>
                    <a:pt x="180" y="840"/>
                  </a:lnTo>
                  <a:lnTo>
                    <a:pt x="180" y="813"/>
                  </a:lnTo>
                  <a:lnTo>
                    <a:pt x="180" y="438"/>
                  </a:lnTo>
                  <a:lnTo>
                    <a:pt x="171" y="72"/>
                  </a:lnTo>
                  <a:lnTo>
                    <a:pt x="162" y="45"/>
                  </a:lnTo>
                  <a:lnTo>
                    <a:pt x="117" y="10"/>
                  </a:lnTo>
                  <a:lnTo>
                    <a:pt x="5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3504;p33">
              <a:extLst>
                <a:ext uri="{FF2B5EF4-FFF2-40B4-BE49-F238E27FC236}">
                  <a16:creationId xmlns:a16="http://schemas.microsoft.com/office/drawing/2014/main" id="{BF293B7F-EB82-4903-B6EE-0D720BF22C74}"/>
                </a:ext>
              </a:extLst>
            </p:cNvPr>
            <p:cNvSpPr/>
            <p:nvPr/>
          </p:nvSpPr>
          <p:spPr>
            <a:xfrm>
              <a:off x="3621256" y="3866830"/>
              <a:ext cx="10206" cy="50720"/>
            </a:xfrm>
            <a:custGeom>
              <a:avLst/>
              <a:gdLst/>
              <a:ahLst/>
              <a:cxnLst/>
              <a:rect l="l" t="t" r="r" b="b"/>
              <a:pathLst>
                <a:path w="198" h="984" extrusionOk="0">
                  <a:moveTo>
                    <a:pt x="54" y="1"/>
                  </a:moveTo>
                  <a:lnTo>
                    <a:pt x="10" y="37"/>
                  </a:lnTo>
                  <a:lnTo>
                    <a:pt x="1" y="63"/>
                  </a:lnTo>
                  <a:lnTo>
                    <a:pt x="19" y="483"/>
                  </a:lnTo>
                  <a:lnTo>
                    <a:pt x="27" y="912"/>
                  </a:lnTo>
                  <a:lnTo>
                    <a:pt x="36" y="939"/>
                  </a:lnTo>
                  <a:lnTo>
                    <a:pt x="81" y="974"/>
                  </a:lnTo>
                  <a:lnTo>
                    <a:pt x="144" y="983"/>
                  </a:lnTo>
                  <a:lnTo>
                    <a:pt x="188" y="947"/>
                  </a:lnTo>
                  <a:lnTo>
                    <a:pt x="197" y="921"/>
                  </a:lnTo>
                  <a:lnTo>
                    <a:pt x="170" y="72"/>
                  </a:lnTo>
                  <a:lnTo>
                    <a:pt x="161" y="46"/>
                  </a:lnTo>
                  <a:lnTo>
                    <a:pt x="117" y="10"/>
                  </a:lnTo>
                  <a:lnTo>
                    <a:pt x="54"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3505;p33">
              <a:extLst>
                <a:ext uri="{FF2B5EF4-FFF2-40B4-BE49-F238E27FC236}">
                  <a16:creationId xmlns:a16="http://schemas.microsoft.com/office/drawing/2014/main" id="{AD228670-1BB5-40E9-A33F-18B0024C4749}"/>
                </a:ext>
              </a:extLst>
            </p:cNvPr>
            <p:cNvSpPr/>
            <p:nvPr/>
          </p:nvSpPr>
          <p:spPr>
            <a:xfrm>
              <a:off x="3573836" y="3849821"/>
              <a:ext cx="12525" cy="74637"/>
            </a:xfrm>
            <a:custGeom>
              <a:avLst/>
              <a:gdLst/>
              <a:ahLst/>
              <a:cxnLst/>
              <a:rect l="l" t="t" r="r" b="b"/>
              <a:pathLst>
                <a:path w="243" h="1448" extrusionOk="0">
                  <a:moveTo>
                    <a:pt x="54" y="0"/>
                  </a:moveTo>
                  <a:lnTo>
                    <a:pt x="10" y="27"/>
                  </a:lnTo>
                  <a:lnTo>
                    <a:pt x="1" y="63"/>
                  </a:lnTo>
                  <a:lnTo>
                    <a:pt x="72" y="1376"/>
                  </a:lnTo>
                  <a:lnTo>
                    <a:pt x="81" y="1402"/>
                  </a:lnTo>
                  <a:lnTo>
                    <a:pt x="126" y="1438"/>
                  </a:lnTo>
                  <a:lnTo>
                    <a:pt x="188" y="1447"/>
                  </a:lnTo>
                  <a:lnTo>
                    <a:pt x="233" y="1420"/>
                  </a:lnTo>
                  <a:lnTo>
                    <a:pt x="242" y="1385"/>
                  </a:lnTo>
                  <a:lnTo>
                    <a:pt x="206" y="724"/>
                  </a:lnTo>
                  <a:lnTo>
                    <a:pt x="171" y="72"/>
                  </a:lnTo>
                  <a:lnTo>
                    <a:pt x="162" y="36"/>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3506;p33">
              <a:extLst>
                <a:ext uri="{FF2B5EF4-FFF2-40B4-BE49-F238E27FC236}">
                  <a16:creationId xmlns:a16="http://schemas.microsoft.com/office/drawing/2014/main" id="{78604554-4431-4D09-A741-1BDF93D69636}"/>
                </a:ext>
              </a:extLst>
            </p:cNvPr>
            <p:cNvSpPr/>
            <p:nvPr/>
          </p:nvSpPr>
          <p:spPr>
            <a:xfrm>
              <a:off x="4010206" y="3929920"/>
              <a:ext cx="9742" cy="69534"/>
            </a:xfrm>
            <a:custGeom>
              <a:avLst/>
              <a:gdLst/>
              <a:ahLst/>
              <a:cxnLst/>
              <a:rect l="l" t="t" r="r" b="b"/>
              <a:pathLst>
                <a:path w="189" h="1349" extrusionOk="0">
                  <a:moveTo>
                    <a:pt x="81" y="0"/>
                  </a:moveTo>
                  <a:lnTo>
                    <a:pt x="27" y="27"/>
                  </a:lnTo>
                  <a:lnTo>
                    <a:pt x="27" y="63"/>
                  </a:lnTo>
                  <a:lnTo>
                    <a:pt x="1" y="1277"/>
                  </a:lnTo>
                  <a:lnTo>
                    <a:pt x="1" y="1304"/>
                  </a:lnTo>
                  <a:lnTo>
                    <a:pt x="45" y="1340"/>
                  </a:lnTo>
                  <a:lnTo>
                    <a:pt x="108" y="1349"/>
                  </a:lnTo>
                  <a:lnTo>
                    <a:pt x="161" y="1313"/>
                  </a:lnTo>
                  <a:lnTo>
                    <a:pt x="161" y="1286"/>
                  </a:lnTo>
                  <a:lnTo>
                    <a:pt x="188" y="72"/>
                  </a:lnTo>
                  <a:lnTo>
                    <a:pt x="188" y="36"/>
                  </a:lnTo>
                  <a:lnTo>
                    <a:pt x="14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3507;p33">
              <a:extLst>
                <a:ext uri="{FF2B5EF4-FFF2-40B4-BE49-F238E27FC236}">
                  <a16:creationId xmlns:a16="http://schemas.microsoft.com/office/drawing/2014/main" id="{176B3D03-8507-4500-89DC-E1F50F2D1185}"/>
                </a:ext>
              </a:extLst>
            </p:cNvPr>
            <p:cNvSpPr/>
            <p:nvPr/>
          </p:nvSpPr>
          <p:spPr>
            <a:xfrm>
              <a:off x="3954075" y="3947857"/>
              <a:ext cx="9690" cy="55308"/>
            </a:xfrm>
            <a:custGeom>
              <a:avLst/>
              <a:gdLst/>
              <a:ahLst/>
              <a:cxnLst/>
              <a:rect l="l" t="t" r="r" b="b"/>
              <a:pathLst>
                <a:path w="188" h="1073" extrusionOk="0">
                  <a:moveTo>
                    <a:pt x="72" y="1"/>
                  </a:moveTo>
                  <a:lnTo>
                    <a:pt x="27" y="27"/>
                  </a:lnTo>
                  <a:lnTo>
                    <a:pt x="18" y="63"/>
                  </a:lnTo>
                  <a:lnTo>
                    <a:pt x="0" y="1001"/>
                  </a:lnTo>
                  <a:lnTo>
                    <a:pt x="0" y="1036"/>
                  </a:lnTo>
                  <a:lnTo>
                    <a:pt x="54" y="1072"/>
                  </a:lnTo>
                  <a:lnTo>
                    <a:pt x="107" y="1072"/>
                  </a:lnTo>
                  <a:lnTo>
                    <a:pt x="161" y="1045"/>
                  </a:lnTo>
                  <a:lnTo>
                    <a:pt x="161" y="1010"/>
                  </a:lnTo>
                  <a:lnTo>
                    <a:pt x="179" y="545"/>
                  </a:lnTo>
                  <a:lnTo>
                    <a:pt x="188" y="72"/>
                  </a:lnTo>
                  <a:lnTo>
                    <a:pt x="179" y="36"/>
                  </a:lnTo>
                  <a:lnTo>
                    <a:pt x="13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3508;p33">
              <a:extLst>
                <a:ext uri="{FF2B5EF4-FFF2-40B4-BE49-F238E27FC236}">
                  <a16:creationId xmlns:a16="http://schemas.microsoft.com/office/drawing/2014/main" id="{46749987-BE8D-46B7-9343-BB9D9190F261}"/>
                </a:ext>
              </a:extLst>
            </p:cNvPr>
            <p:cNvSpPr/>
            <p:nvPr/>
          </p:nvSpPr>
          <p:spPr>
            <a:xfrm>
              <a:off x="3892841" y="3961207"/>
              <a:ext cx="10154" cy="43298"/>
            </a:xfrm>
            <a:custGeom>
              <a:avLst/>
              <a:gdLst/>
              <a:ahLst/>
              <a:cxnLst/>
              <a:rect l="l" t="t" r="r" b="b"/>
              <a:pathLst>
                <a:path w="197" h="840" extrusionOk="0">
                  <a:moveTo>
                    <a:pt x="54" y="1"/>
                  </a:moveTo>
                  <a:lnTo>
                    <a:pt x="9" y="27"/>
                  </a:lnTo>
                  <a:lnTo>
                    <a:pt x="0" y="63"/>
                  </a:lnTo>
                  <a:lnTo>
                    <a:pt x="18" y="411"/>
                  </a:lnTo>
                  <a:lnTo>
                    <a:pt x="27" y="768"/>
                  </a:lnTo>
                  <a:lnTo>
                    <a:pt x="36" y="795"/>
                  </a:lnTo>
                  <a:lnTo>
                    <a:pt x="81" y="840"/>
                  </a:lnTo>
                  <a:lnTo>
                    <a:pt x="143" y="840"/>
                  </a:lnTo>
                  <a:lnTo>
                    <a:pt x="188" y="813"/>
                  </a:lnTo>
                  <a:lnTo>
                    <a:pt x="197" y="777"/>
                  </a:lnTo>
                  <a:lnTo>
                    <a:pt x="179" y="429"/>
                  </a:lnTo>
                  <a:lnTo>
                    <a:pt x="170" y="72"/>
                  </a:lnTo>
                  <a:lnTo>
                    <a:pt x="161" y="36"/>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3509;p33">
              <a:extLst>
                <a:ext uri="{FF2B5EF4-FFF2-40B4-BE49-F238E27FC236}">
                  <a16:creationId xmlns:a16="http://schemas.microsoft.com/office/drawing/2014/main" id="{5918BF2F-3F5C-4854-8ACB-870218FD3443}"/>
                </a:ext>
              </a:extLst>
            </p:cNvPr>
            <p:cNvSpPr/>
            <p:nvPr/>
          </p:nvSpPr>
          <p:spPr>
            <a:xfrm>
              <a:off x="3836194" y="3964867"/>
              <a:ext cx="8814" cy="37834"/>
            </a:xfrm>
            <a:custGeom>
              <a:avLst/>
              <a:gdLst/>
              <a:ahLst/>
              <a:cxnLst/>
              <a:rect l="l" t="t" r="r" b="b"/>
              <a:pathLst>
                <a:path w="171" h="734" extrusionOk="0">
                  <a:moveTo>
                    <a:pt x="55" y="1"/>
                  </a:moveTo>
                  <a:lnTo>
                    <a:pt x="10" y="37"/>
                  </a:lnTo>
                  <a:lnTo>
                    <a:pt x="1" y="63"/>
                  </a:lnTo>
                  <a:lnTo>
                    <a:pt x="1" y="662"/>
                  </a:lnTo>
                  <a:lnTo>
                    <a:pt x="10" y="689"/>
                  </a:lnTo>
                  <a:lnTo>
                    <a:pt x="55" y="724"/>
                  </a:lnTo>
                  <a:lnTo>
                    <a:pt x="117" y="733"/>
                  </a:lnTo>
                  <a:lnTo>
                    <a:pt x="162" y="697"/>
                  </a:lnTo>
                  <a:lnTo>
                    <a:pt x="171" y="671"/>
                  </a:lnTo>
                  <a:lnTo>
                    <a:pt x="171" y="72"/>
                  </a:lnTo>
                  <a:lnTo>
                    <a:pt x="162" y="46"/>
                  </a:lnTo>
                  <a:lnTo>
                    <a:pt x="117" y="10"/>
                  </a:lnTo>
                  <a:lnTo>
                    <a:pt x="5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3510;p33">
              <a:extLst>
                <a:ext uri="{FF2B5EF4-FFF2-40B4-BE49-F238E27FC236}">
                  <a16:creationId xmlns:a16="http://schemas.microsoft.com/office/drawing/2014/main" id="{099BE42B-154B-47FE-BB50-1F4802E86E82}"/>
                </a:ext>
              </a:extLst>
            </p:cNvPr>
            <p:cNvSpPr/>
            <p:nvPr/>
          </p:nvSpPr>
          <p:spPr>
            <a:xfrm>
              <a:off x="3782846" y="3964867"/>
              <a:ext cx="8763" cy="36442"/>
            </a:xfrm>
            <a:custGeom>
              <a:avLst/>
              <a:gdLst/>
              <a:ahLst/>
              <a:cxnLst/>
              <a:rect l="l" t="t" r="r" b="b"/>
              <a:pathLst>
                <a:path w="170" h="707" extrusionOk="0">
                  <a:moveTo>
                    <a:pt x="45" y="1"/>
                  </a:moveTo>
                  <a:lnTo>
                    <a:pt x="0" y="37"/>
                  </a:lnTo>
                  <a:lnTo>
                    <a:pt x="0" y="63"/>
                  </a:lnTo>
                  <a:lnTo>
                    <a:pt x="9" y="635"/>
                  </a:lnTo>
                  <a:lnTo>
                    <a:pt x="9" y="671"/>
                  </a:lnTo>
                  <a:lnTo>
                    <a:pt x="63" y="706"/>
                  </a:lnTo>
                  <a:lnTo>
                    <a:pt x="125" y="706"/>
                  </a:lnTo>
                  <a:lnTo>
                    <a:pt x="170" y="680"/>
                  </a:lnTo>
                  <a:lnTo>
                    <a:pt x="170" y="644"/>
                  </a:lnTo>
                  <a:lnTo>
                    <a:pt x="161" y="72"/>
                  </a:lnTo>
                  <a:lnTo>
                    <a:pt x="161" y="46"/>
                  </a:lnTo>
                  <a:lnTo>
                    <a:pt x="107" y="10"/>
                  </a:lnTo>
                  <a:lnTo>
                    <a:pt x="4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3511;p33">
              <a:extLst>
                <a:ext uri="{FF2B5EF4-FFF2-40B4-BE49-F238E27FC236}">
                  <a16:creationId xmlns:a16="http://schemas.microsoft.com/office/drawing/2014/main" id="{0F51FD6F-DC33-4630-80F6-721FEC569A53}"/>
                </a:ext>
              </a:extLst>
            </p:cNvPr>
            <p:cNvSpPr/>
            <p:nvPr/>
          </p:nvSpPr>
          <p:spPr>
            <a:xfrm>
              <a:off x="3734962" y="3962599"/>
              <a:ext cx="9227" cy="35927"/>
            </a:xfrm>
            <a:custGeom>
              <a:avLst/>
              <a:gdLst/>
              <a:ahLst/>
              <a:cxnLst/>
              <a:rect l="l" t="t" r="r" b="b"/>
              <a:pathLst>
                <a:path w="179" h="697" extrusionOk="0">
                  <a:moveTo>
                    <a:pt x="54" y="0"/>
                  </a:moveTo>
                  <a:lnTo>
                    <a:pt x="9" y="27"/>
                  </a:lnTo>
                  <a:lnTo>
                    <a:pt x="0" y="63"/>
                  </a:lnTo>
                  <a:lnTo>
                    <a:pt x="9" y="349"/>
                  </a:lnTo>
                  <a:lnTo>
                    <a:pt x="9" y="634"/>
                  </a:lnTo>
                  <a:lnTo>
                    <a:pt x="18" y="661"/>
                  </a:lnTo>
                  <a:lnTo>
                    <a:pt x="63" y="697"/>
                  </a:lnTo>
                  <a:lnTo>
                    <a:pt x="125" y="697"/>
                  </a:lnTo>
                  <a:lnTo>
                    <a:pt x="170" y="670"/>
                  </a:lnTo>
                  <a:lnTo>
                    <a:pt x="179" y="643"/>
                  </a:lnTo>
                  <a:lnTo>
                    <a:pt x="170" y="72"/>
                  </a:lnTo>
                  <a:lnTo>
                    <a:pt x="161" y="36"/>
                  </a:lnTo>
                  <a:lnTo>
                    <a:pt x="11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512;p33">
              <a:extLst>
                <a:ext uri="{FF2B5EF4-FFF2-40B4-BE49-F238E27FC236}">
                  <a16:creationId xmlns:a16="http://schemas.microsoft.com/office/drawing/2014/main" id="{DA74BA55-2186-449F-B59A-81CBBD997DD5}"/>
                </a:ext>
              </a:extLst>
            </p:cNvPr>
            <p:cNvSpPr/>
            <p:nvPr/>
          </p:nvSpPr>
          <p:spPr>
            <a:xfrm>
              <a:off x="3683882" y="3961671"/>
              <a:ext cx="9227" cy="40102"/>
            </a:xfrm>
            <a:custGeom>
              <a:avLst/>
              <a:gdLst/>
              <a:ahLst/>
              <a:cxnLst/>
              <a:rect l="l" t="t" r="r" b="b"/>
              <a:pathLst>
                <a:path w="179" h="778" extrusionOk="0">
                  <a:moveTo>
                    <a:pt x="72" y="0"/>
                  </a:moveTo>
                  <a:lnTo>
                    <a:pt x="27" y="36"/>
                  </a:lnTo>
                  <a:lnTo>
                    <a:pt x="18" y="63"/>
                  </a:lnTo>
                  <a:lnTo>
                    <a:pt x="0" y="706"/>
                  </a:lnTo>
                  <a:lnTo>
                    <a:pt x="9" y="742"/>
                  </a:lnTo>
                  <a:lnTo>
                    <a:pt x="54" y="777"/>
                  </a:lnTo>
                  <a:lnTo>
                    <a:pt x="116" y="777"/>
                  </a:lnTo>
                  <a:lnTo>
                    <a:pt x="161" y="751"/>
                  </a:lnTo>
                  <a:lnTo>
                    <a:pt x="170" y="724"/>
                  </a:lnTo>
                  <a:lnTo>
                    <a:pt x="179" y="72"/>
                  </a:lnTo>
                  <a:lnTo>
                    <a:pt x="179" y="45"/>
                  </a:lnTo>
                  <a:lnTo>
                    <a:pt x="134" y="9"/>
                  </a:lnTo>
                  <a:lnTo>
                    <a:pt x="72"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513;p33">
              <a:extLst>
                <a:ext uri="{FF2B5EF4-FFF2-40B4-BE49-F238E27FC236}">
                  <a16:creationId xmlns:a16="http://schemas.microsoft.com/office/drawing/2014/main" id="{83BDD182-78F8-412F-877F-2167EF99A741}"/>
                </a:ext>
              </a:extLst>
            </p:cNvPr>
            <p:cNvSpPr/>
            <p:nvPr/>
          </p:nvSpPr>
          <p:spPr>
            <a:xfrm>
              <a:off x="3624039" y="3945074"/>
              <a:ext cx="9690" cy="52988"/>
            </a:xfrm>
            <a:custGeom>
              <a:avLst/>
              <a:gdLst/>
              <a:ahLst/>
              <a:cxnLst/>
              <a:rect l="l" t="t" r="r" b="b"/>
              <a:pathLst>
                <a:path w="188" h="1028" extrusionOk="0">
                  <a:moveTo>
                    <a:pt x="54" y="1"/>
                  </a:moveTo>
                  <a:lnTo>
                    <a:pt x="0" y="37"/>
                  </a:lnTo>
                  <a:lnTo>
                    <a:pt x="0" y="63"/>
                  </a:lnTo>
                  <a:lnTo>
                    <a:pt x="27" y="956"/>
                  </a:lnTo>
                  <a:lnTo>
                    <a:pt x="27" y="992"/>
                  </a:lnTo>
                  <a:lnTo>
                    <a:pt x="81" y="1028"/>
                  </a:lnTo>
                  <a:lnTo>
                    <a:pt x="143" y="1028"/>
                  </a:lnTo>
                  <a:lnTo>
                    <a:pt x="188" y="1001"/>
                  </a:lnTo>
                  <a:lnTo>
                    <a:pt x="188" y="965"/>
                  </a:lnTo>
                  <a:lnTo>
                    <a:pt x="179" y="519"/>
                  </a:lnTo>
                  <a:lnTo>
                    <a:pt x="161" y="72"/>
                  </a:lnTo>
                  <a:lnTo>
                    <a:pt x="161" y="46"/>
                  </a:lnTo>
                  <a:lnTo>
                    <a:pt x="107" y="10"/>
                  </a:lnTo>
                  <a:lnTo>
                    <a:pt x="5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3514;p33">
              <a:extLst>
                <a:ext uri="{FF2B5EF4-FFF2-40B4-BE49-F238E27FC236}">
                  <a16:creationId xmlns:a16="http://schemas.microsoft.com/office/drawing/2014/main" id="{14D00911-E4D5-467B-BC5E-D57C83D6FF28}"/>
                </a:ext>
              </a:extLst>
            </p:cNvPr>
            <p:cNvSpPr/>
            <p:nvPr/>
          </p:nvSpPr>
          <p:spPr>
            <a:xfrm>
              <a:off x="3565589" y="3930384"/>
              <a:ext cx="15206" cy="73245"/>
            </a:xfrm>
            <a:custGeom>
              <a:avLst/>
              <a:gdLst/>
              <a:ahLst/>
              <a:cxnLst/>
              <a:rect l="l" t="t" r="r" b="b"/>
              <a:pathLst>
                <a:path w="295" h="1421" extrusionOk="0">
                  <a:moveTo>
                    <a:pt x="107" y="0"/>
                  </a:moveTo>
                  <a:lnTo>
                    <a:pt x="45" y="9"/>
                  </a:lnTo>
                  <a:lnTo>
                    <a:pt x="0" y="54"/>
                  </a:lnTo>
                  <a:lnTo>
                    <a:pt x="0" y="81"/>
                  </a:lnTo>
                  <a:lnTo>
                    <a:pt x="134" y="1358"/>
                  </a:lnTo>
                  <a:lnTo>
                    <a:pt x="143" y="1393"/>
                  </a:lnTo>
                  <a:lnTo>
                    <a:pt x="197" y="1420"/>
                  </a:lnTo>
                  <a:lnTo>
                    <a:pt x="250" y="1402"/>
                  </a:lnTo>
                  <a:lnTo>
                    <a:pt x="295" y="1366"/>
                  </a:lnTo>
                  <a:lnTo>
                    <a:pt x="295" y="1331"/>
                  </a:lnTo>
                  <a:lnTo>
                    <a:pt x="161" y="54"/>
                  </a:lnTo>
                  <a:lnTo>
                    <a:pt x="152" y="27"/>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3515;p33">
              <a:extLst>
                <a:ext uri="{FF2B5EF4-FFF2-40B4-BE49-F238E27FC236}">
                  <a16:creationId xmlns:a16="http://schemas.microsoft.com/office/drawing/2014/main" id="{066E2F81-6F9B-43C1-86F6-71DED9BC2DB5}"/>
                </a:ext>
              </a:extLst>
            </p:cNvPr>
            <p:cNvSpPr/>
            <p:nvPr/>
          </p:nvSpPr>
          <p:spPr>
            <a:xfrm>
              <a:off x="3617132" y="4000793"/>
              <a:ext cx="485657" cy="81080"/>
            </a:xfrm>
            <a:custGeom>
              <a:avLst/>
              <a:gdLst/>
              <a:ahLst/>
              <a:cxnLst/>
              <a:rect l="l" t="t" r="r" b="b"/>
              <a:pathLst>
                <a:path w="9422" h="1573" extrusionOk="0">
                  <a:moveTo>
                    <a:pt x="0" y="0"/>
                  </a:moveTo>
                  <a:lnTo>
                    <a:pt x="0" y="1572"/>
                  </a:lnTo>
                  <a:lnTo>
                    <a:pt x="9421" y="1572"/>
                  </a:lnTo>
                  <a:lnTo>
                    <a:pt x="9421" y="0"/>
                  </a:lnTo>
                  <a:lnTo>
                    <a:pt x="9368" y="27"/>
                  </a:lnTo>
                  <a:lnTo>
                    <a:pt x="8761" y="268"/>
                  </a:lnTo>
                  <a:lnTo>
                    <a:pt x="7903" y="518"/>
                  </a:lnTo>
                  <a:lnTo>
                    <a:pt x="7171" y="670"/>
                  </a:lnTo>
                  <a:lnTo>
                    <a:pt x="6287" y="786"/>
                  </a:lnTo>
                  <a:lnTo>
                    <a:pt x="5278" y="858"/>
                  </a:lnTo>
                  <a:lnTo>
                    <a:pt x="4715" y="867"/>
                  </a:lnTo>
                  <a:lnTo>
                    <a:pt x="4153" y="858"/>
                  </a:lnTo>
                  <a:lnTo>
                    <a:pt x="3135" y="786"/>
                  </a:lnTo>
                  <a:lnTo>
                    <a:pt x="2260" y="670"/>
                  </a:lnTo>
                  <a:lnTo>
                    <a:pt x="1518" y="518"/>
                  </a:lnTo>
                  <a:lnTo>
                    <a:pt x="661" y="268"/>
                  </a:lnTo>
                  <a:lnTo>
                    <a:pt x="54"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3516;p33">
              <a:extLst>
                <a:ext uri="{FF2B5EF4-FFF2-40B4-BE49-F238E27FC236}">
                  <a16:creationId xmlns:a16="http://schemas.microsoft.com/office/drawing/2014/main" id="{22BAF09F-D8B1-4068-B565-5299B95237C2}"/>
                </a:ext>
              </a:extLst>
            </p:cNvPr>
            <p:cNvSpPr/>
            <p:nvPr/>
          </p:nvSpPr>
          <p:spPr>
            <a:xfrm>
              <a:off x="3617132" y="4000793"/>
              <a:ext cx="485657" cy="44690"/>
            </a:xfrm>
            <a:custGeom>
              <a:avLst/>
              <a:gdLst/>
              <a:ahLst/>
              <a:cxnLst/>
              <a:rect l="l" t="t" r="r" b="b"/>
              <a:pathLst>
                <a:path w="9422" h="867" extrusionOk="0">
                  <a:moveTo>
                    <a:pt x="0" y="0"/>
                  </a:moveTo>
                  <a:lnTo>
                    <a:pt x="54" y="27"/>
                  </a:lnTo>
                  <a:lnTo>
                    <a:pt x="661" y="268"/>
                  </a:lnTo>
                  <a:lnTo>
                    <a:pt x="1518" y="518"/>
                  </a:lnTo>
                  <a:lnTo>
                    <a:pt x="2260" y="670"/>
                  </a:lnTo>
                  <a:lnTo>
                    <a:pt x="3135" y="786"/>
                  </a:lnTo>
                  <a:lnTo>
                    <a:pt x="4153" y="858"/>
                  </a:lnTo>
                  <a:lnTo>
                    <a:pt x="4715" y="867"/>
                  </a:lnTo>
                  <a:lnTo>
                    <a:pt x="5278" y="858"/>
                  </a:lnTo>
                  <a:lnTo>
                    <a:pt x="6287" y="786"/>
                  </a:lnTo>
                  <a:lnTo>
                    <a:pt x="7171" y="670"/>
                  </a:lnTo>
                  <a:lnTo>
                    <a:pt x="7903" y="518"/>
                  </a:lnTo>
                  <a:lnTo>
                    <a:pt x="8761" y="268"/>
                  </a:lnTo>
                  <a:lnTo>
                    <a:pt x="9368" y="27"/>
                  </a:lnTo>
                  <a:lnTo>
                    <a:pt x="9421"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3517;p33">
              <a:extLst>
                <a:ext uri="{FF2B5EF4-FFF2-40B4-BE49-F238E27FC236}">
                  <a16:creationId xmlns:a16="http://schemas.microsoft.com/office/drawing/2014/main" id="{DE56E5BA-9F3D-4147-9F8E-06D443AAB4B5}"/>
                </a:ext>
              </a:extLst>
            </p:cNvPr>
            <p:cNvSpPr/>
            <p:nvPr/>
          </p:nvSpPr>
          <p:spPr>
            <a:xfrm>
              <a:off x="3617132" y="4081356"/>
              <a:ext cx="485657" cy="81493"/>
            </a:xfrm>
            <a:custGeom>
              <a:avLst/>
              <a:gdLst/>
              <a:ahLst/>
              <a:cxnLst/>
              <a:rect l="l" t="t" r="r" b="b"/>
              <a:pathLst>
                <a:path w="9422" h="1581" extrusionOk="0">
                  <a:moveTo>
                    <a:pt x="0" y="0"/>
                  </a:moveTo>
                  <a:lnTo>
                    <a:pt x="0" y="1581"/>
                  </a:lnTo>
                  <a:lnTo>
                    <a:pt x="9421" y="1581"/>
                  </a:lnTo>
                  <a:lnTo>
                    <a:pt x="9421" y="0"/>
                  </a:lnTo>
                  <a:lnTo>
                    <a:pt x="9368" y="27"/>
                  </a:lnTo>
                  <a:lnTo>
                    <a:pt x="8761" y="277"/>
                  </a:lnTo>
                  <a:lnTo>
                    <a:pt x="7903" y="518"/>
                  </a:lnTo>
                  <a:lnTo>
                    <a:pt x="7171" y="670"/>
                  </a:lnTo>
                  <a:lnTo>
                    <a:pt x="6287" y="795"/>
                  </a:lnTo>
                  <a:lnTo>
                    <a:pt x="5278" y="866"/>
                  </a:lnTo>
                  <a:lnTo>
                    <a:pt x="4715" y="875"/>
                  </a:lnTo>
                  <a:lnTo>
                    <a:pt x="4153" y="866"/>
                  </a:lnTo>
                  <a:lnTo>
                    <a:pt x="3135" y="795"/>
                  </a:lnTo>
                  <a:lnTo>
                    <a:pt x="2260" y="670"/>
                  </a:lnTo>
                  <a:lnTo>
                    <a:pt x="1518" y="518"/>
                  </a:lnTo>
                  <a:lnTo>
                    <a:pt x="661" y="277"/>
                  </a:lnTo>
                  <a:lnTo>
                    <a:pt x="54" y="27"/>
                  </a:lnTo>
                  <a:lnTo>
                    <a:pt x="0"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3518;p33">
              <a:extLst>
                <a:ext uri="{FF2B5EF4-FFF2-40B4-BE49-F238E27FC236}">
                  <a16:creationId xmlns:a16="http://schemas.microsoft.com/office/drawing/2014/main" id="{E5DC3A7F-070C-4B45-9E42-7CDEBBF51DD6}"/>
                </a:ext>
              </a:extLst>
            </p:cNvPr>
            <p:cNvSpPr/>
            <p:nvPr/>
          </p:nvSpPr>
          <p:spPr>
            <a:xfrm>
              <a:off x="3617132" y="4081356"/>
              <a:ext cx="485657" cy="45153"/>
            </a:xfrm>
            <a:custGeom>
              <a:avLst/>
              <a:gdLst/>
              <a:ahLst/>
              <a:cxnLst/>
              <a:rect l="l" t="t" r="r" b="b"/>
              <a:pathLst>
                <a:path w="9422" h="876" extrusionOk="0">
                  <a:moveTo>
                    <a:pt x="0" y="0"/>
                  </a:moveTo>
                  <a:lnTo>
                    <a:pt x="54" y="27"/>
                  </a:lnTo>
                  <a:lnTo>
                    <a:pt x="661" y="277"/>
                  </a:lnTo>
                  <a:lnTo>
                    <a:pt x="1518" y="518"/>
                  </a:lnTo>
                  <a:lnTo>
                    <a:pt x="2260" y="670"/>
                  </a:lnTo>
                  <a:lnTo>
                    <a:pt x="3135" y="795"/>
                  </a:lnTo>
                  <a:lnTo>
                    <a:pt x="4153" y="866"/>
                  </a:lnTo>
                  <a:lnTo>
                    <a:pt x="4715" y="875"/>
                  </a:lnTo>
                  <a:lnTo>
                    <a:pt x="5278" y="866"/>
                  </a:lnTo>
                  <a:lnTo>
                    <a:pt x="6287" y="795"/>
                  </a:lnTo>
                  <a:lnTo>
                    <a:pt x="7171" y="670"/>
                  </a:lnTo>
                  <a:lnTo>
                    <a:pt x="7903" y="518"/>
                  </a:lnTo>
                  <a:lnTo>
                    <a:pt x="8761" y="277"/>
                  </a:lnTo>
                  <a:lnTo>
                    <a:pt x="9368" y="27"/>
                  </a:lnTo>
                  <a:lnTo>
                    <a:pt x="9421"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3519;p33">
              <a:extLst>
                <a:ext uri="{FF2B5EF4-FFF2-40B4-BE49-F238E27FC236}">
                  <a16:creationId xmlns:a16="http://schemas.microsoft.com/office/drawing/2014/main" id="{555AFC7C-4B0E-4FD4-BCFF-FDBF1150DE69}"/>
                </a:ext>
              </a:extLst>
            </p:cNvPr>
            <p:cNvSpPr/>
            <p:nvPr/>
          </p:nvSpPr>
          <p:spPr>
            <a:xfrm>
              <a:off x="3650739" y="4014607"/>
              <a:ext cx="13866" cy="69998"/>
            </a:xfrm>
            <a:custGeom>
              <a:avLst/>
              <a:gdLst/>
              <a:ahLst/>
              <a:cxnLst/>
              <a:rect l="l" t="t" r="r" b="b"/>
              <a:pathLst>
                <a:path w="269" h="1358" extrusionOk="0">
                  <a:moveTo>
                    <a:pt x="54" y="0"/>
                  </a:moveTo>
                  <a:lnTo>
                    <a:pt x="9" y="36"/>
                  </a:lnTo>
                  <a:lnTo>
                    <a:pt x="0" y="72"/>
                  </a:lnTo>
                  <a:lnTo>
                    <a:pt x="107" y="1295"/>
                  </a:lnTo>
                  <a:lnTo>
                    <a:pt x="116" y="1331"/>
                  </a:lnTo>
                  <a:lnTo>
                    <a:pt x="161" y="1358"/>
                  </a:lnTo>
                  <a:lnTo>
                    <a:pt x="223" y="1358"/>
                  </a:lnTo>
                  <a:lnTo>
                    <a:pt x="268" y="1322"/>
                  </a:lnTo>
                  <a:lnTo>
                    <a:pt x="268" y="1286"/>
                  </a:lnTo>
                  <a:lnTo>
                    <a:pt x="223" y="670"/>
                  </a:lnTo>
                  <a:lnTo>
                    <a:pt x="170" y="54"/>
                  </a:lnTo>
                  <a:lnTo>
                    <a:pt x="161" y="27"/>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3520;p33">
              <a:extLst>
                <a:ext uri="{FF2B5EF4-FFF2-40B4-BE49-F238E27FC236}">
                  <a16:creationId xmlns:a16="http://schemas.microsoft.com/office/drawing/2014/main" id="{423CD0F8-EC69-4352-AF06-4BCD5DD43745}"/>
                </a:ext>
              </a:extLst>
            </p:cNvPr>
            <p:cNvSpPr/>
            <p:nvPr/>
          </p:nvSpPr>
          <p:spPr>
            <a:xfrm>
              <a:off x="3708726" y="4027957"/>
              <a:ext cx="11082" cy="55256"/>
            </a:xfrm>
            <a:custGeom>
              <a:avLst/>
              <a:gdLst/>
              <a:ahLst/>
              <a:cxnLst/>
              <a:rect l="l" t="t" r="r" b="b"/>
              <a:pathLst>
                <a:path w="215" h="1072" extrusionOk="0">
                  <a:moveTo>
                    <a:pt x="45" y="0"/>
                  </a:moveTo>
                  <a:lnTo>
                    <a:pt x="0" y="36"/>
                  </a:lnTo>
                  <a:lnTo>
                    <a:pt x="0" y="72"/>
                  </a:lnTo>
                  <a:lnTo>
                    <a:pt x="27" y="545"/>
                  </a:lnTo>
                  <a:lnTo>
                    <a:pt x="45" y="1018"/>
                  </a:lnTo>
                  <a:lnTo>
                    <a:pt x="54" y="1045"/>
                  </a:lnTo>
                  <a:lnTo>
                    <a:pt x="108" y="1072"/>
                  </a:lnTo>
                  <a:lnTo>
                    <a:pt x="161" y="1072"/>
                  </a:lnTo>
                  <a:lnTo>
                    <a:pt x="206" y="1036"/>
                  </a:lnTo>
                  <a:lnTo>
                    <a:pt x="215" y="1000"/>
                  </a:lnTo>
                  <a:lnTo>
                    <a:pt x="188" y="536"/>
                  </a:lnTo>
                  <a:lnTo>
                    <a:pt x="161" y="63"/>
                  </a:lnTo>
                  <a:lnTo>
                    <a:pt x="161" y="27"/>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3521;p33">
              <a:extLst>
                <a:ext uri="{FF2B5EF4-FFF2-40B4-BE49-F238E27FC236}">
                  <a16:creationId xmlns:a16="http://schemas.microsoft.com/office/drawing/2014/main" id="{DB3C3656-043F-4B12-B625-5C7A49FF24EA}"/>
                </a:ext>
              </a:extLst>
            </p:cNvPr>
            <p:cNvSpPr/>
            <p:nvPr/>
          </p:nvSpPr>
          <p:spPr>
            <a:xfrm>
              <a:off x="3758878" y="4040843"/>
              <a:ext cx="8814" cy="39174"/>
            </a:xfrm>
            <a:custGeom>
              <a:avLst/>
              <a:gdLst/>
              <a:ahLst/>
              <a:cxnLst/>
              <a:rect l="l" t="t" r="r" b="b"/>
              <a:pathLst>
                <a:path w="171" h="760" extrusionOk="0">
                  <a:moveTo>
                    <a:pt x="45" y="0"/>
                  </a:moveTo>
                  <a:lnTo>
                    <a:pt x="1" y="36"/>
                  </a:lnTo>
                  <a:lnTo>
                    <a:pt x="1" y="72"/>
                  </a:lnTo>
                  <a:lnTo>
                    <a:pt x="1" y="384"/>
                  </a:lnTo>
                  <a:lnTo>
                    <a:pt x="10" y="706"/>
                  </a:lnTo>
                  <a:lnTo>
                    <a:pt x="10" y="733"/>
                  </a:lnTo>
                  <a:lnTo>
                    <a:pt x="63" y="759"/>
                  </a:lnTo>
                  <a:lnTo>
                    <a:pt x="117" y="759"/>
                  </a:lnTo>
                  <a:lnTo>
                    <a:pt x="170" y="724"/>
                  </a:lnTo>
                  <a:lnTo>
                    <a:pt x="170" y="688"/>
                  </a:lnTo>
                  <a:lnTo>
                    <a:pt x="170" y="375"/>
                  </a:lnTo>
                  <a:lnTo>
                    <a:pt x="161" y="54"/>
                  </a:lnTo>
                  <a:lnTo>
                    <a:pt x="153" y="27"/>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3522;p33">
              <a:extLst>
                <a:ext uri="{FF2B5EF4-FFF2-40B4-BE49-F238E27FC236}">
                  <a16:creationId xmlns:a16="http://schemas.microsoft.com/office/drawing/2014/main" id="{1FB77D84-6577-480D-9DAE-1BD61EAB35DA}"/>
                </a:ext>
              </a:extLst>
            </p:cNvPr>
            <p:cNvSpPr/>
            <p:nvPr/>
          </p:nvSpPr>
          <p:spPr>
            <a:xfrm>
              <a:off x="3812278" y="4044502"/>
              <a:ext cx="9742" cy="37834"/>
            </a:xfrm>
            <a:custGeom>
              <a:avLst/>
              <a:gdLst/>
              <a:ahLst/>
              <a:cxnLst/>
              <a:rect l="l" t="t" r="r" b="b"/>
              <a:pathLst>
                <a:path w="189" h="734" extrusionOk="0">
                  <a:moveTo>
                    <a:pt x="45" y="1"/>
                  </a:moveTo>
                  <a:lnTo>
                    <a:pt x="1" y="45"/>
                  </a:lnTo>
                  <a:lnTo>
                    <a:pt x="1" y="72"/>
                  </a:lnTo>
                  <a:lnTo>
                    <a:pt x="18" y="671"/>
                  </a:lnTo>
                  <a:lnTo>
                    <a:pt x="27" y="697"/>
                  </a:lnTo>
                  <a:lnTo>
                    <a:pt x="81" y="733"/>
                  </a:lnTo>
                  <a:lnTo>
                    <a:pt x="144" y="724"/>
                  </a:lnTo>
                  <a:lnTo>
                    <a:pt x="188" y="688"/>
                  </a:lnTo>
                  <a:lnTo>
                    <a:pt x="188" y="662"/>
                  </a:lnTo>
                  <a:lnTo>
                    <a:pt x="179" y="358"/>
                  </a:lnTo>
                  <a:lnTo>
                    <a:pt x="161" y="63"/>
                  </a:lnTo>
                  <a:lnTo>
                    <a:pt x="161" y="28"/>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3523;p33">
              <a:extLst>
                <a:ext uri="{FF2B5EF4-FFF2-40B4-BE49-F238E27FC236}">
                  <a16:creationId xmlns:a16="http://schemas.microsoft.com/office/drawing/2014/main" id="{2129DA4F-1F51-4BC4-8BB4-DCA933A4FA71}"/>
                </a:ext>
              </a:extLst>
            </p:cNvPr>
            <p:cNvSpPr/>
            <p:nvPr/>
          </p:nvSpPr>
          <p:spPr>
            <a:xfrm>
              <a:off x="3864285" y="4044038"/>
              <a:ext cx="8814" cy="39174"/>
            </a:xfrm>
            <a:custGeom>
              <a:avLst/>
              <a:gdLst/>
              <a:ahLst/>
              <a:cxnLst/>
              <a:rect l="l" t="t" r="r" b="b"/>
              <a:pathLst>
                <a:path w="171" h="760" extrusionOk="0">
                  <a:moveTo>
                    <a:pt x="54" y="1"/>
                  </a:moveTo>
                  <a:lnTo>
                    <a:pt x="10" y="37"/>
                  </a:lnTo>
                  <a:lnTo>
                    <a:pt x="1" y="72"/>
                  </a:lnTo>
                  <a:lnTo>
                    <a:pt x="1" y="706"/>
                  </a:lnTo>
                  <a:lnTo>
                    <a:pt x="10" y="733"/>
                  </a:lnTo>
                  <a:lnTo>
                    <a:pt x="54" y="760"/>
                  </a:lnTo>
                  <a:lnTo>
                    <a:pt x="117" y="760"/>
                  </a:lnTo>
                  <a:lnTo>
                    <a:pt x="161" y="724"/>
                  </a:lnTo>
                  <a:lnTo>
                    <a:pt x="170" y="688"/>
                  </a:lnTo>
                  <a:lnTo>
                    <a:pt x="170" y="54"/>
                  </a:lnTo>
                  <a:lnTo>
                    <a:pt x="161" y="28"/>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3524;p33">
              <a:extLst>
                <a:ext uri="{FF2B5EF4-FFF2-40B4-BE49-F238E27FC236}">
                  <a16:creationId xmlns:a16="http://schemas.microsoft.com/office/drawing/2014/main" id="{EA4BA5A4-1CFE-4C49-9299-03E737DC7BB6}"/>
                </a:ext>
              </a:extLst>
            </p:cNvPr>
            <p:cNvSpPr/>
            <p:nvPr/>
          </p:nvSpPr>
          <p:spPr>
            <a:xfrm>
              <a:off x="3920932" y="4041306"/>
              <a:ext cx="9227" cy="41442"/>
            </a:xfrm>
            <a:custGeom>
              <a:avLst/>
              <a:gdLst/>
              <a:ahLst/>
              <a:cxnLst/>
              <a:rect l="l" t="t" r="r" b="b"/>
              <a:pathLst>
                <a:path w="179" h="804" extrusionOk="0">
                  <a:moveTo>
                    <a:pt x="107" y="0"/>
                  </a:moveTo>
                  <a:lnTo>
                    <a:pt x="45" y="9"/>
                  </a:lnTo>
                  <a:lnTo>
                    <a:pt x="0" y="45"/>
                  </a:lnTo>
                  <a:lnTo>
                    <a:pt x="0" y="72"/>
                  </a:lnTo>
                  <a:lnTo>
                    <a:pt x="9" y="411"/>
                  </a:lnTo>
                  <a:lnTo>
                    <a:pt x="18" y="741"/>
                  </a:lnTo>
                  <a:lnTo>
                    <a:pt x="18" y="777"/>
                  </a:lnTo>
                  <a:lnTo>
                    <a:pt x="72" y="804"/>
                  </a:lnTo>
                  <a:lnTo>
                    <a:pt x="134" y="804"/>
                  </a:lnTo>
                  <a:lnTo>
                    <a:pt x="179" y="768"/>
                  </a:lnTo>
                  <a:lnTo>
                    <a:pt x="179" y="733"/>
                  </a:lnTo>
                  <a:lnTo>
                    <a:pt x="170" y="393"/>
                  </a:lnTo>
                  <a:lnTo>
                    <a:pt x="161" y="63"/>
                  </a:lnTo>
                  <a:lnTo>
                    <a:pt x="152" y="27"/>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3525;p33">
              <a:extLst>
                <a:ext uri="{FF2B5EF4-FFF2-40B4-BE49-F238E27FC236}">
                  <a16:creationId xmlns:a16="http://schemas.microsoft.com/office/drawing/2014/main" id="{13D6C39C-AA0D-4109-A27E-05C3B2FCC122}"/>
                </a:ext>
              </a:extLst>
            </p:cNvPr>
            <p:cNvSpPr/>
            <p:nvPr/>
          </p:nvSpPr>
          <p:spPr>
            <a:xfrm>
              <a:off x="3972012" y="4036719"/>
              <a:ext cx="9227" cy="44690"/>
            </a:xfrm>
            <a:custGeom>
              <a:avLst/>
              <a:gdLst/>
              <a:ahLst/>
              <a:cxnLst/>
              <a:rect l="l" t="t" r="r" b="b"/>
              <a:pathLst>
                <a:path w="179" h="867" extrusionOk="0">
                  <a:moveTo>
                    <a:pt x="134" y="0"/>
                  </a:moveTo>
                  <a:lnTo>
                    <a:pt x="72" y="9"/>
                  </a:lnTo>
                  <a:lnTo>
                    <a:pt x="18" y="45"/>
                  </a:lnTo>
                  <a:lnTo>
                    <a:pt x="18" y="71"/>
                  </a:lnTo>
                  <a:lnTo>
                    <a:pt x="9" y="438"/>
                  </a:lnTo>
                  <a:lnTo>
                    <a:pt x="0" y="804"/>
                  </a:lnTo>
                  <a:lnTo>
                    <a:pt x="9" y="839"/>
                  </a:lnTo>
                  <a:lnTo>
                    <a:pt x="54" y="866"/>
                  </a:lnTo>
                  <a:lnTo>
                    <a:pt x="116" y="866"/>
                  </a:lnTo>
                  <a:lnTo>
                    <a:pt x="161" y="830"/>
                  </a:lnTo>
                  <a:lnTo>
                    <a:pt x="170" y="795"/>
                  </a:lnTo>
                  <a:lnTo>
                    <a:pt x="170" y="429"/>
                  </a:lnTo>
                  <a:lnTo>
                    <a:pt x="179" y="63"/>
                  </a:lnTo>
                  <a:lnTo>
                    <a:pt x="179" y="36"/>
                  </a:lnTo>
                  <a:lnTo>
                    <a:pt x="13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3526;p33">
              <a:extLst>
                <a:ext uri="{FF2B5EF4-FFF2-40B4-BE49-F238E27FC236}">
                  <a16:creationId xmlns:a16="http://schemas.microsoft.com/office/drawing/2014/main" id="{E3D8796F-CD02-4D6E-B775-1B89AD254846}"/>
                </a:ext>
              </a:extLst>
            </p:cNvPr>
            <p:cNvSpPr/>
            <p:nvPr/>
          </p:nvSpPr>
          <p:spPr>
            <a:xfrm>
              <a:off x="4022628" y="4028420"/>
              <a:ext cx="9742" cy="50669"/>
            </a:xfrm>
            <a:custGeom>
              <a:avLst/>
              <a:gdLst/>
              <a:ahLst/>
              <a:cxnLst/>
              <a:rect l="l" t="t" r="r" b="b"/>
              <a:pathLst>
                <a:path w="189" h="983" extrusionOk="0">
                  <a:moveTo>
                    <a:pt x="144" y="0"/>
                  </a:moveTo>
                  <a:lnTo>
                    <a:pt x="81" y="9"/>
                  </a:lnTo>
                  <a:lnTo>
                    <a:pt x="27" y="45"/>
                  </a:lnTo>
                  <a:lnTo>
                    <a:pt x="27" y="72"/>
                  </a:lnTo>
                  <a:lnTo>
                    <a:pt x="10" y="500"/>
                  </a:lnTo>
                  <a:lnTo>
                    <a:pt x="1" y="920"/>
                  </a:lnTo>
                  <a:lnTo>
                    <a:pt x="1" y="947"/>
                  </a:lnTo>
                  <a:lnTo>
                    <a:pt x="45" y="983"/>
                  </a:lnTo>
                  <a:lnTo>
                    <a:pt x="108" y="974"/>
                  </a:lnTo>
                  <a:lnTo>
                    <a:pt x="152" y="938"/>
                  </a:lnTo>
                  <a:lnTo>
                    <a:pt x="161" y="911"/>
                  </a:lnTo>
                  <a:lnTo>
                    <a:pt x="188" y="63"/>
                  </a:lnTo>
                  <a:lnTo>
                    <a:pt x="188" y="36"/>
                  </a:lnTo>
                  <a:lnTo>
                    <a:pt x="14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3527;p33">
              <a:extLst>
                <a:ext uri="{FF2B5EF4-FFF2-40B4-BE49-F238E27FC236}">
                  <a16:creationId xmlns:a16="http://schemas.microsoft.com/office/drawing/2014/main" id="{2ACF2415-7BCD-4F1D-9366-07A73BF01DEA}"/>
                </a:ext>
              </a:extLst>
            </p:cNvPr>
            <p:cNvSpPr/>
            <p:nvPr/>
          </p:nvSpPr>
          <p:spPr>
            <a:xfrm>
              <a:off x="4067729" y="4011359"/>
              <a:ext cx="12010" cy="74637"/>
            </a:xfrm>
            <a:custGeom>
              <a:avLst/>
              <a:gdLst/>
              <a:ahLst/>
              <a:cxnLst/>
              <a:rect l="l" t="t" r="r" b="b"/>
              <a:pathLst>
                <a:path w="233" h="1448" extrusionOk="0">
                  <a:moveTo>
                    <a:pt x="126" y="1"/>
                  </a:moveTo>
                  <a:lnTo>
                    <a:pt x="72" y="37"/>
                  </a:lnTo>
                  <a:lnTo>
                    <a:pt x="72" y="72"/>
                  </a:lnTo>
                  <a:lnTo>
                    <a:pt x="36" y="724"/>
                  </a:lnTo>
                  <a:lnTo>
                    <a:pt x="1" y="1385"/>
                  </a:lnTo>
                  <a:lnTo>
                    <a:pt x="1" y="1412"/>
                  </a:lnTo>
                  <a:lnTo>
                    <a:pt x="45" y="1448"/>
                  </a:lnTo>
                  <a:lnTo>
                    <a:pt x="108" y="1439"/>
                  </a:lnTo>
                  <a:lnTo>
                    <a:pt x="162" y="1403"/>
                  </a:lnTo>
                  <a:lnTo>
                    <a:pt x="170" y="1376"/>
                  </a:lnTo>
                  <a:lnTo>
                    <a:pt x="233" y="54"/>
                  </a:lnTo>
                  <a:lnTo>
                    <a:pt x="233" y="28"/>
                  </a:lnTo>
                  <a:lnTo>
                    <a:pt x="18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3528;p33">
              <a:extLst>
                <a:ext uri="{FF2B5EF4-FFF2-40B4-BE49-F238E27FC236}">
                  <a16:creationId xmlns:a16="http://schemas.microsoft.com/office/drawing/2014/main" id="{D68622EC-83D6-4C1B-9993-5503D2157C11}"/>
                </a:ext>
              </a:extLst>
            </p:cNvPr>
            <p:cNvSpPr/>
            <p:nvPr/>
          </p:nvSpPr>
          <p:spPr>
            <a:xfrm>
              <a:off x="3633678" y="4091459"/>
              <a:ext cx="10206" cy="69586"/>
            </a:xfrm>
            <a:custGeom>
              <a:avLst/>
              <a:gdLst/>
              <a:ahLst/>
              <a:cxnLst/>
              <a:rect l="l" t="t" r="r" b="b"/>
              <a:pathLst>
                <a:path w="198" h="1350" extrusionOk="0">
                  <a:moveTo>
                    <a:pt x="54" y="1"/>
                  </a:moveTo>
                  <a:lnTo>
                    <a:pt x="10" y="36"/>
                  </a:lnTo>
                  <a:lnTo>
                    <a:pt x="1" y="72"/>
                  </a:lnTo>
                  <a:lnTo>
                    <a:pt x="28" y="1287"/>
                  </a:lnTo>
                  <a:lnTo>
                    <a:pt x="37" y="1313"/>
                  </a:lnTo>
                  <a:lnTo>
                    <a:pt x="81" y="1349"/>
                  </a:lnTo>
                  <a:lnTo>
                    <a:pt x="144" y="1340"/>
                  </a:lnTo>
                  <a:lnTo>
                    <a:pt x="188" y="1304"/>
                  </a:lnTo>
                  <a:lnTo>
                    <a:pt x="197" y="1278"/>
                  </a:lnTo>
                  <a:lnTo>
                    <a:pt x="170" y="54"/>
                  </a:lnTo>
                  <a:lnTo>
                    <a:pt x="162" y="27"/>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3529;p33">
              <a:extLst>
                <a:ext uri="{FF2B5EF4-FFF2-40B4-BE49-F238E27FC236}">
                  <a16:creationId xmlns:a16="http://schemas.microsoft.com/office/drawing/2014/main" id="{04960DBE-2E51-4698-B264-593B74C7A8A7}"/>
                </a:ext>
              </a:extLst>
            </p:cNvPr>
            <p:cNvSpPr/>
            <p:nvPr/>
          </p:nvSpPr>
          <p:spPr>
            <a:xfrm>
              <a:off x="3690325" y="4109396"/>
              <a:ext cx="9690" cy="55308"/>
            </a:xfrm>
            <a:custGeom>
              <a:avLst/>
              <a:gdLst/>
              <a:ahLst/>
              <a:cxnLst/>
              <a:rect l="l" t="t" r="r" b="b"/>
              <a:pathLst>
                <a:path w="188" h="1073" extrusionOk="0">
                  <a:moveTo>
                    <a:pt x="45" y="1"/>
                  </a:moveTo>
                  <a:lnTo>
                    <a:pt x="0" y="37"/>
                  </a:lnTo>
                  <a:lnTo>
                    <a:pt x="0" y="72"/>
                  </a:lnTo>
                  <a:lnTo>
                    <a:pt x="18" y="1010"/>
                  </a:lnTo>
                  <a:lnTo>
                    <a:pt x="27" y="1046"/>
                  </a:lnTo>
                  <a:lnTo>
                    <a:pt x="72" y="1073"/>
                  </a:lnTo>
                  <a:lnTo>
                    <a:pt x="134" y="1073"/>
                  </a:lnTo>
                  <a:lnTo>
                    <a:pt x="179" y="1037"/>
                  </a:lnTo>
                  <a:lnTo>
                    <a:pt x="188" y="1001"/>
                  </a:lnTo>
                  <a:lnTo>
                    <a:pt x="161" y="55"/>
                  </a:lnTo>
                  <a:lnTo>
                    <a:pt x="161" y="28"/>
                  </a:lnTo>
                  <a:lnTo>
                    <a:pt x="10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3530;p33">
              <a:extLst>
                <a:ext uri="{FF2B5EF4-FFF2-40B4-BE49-F238E27FC236}">
                  <a16:creationId xmlns:a16="http://schemas.microsoft.com/office/drawing/2014/main" id="{EC94F9AA-DB4A-4419-A831-E67CF1709553}"/>
                </a:ext>
              </a:extLst>
            </p:cNvPr>
            <p:cNvSpPr/>
            <p:nvPr/>
          </p:nvSpPr>
          <p:spPr>
            <a:xfrm>
              <a:off x="3751043" y="4122746"/>
              <a:ext cx="9742" cy="43349"/>
            </a:xfrm>
            <a:custGeom>
              <a:avLst/>
              <a:gdLst/>
              <a:ahLst/>
              <a:cxnLst/>
              <a:rect l="l" t="t" r="r" b="b"/>
              <a:pathLst>
                <a:path w="189" h="841" extrusionOk="0">
                  <a:moveTo>
                    <a:pt x="81" y="1"/>
                  </a:moveTo>
                  <a:lnTo>
                    <a:pt x="28" y="37"/>
                  </a:lnTo>
                  <a:lnTo>
                    <a:pt x="28" y="72"/>
                  </a:lnTo>
                  <a:lnTo>
                    <a:pt x="10" y="421"/>
                  </a:lnTo>
                  <a:lnTo>
                    <a:pt x="1" y="778"/>
                  </a:lnTo>
                  <a:lnTo>
                    <a:pt x="1" y="805"/>
                  </a:lnTo>
                  <a:lnTo>
                    <a:pt x="46" y="840"/>
                  </a:lnTo>
                  <a:lnTo>
                    <a:pt x="108" y="831"/>
                  </a:lnTo>
                  <a:lnTo>
                    <a:pt x="162" y="796"/>
                  </a:lnTo>
                  <a:lnTo>
                    <a:pt x="162" y="769"/>
                  </a:lnTo>
                  <a:lnTo>
                    <a:pt x="180" y="412"/>
                  </a:lnTo>
                  <a:lnTo>
                    <a:pt x="188" y="63"/>
                  </a:lnTo>
                  <a:lnTo>
                    <a:pt x="188" y="28"/>
                  </a:lnTo>
                  <a:lnTo>
                    <a:pt x="144"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3531;p33">
              <a:extLst>
                <a:ext uri="{FF2B5EF4-FFF2-40B4-BE49-F238E27FC236}">
                  <a16:creationId xmlns:a16="http://schemas.microsoft.com/office/drawing/2014/main" id="{4DC49605-5494-449A-B22F-B3109D7B4B40}"/>
                </a:ext>
              </a:extLst>
            </p:cNvPr>
            <p:cNvSpPr/>
            <p:nvPr/>
          </p:nvSpPr>
          <p:spPr>
            <a:xfrm>
              <a:off x="3809082" y="4126457"/>
              <a:ext cx="8299" cy="37782"/>
            </a:xfrm>
            <a:custGeom>
              <a:avLst/>
              <a:gdLst/>
              <a:ahLst/>
              <a:cxnLst/>
              <a:rect l="l" t="t" r="r" b="b"/>
              <a:pathLst>
                <a:path w="161" h="733" extrusionOk="0">
                  <a:moveTo>
                    <a:pt x="116" y="0"/>
                  </a:moveTo>
                  <a:lnTo>
                    <a:pt x="54" y="9"/>
                  </a:lnTo>
                  <a:lnTo>
                    <a:pt x="0" y="45"/>
                  </a:lnTo>
                  <a:lnTo>
                    <a:pt x="0" y="72"/>
                  </a:lnTo>
                  <a:lnTo>
                    <a:pt x="0" y="670"/>
                  </a:lnTo>
                  <a:lnTo>
                    <a:pt x="0" y="697"/>
                  </a:lnTo>
                  <a:lnTo>
                    <a:pt x="54" y="733"/>
                  </a:lnTo>
                  <a:lnTo>
                    <a:pt x="116" y="724"/>
                  </a:lnTo>
                  <a:lnTo>
                    <a:pt x="161" y="688"/>
                  </a:lnTo>
                  <a:lnTo>
                    <a:pt x="161" y="661"/>
                  </a:lnTo>
                  <a:lnTo>
                    <a:pt x="161" y="63"/>
                  </a:lnTo>
                  <a:lnTo>
                    <a:pt x="161" y="36"/>
                  </a:lnTo>
                  <a:lnTo>
                    <a:pt x="11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3532;p33">
              <a:extLst>
                <a:ext uri="{FF2B5EF4-FFF2-40B4-BE49-F238E27FC236}">
                  <a16:creationId xmlns:a16="http://schemas.microsoft.com/office/drawing/2014/main" id="{8A11A012-12F7-4DC9-A3B6-7B11726DE7EA}"/>
                </a:ext>
              </a:extLst>
            </p:cNvPr>
            <p:cNvSpPr/>
            <p:nvPr/>
          </p:nvSpPr>
          <p:spPr>
            <a:xfrm>
              <a:off x="3862017" y="4126457"/>
              <a:ext cx="9227" cy="36391"/>
            </a:xfrm>
            <a:custGeom>
              <a:avLst/>
              <a:gdLst/>
              <a:ahLst/>
              <a:cxnLst/>
              <a:rect l="l" t="t" r="r" b="b"/>
              <a:pathLst>
                <a:path w="179" h="706" extrusionOk="0">
                  <a:moveTo>
                    <a:pt x="125" y="0"/>
                  </a:moveTo>
                  <a:lnTo>
                    <a:pt x="63" y="9"/>
                  </a:lnTo>
                  <a:lnTo>
                    <a:pt x="18" y="45"/>
                  </a:lnTo>
                  <a:lnTo>
                    <a:pt x="9" y="72"/>
                  </a:lnTo>
                  <a:lnTo>
                    <a:pt x="0" y="643"/>
                  </a:lnTo>
                  <a:lnTo>
                    <a:pt x="9" y="679"/>
                  </a:lnTo>
                  <a:lnTo>
                    <a:pt x="54" y="706"/>
                  </a:lnTo>
                  <a:lnTo>
                    <a:pt x="116" y="706"/>
                  </a:lnTo>
                  <a:lnTo>
                    <a:pt x="161" y="661"/>
                  </a:lnTo>
                  <a:lnTo>
                    <a:pt x="170" y="634"/>
                  </a:lnTo>
                  <a:lnTo>
                    <a:pt x="179" y="63"/>
                  </a:lnTo>
                  <a:lnTo>
                    <a:pt x="170" y="36"/>
                  </a:lnTo>
                  <a:lnTo>
                    <a:pt x="12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3533;p33">
              <a:extLst>
                <a:ext uri="{FF2B5EF4-FFF2-40B4-BE49-F238E27FC236}">
                  <a16:creationId xmlns:a16="http://schemas.microsoft.com/office/drawing/2014/main" id="{D123B9EC-DC2A-4F5D-9D49-B7A3281105CE}"/>
                </a:ext>
              </a:extLst>
            </p:cNvPr>
            <p:cNvSpPr/>
            <p:nvPr/>
          </p:nvSpPr>
          <p:spPr>
            <a:xfrm>
              <a:off x="3909850" y="4124138"/>
              <a:ext cx="8814" cy="35978"/>
            </a:xfrm>
            <a:custGeom>
              <a:avLst/>
              <a:gdLst/>
              <a:ahLst/>
              <a:cxnLst/>
              <a:rect l="l" t="t" r="r" b="b"/>
              <a:pathLst>
                <a:path w="171" h="698" extrusionOk="0">
                  <a:moveTo>
                    <a:pt x="63" y="1"/>
                  </a:moveTo>
                  <a:lnTo>
                    <a:pt x="10" y="36"/>
                  </a:lnTo>
                  <a:lnTo>
                    <a:pt x="10" y="72"/>
                  </a:lnTo>
                  <a:lnTo>
                    <a:pt x="1" y="644"/>
                  </a:lnTo>
                  <a:lnTo>
                    <a:pt x="1" y="670"/>
                  </a:lnTo>
                  <a:lnTo>
                    <a:pt x="54" y="697"/>
                  </a:lnTo>
                  <a:lnTo>
                    <a:pt x="117" y="697"/>
                  </a:lnTo>
                  <a:lnTo>
                    <a:pt x="162" y="662"/>
                  </a:lnTo>
                  <a:lnTo>
                    <a:pt x="162" y="626"/>
                  </a:lnTo>
                  <a:lnTo>
                    <a:pt x="170" y="54"/>
                  </a:lnTo>
                  <a:lnTo>
                    <a:pt x="170" y="27"/>
                  </a:lnTo>
                  <a:lnTo>
                    <a:pt x="12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3534;p33">
              <a:extLst>
                <a:ext uri="{FF2B5EF4-FFF2-40B4-BE49-F238E27FC236}">
                  <a16:creationId xmlns:a16="http://schemas.microsoft.com/office/drawing/2014/main" id="{E2B5E47F-0D2C-4E6F-8DAB-3BA772324996}"/>
                </a:ext>
              </a:extLst>
            </p:cNvPr>
            <p:cNvSpPr/>
            <p:nvPr/>
          </p:nvSpPr>
          <p:spPr>
            <a:xfrm>
              <a:off x="3960518" y="4123210"/>
              <a:ext cx="9227" cy="40102"/>
            </a:xfrm>
            <a:custGeom>
              <a:avLst/>
              <a:gdLst/>
              <a:ahLst/>
              <a:cxnLst/>
              <a:rect l="l" t="t" r="r" b="b"/>
              <a:pathLst>
                <a:path w="179" h="778" extrusionOk="0">
                  <a:moveTo>
                    <a:pt x="116" y="1"/>
                  </a:moveTo>
                  <a:lnTo>
                    <a:pt x="54" y="10"/>
                  </a:lnTo>
                  <a:lnTo>
                    <a:pt x="9" y="45"/>
                  </a:lnTo>
                  <a:lnTo>
                    <a:pt x="0" y="72"/>
                  </a:lnTo>
                  <a:lnTo>
                    <a:pt x="18" y="724"/>
                  </a:lnTo>
                  <a:lnTo>
                    <a:pt x="18" y="751"/>
                  </a:lnTo>
                  <a:lnTo>
                    <a:pt x="72" y="778"/>
                  </a:lnTo>
                  <a:lnTo>
                    <a:pt x="134" y="778"/>
                  </a:lnTo>
                  <a:lnTo>
                    <a:pt x="179" y="742"/>
                  </a:lnTo>
                  <a:lnTo>
                    <a:pt x="179" y="706"/>
                  </a:lnTo>
                  <a:lnTo>
                    <a:pt x="170" y="63"/>
                  </a:lnTo>
                  <a:lnTo>
                    <a:pt x="161" y="37"/>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3535;p33">
              <a:extLst>
                <a:ext uri="{FF2B5EF4-FFF2-40B4-BE49-F238E27FC236}">
                  <a16:creationId xmlns:a16="http://schemas.microsoft.com/office/drawing/2014/main" id="{5F0C2533-AE7D-47B2-BD63-537000D2E0CA}"/>
                </a:ext>
              </a:extLst>
            </p:cNvPr>
            <p:cNvSpPr/>
            <p:nvPr/>
          </p:nvSpPr>
          <p:spPr>
            <a:xfrm>
              <a:off x="4019896" y="4106664"/>
              <a:ext cx="10154" cy="52988"/>
            </a:xfrm>
            <a:custGeom>
              <a:avLst/>
              <a:gdLst/>
              <a:ahLst/>
              <a:cxnLst/>
              <a:rect l="l" t="t" r="r" b="b"/>
              <a:pathLst>
                <a:path w="197" h="1028" extrusionOk="0">
                  <a:moveTo>
                    <a:pt x="80" y="0"/>
                  </a:moveTo>
                  <a:lnTo>
                    <a:pt x="36" y="45"/>
                  </a:lnTo>
                  <a:lnTo>
                    <a:pt x="27" y="72"/>
                  </a:lnTo>
                  <a:lnTo>
                    <a:pt x="0" y="965"/>
                  </a:lnTo>
                  <a:lnTo>
                    <a:pt x="9" y="1001"/>
                  </a:lnTo>
                  <a:lnTo>
                    <a:pt x="54" y="1027"/>
                  </a:lnTo>
                  <a:lnTo>
                    <a:pt x="116" y="1027"/>
                  </a:lnTo>
                  <a:lnTo>
                    <a:pt x="161" y="983"/>
                  </a:lnTo>
                  <a:lnTo>
                    <a:pt x="170" y="956"/>
                  </a:lnTo>
                  <a:lnTo>
                    <a:pt x="197" y="63"/>
                  </a:lnTo>
                  <a:lnTo>
                    <a:pt x="188" y="27"/>
                  </a:lnTo>
                  <a:lnTo>
                    <a:pt x="14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3536;p33">
              <a:extLst>
                <a:ext uri="{FF2B5EF4-FFF2-40B4-BE49-F238E27FC236}">
                  <a16:creationId xmlns:a16="http://schemas.microsoft.com/office/drawing/2014/main" id="{45E99BD8-06BB-42D0-8859-3EF291E389D8}"/>
                </a:ext>
              </a:extLst>
            </p:cNvPr>
            <p:cNvSpPr/>
            <p:nvPr/>
          </p:nvSpPr>
          <p:spPr>
            <a:xfrm>
              <a:off x="4072780" y="4091923"/>
              <a:ext cx="15257" cy="72782"/>
            </a:xfrm>
            <a:custGeom>
              <a:avLst/>
              <a:gdLst/>
              <a:ahLst/>
              <a:cxnLst/>
              <a:rect l="l" t="t" r="r" b="b"/>
              <a:pathLst>
                <a:path w="296" h="1412" extrusionOk="0">
                  <a:moveTo>
                    <a:pt x="197" y="1"/>
                  </a:moveTo>
                  <a:lnTo>
                    <a:pt x="144" y="27"/>
                  </a:lnTo>
                  <a:lnTo>
                    <a:pt x="135" y="54"/>
                  </a:lnTo>
                  <a:lnTo>
                    <a:pt x="1" y="1331"/>
                  </a:lnTo>
                  <a:lnTo>
                    <a:pt x="1" y="1367"/>
                  </a:lnTo>
                  <a:lnTo>
                    <a:pt x="46" y="1403"/>
                  </a:lnTo>
                  <a:lnTo>
                    <a:pt x="108" y="1412"/>
                  </a:lnTo>
                  <a:lnTo>
                    <a:pt x="153" y="1394"/>
                  </a:lnTo>
                  <a:lnTo>
                    <a:pt x="162" y="1358"/>
                  </a:lnTo>
                  <a:lnTo>
                    <a:pt x="296" y="81"/>
                  </a:lnTo>
                  <a:lnTo>
                    <a:pt x="296" y="45"/>
                  </a:lnTo>
                  <a:lnTo>
                    <a:pt x="251" y="10"/>
                  </a:lnTo>
                  <a:lnTo>
                    <a:pt x="19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3537;p33">
              <a:extLst>
                <a:ext uri="{FF2B5EF4-FFF2-40B4-BE49-F238E27FC236}">
                  <a16:creationId xmlns:a16="http://schemas.microsoft.com/office/drawing/2014/main" id="{D78524AD-76EA-4231-9931-F5BA9780E1EC}"/>
                </a:ext>
              </a:extLst>
            </p:cNvPr>
            <p:cNvSpPr/>
            <p:nvPr/>
          </p:nvSpPr>
          <p:spPr>
            <a:xfrm>
              <a:off x="5145718" y="2631424"/>
              <a:ext cx="497667" cy="1061518"/>
            </a:xfrm>
            <a:custGeom>
              <a:avLst/>
              <a:gdLst/>
              <a:ahLst/>
              <a:cxnLst/>
              <a:rect l="l" t="t" r="r" b="b"/>
              <a:pathLst>
                <a:path w="9655" h="20594" extrusionOk="0">
                  <a:moveTo>
                    <a:pt x="6234" y="1"/>
                  </a:moveTo>
                  <a:lnTo>
                    <a:pt x="5841" y="37"/>
                  </a:lnTo>
                  <a:lnTo>
                    <a:pt x="5466" y="135"/>
                  </a:lnTo>
                  <a:lnTo>
                    <a:pt x="5100" y="278"/>
                  </a:lnTo>
                  <a:lnTo>
                    <a:pt x="4760" y="465"/>
                  </a:lnTo>
                  <a:lnTo>
                    <a:pt x="4448" y="697"/>
                  </a:lnTo>
                  <a:lnTo>
                    <a:pt x="4162" y="974"/>
                  </a:lnTo>
                  <a:lnTo>
                    <a:pt x="3930" y="1287"/>
                  </a:lnTo>
                  <a:lnTo>
                    <a:pt x="3832" y="1456"/>
                  </a:lnTo>
                  <a:lnTo>
                    <a:pt x="3680" y="1760"/>
                  </a:lnTo>
                  <a:lnTo>
                    <a:pt x="3492" y="2403"/>
                  </a:lnTo>
                  <a:lnTo>
                    <a:pt x="3341" y="3412"/>
                  </a:lnTo>
                  <a:lnTo>
                    <a:pt x="3269" y="4091"/>
                  </a:lnTo>
                  <a:lnTo>
                    <a:pt x="3224" y="4430"/>
                  </a:lnTo>
                  <a:lnTo>
                    <a:pt x="3082" y="5100"/>
                  </a:lnTo>
                  <a:lnTo>
                    <a:pt x="2832" y="5734"/>
                  </a:lnTo>
                  <a:lnTo>
                    <a:pt x="2555" y="6145"/>
                  </a:lnTo>
                  <a:lnTo>
                    <a:pt x="2331" y="6386"/>
                  </a:lnTo>
                  <a:lnTo>
                    <a:pt x="2198" y="6493"/>
                  </a:lnTo>
                  <a:lnTo>
                    <a:pt x="1974" y="6654"/>
                  </a:lnTo>
                  <a:lnTo>
                    <a:pt x="1483" y="6913"/>
                  </a:lnTo>
                  <a:lnTo>
                    <a:pt x="1251" y="7064"/>
                  </a:lnTo>
                  <a:lnTo>
                    <a:pt x="1028" y="7234"/>
                  </a:lnTo>
                  <a:lnTo>
                    <a:pt x="670" y="7672"/>
                  </a:lnTo>
                  <a:lnTo>
                    <a:pt x="438" y="8181"/>
                  </a:lnTo>
                  <a:lnTo>
                    <a:pt x="331" y="8725"/>
                  </a:lnTo>
                  <a:lnTo>
                    <a:pt x="331" y="9011"/>
                  </a:lnTo>
                  <a:lnTo>
                    <a:pt x="358" y="9234"/>
                  </a:lnTo>
                  <a:lnTo>
                    <a:pt x="474" y="9690"/>
                  </a:lnTo>
                  <a:lnTo>
                    <a:pt x="724" y="10342"/>
                  </a:lnTo>
                  <a:lnTo>
                    <a:pt x="1001" y="10994"/>
                  </a:lnTo>
                  <a:lnTo>
                    <a:pt x="1153" y="11431"/>
                  </a:lnTo>
                  <a:lnTo>
                    <a:pt x="1233" y="11860"/>
                  </a:lnTo>
                  <a:lnTo>
                    <a:pt x="1224" y="12297"/>
                  </a:lnTo>
                  <a:lnTo>
                    <a:pt x="1171" y="12512"/>
                  </a:lnTo>
                  <a:lnTo>
                    <a:pt x="1117" y="12672"/>
                  </a:lnTo>
                  <a:lnTo>
                    <a:pt x="956" y="12976"/>
                  </a:lnTo>
                  <a:lnTo>
                    <a:pt x="662" y="13414"/>
                  </a:lnTo>
                  <a:lnTo>
                    <a:pt x="260" y="13976"/>
                  </a:lnTo>
                  <a:lnTo>
                    <a:pt x="63" y="14423"/>
                  </a:lnTo>
                  <a:lnTo>
                    <a:pt x="1" y="14735"/>
                  </a:lnTo>
                  <a:lnTo>
                    <a:pt x="19" y="14896"/>
                  </a:lnTo>
                  <a:lnTo>
                    <a:pt x="54" y="15101"/>
                  </a:lnTo>
                  <a:lnTo>
                    <a:pt x="224" y="15485"/>
                  </a:lnTo>
                  <a:lnTo>
                    <a:pt x="331" y="15655"/>
                  </a:lnTo>
                  <a:lnTo>
                    <a:pt x="590" y="16048"/>
                  </a:lnTo>
                  <a:lnTo>
                    <a:pt x="1206" y="16762"/>
                  </a:lnTo>
                  <a:lnTo>
                    <a:pt x="1555" y="17084"/>
                  </a:lnTo>
                  <a:lnTo>
                    <a:pt x="1947" y="17405"/>
                  </a:lnTo>
                  <a:lnTo>
                    <a:pt x="2537" y="17905"/>
                  </a:lnTo>
                  <a:lnTo>
                    <a:pt x="2876" y="18280"/>
                  </a:lnTo>
                  <a:lnTo>
                    <a:pt x="3019" y="18495"/>
                  </a:lnTo>
                  <a:lnTo>
                    <a:pt x="3126" y="18691"/>
                  </a:lnTo>
                  <a:lnTo>
                    <a:pt x="3287" y="19102"/>
                  </a:lnTo>
                  <a:lnTo>
                    <a:pt x="3430" y="19754"/>
                  </a:lnTo>
                  <a:lnTo>
                    <a:pt x="3475" y="20200"/>
                  </a:lnTo>
                  <a:lnTo>
                    <a:pt x="3483" y="20397"/>
                  </a:lnTo>
                  <a:lnTo>
                    <a:pt x="3439" y="20584"/>
                  </a:lnTo>
                  <a:lnTo>
                    <a:pt x="3475" y="20593"/>
                  </a:lnTo>
                  <a:lnTo>
                    <a:pt x="3528" y="20442"/>
                  </a:lnTo>
                  <a:lnTo>
                    <a:pt x="3689" y="20147"/>
                  </a:lnTo>
                  <a:lnTo>
                    <a:pt x="3894" y="19888"/>
                  </a:lnTo>
                  <a:lnTo>
                    <a:pt x="4144" y="19656"/>
                  </a:lnTo>
                  <a:lnTo>
                    <a:pt x="4287" y="19557"/>
                  </a:lnTo>
                  <a:lnTo>
                    <a:pt x="4475" y="19432"/>
                  </a:lnTo>
                  <a:lnTo>
                    <a:pt x="4868" y="19227"/>
                  </a:lnTo>
                  <a:lnTo>
                    <a:pt x="5484" y="18968"/>
                  </a:lnTo>
                  <a:lnTo>
                    <a:pt x="5903" y="18798"/>
                  </a:lnTo>
                  <a:lnTo>
                    <a:pt x="6109" y="18700"/>
                  </a:lnTo>
                  <a:lnTo>
                    <a:pt x="6511" y="18495"/>
                  </a:lnTo>
                  <a:lnTo>
                    <a:pt x="6877" y="18236"/>
                  </a:lnTo>
                  <a:lnTo>
                    <a:pt x="7189" y="17914"/>
                  </a:lnTo>
                  <a:lnTo>
                    <a:pt x="7314" y="17736"/>
                  </a:lnTo>
                  <a:lnTo>
                    <a:pt x="7413" y="17548"/>
                  </a:lnTo>
                  <a:lnTo>
                    <a:pt x="7556" y="17155"/>
                  </a:lnTo>
                  <a:lnTo>
                    <a:pt x="7618" y="16727"/>
                  </a:lnTo>
                  <a:lnTo>
                    <a:pt x="7627" y="16298"/>
                  </a:lnTo>
                  <a:lnTo>
                    <a:pt x="7609" y="16084"/>
                  </a:lnTo>
                  <a:lnTo>
                    <a:pt x="7556" y="15664"/>
                  </a:lnTo>
                  <a:lnTo>
                    <a:pt x="7386" y="14834"/>
                  </a:lnTo>
                  <a:lnTo>
                    <a:pt x="7314" y="14414"/>
                  </a:lnTo>
                  <a:lnTo>
                    <a:pt x="7297" y="14289"/>
                  </a:lnTo>
                  <a:lnTo>
                    <a:pt x="7288" y="14030"/>
                  </a:lnTo>
                  <a:lnTo>
                    <a:pt x="7314" y="13905"/>
                  </a:lnTo>
                  <a:lnTo>
                    <a:pt x="7377" y="13753"/>
                  </a:lnTo>
                  <a:lnTo>
                    <a:pt x="7582" y="13494"/>
                  </a:lnTo>
                  <a:lnTo>
                    <a:pt x="7707" y="13378"/>
                  </a:lnTo>
                  <a:lnTo>
                    <a:pt x="8261" y="12949"/>
                  </a:lnTo>
                  <a:lnTo>
                    <a:pt x="9074" y="12297"/>
                  </a:lnTo>
                  <a:lnTo>
                    <a:pt x="9386" y="11905"/>
                  </a:lnTo>
                  <a:lnTo>
                    <a:pt x="9538" y="11619"/>
                  </a:lnTo>
                  <a:lnTo>
                    <a:pt x="9592" y="11458"/>
                  </a:lnTo>
                  <a:lnTo>
                    <a:pt x="9654" y="11199"/>
                  </a:lnTo>
                  <a:lnTo>
                    <a:pt x="9636" y="10681"/>
                  </a:lnTo>
                  <a:lnTo>
                    <a:pt x="9493" y="10172"/>
                  </a:lnTo>
                  <a:lnTo>
                    <a:pt x="9270" y="9690"/>
                  </a:lnTo>
                  <a:lnTo>
                    <a:pt x="9127" y="9458"/>
                  </a:lnTo>
                  <a:lnTo>
                    <a:pt x="8832" y="9020"/>
                  </a:lnTo>
                  <a:lnTo>
                    <a:pt x="8395" y="8359"/>
                  </a:lnTo>
                  <a:lnTo>
                    <a:pt x="8145" y="7895"/>
                  </a:lnTo>
                  <a:lnTo>
                    <a:pt x="8056" y="7645"/>
                  </a:lnTo>
                  <a:lnTo>
                    <a:pt x="7957" y="7323"/>
                  </a:lnTo>
                  <a:lnTo>
                    <a:pt x="7886" y="6672"/>
                  </a:lnTo>
                  <a:lnTo>
                    <a:pt x="7913" y="6002"/>
                  </a:lnTo>
                  <a:lnTo>
                    <a:pt x="8020" y="5332"/>
                  </a:lnTo>
                  <a:lnTo>
                    <a:pt x="8091" y="5002"/>
                  </a:lnTo>
                  <a:lnTo>
                    <a:pt x="8243" y="4350"/>
                  </a:lnTo>
                  <a:lnTo>
                    <a:pt x="8440" y="3367"/>
                  </a:lnTo>
                  <a:lnTo>
                    <a:pt x="8502" y="2707"/>
                  </a:lnTo>
                  <a:lnTo>
                    <a:pt x="8493" y="2367"/>
                  </a:lnTo>
                  <a:lnTo>
                    <a:pt x="8457" y="2037"/>
                  </a:lnTo>
                  <a:lnTo>
                    <a:pt x="8279" y="1376"/>
                  </a:lnTo>
                  <a:lnTo>
                    <a:pt x="8047" y="930"/>
                  </a:lnTo>
                  <a:lnTo>
                    <a:pt x="7850" y="671"/>
                  </a:lnTo>
                  <a:lnTo>
                    <a:pt x="7618" y="438"/>
                  </a:lnTo>
                  <a:lnTo>
                    <a:pt x="7350" y="251"/>
                  </a:lnTo>
                  <a:lnTo>
                    <a:pt x="7198" y="180"/>
                  </a:lnTo>
                  <a:lnTo>
                    <a:pt x="7011" y="108"/>
                  </a:lnTo>
                  <a:lnTo>
                    <a:pt x="6627" y="19"/>
                  </a:lnTo>
                  <a:lnTo>
                    <a:pt x="6430" y="10"/>
                  </a:lnTo>
                  <a:lnTo>
                    <a:pt x="6234"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3538;p33">
              <a:extLst>
                <a:ext uri="{FF2B5EF4-FFF2-40B4-BE49-F238E27FC236}">
                  <a16:creationId xmlns:a16="http://schemas.microsoft.com/office/drawing/2014/main" id="{30E89A82-6AD6-4A4D-A9C5-069F33535C81}"/>
                </a:ext>
              </a:extLst>
            </p:cNvPr>
            <p:cNvSpPr/>
            <p:nvPr/>
          </p:nvSpPr>
          <p:spPr>
            <a:xfrm>
              <a:off x="5218447" y="2679309"/>
              <a:ext cx="340197" cy="997963"/>
            </a:xfrm>
            <a:custGeom>
              <a:avLst/>
              <a:gdLst/>
              <a:ahLst/>
              <a:cxnLst/>
              <a:rect l="l" t="t" r="r" b="b"/>
              <a:pathLst>
                <a:path w="6600" h="19361" extrusionOk="0">
                  <a:moveTo>
                    <a:pt x="5100" y="1"/>
                  </a:moveTo>
                  <a:lnTo>
                    <a:pt x="5046" y="18"/>
                  </a:lnTo>
                  <a:lnTo>
                    <a:pt x="5028" y="45"/>
                  </a:lnTo>
                  <a:lnTo>
                    <a:pt x="4850" y="456"/>
                  </a:lnTo>
                  <a:lnTo>
                    <a:pt x="4546" y="1278"/>
                  </a:lnTo>
                  <a:lnTo>
                    <a:pt x="4162" y="2537"/>
                  </a:lnTo>
                  <a:lnTo>
                    <a:pt x="3778" y="4260"/>
                  </a:lnTo>
                  <a:lnTo>
                    <a:pt x="3510" y="6002"/>
                  </a:lnTo>
                  <a:lnTo>
                    <a:pt x="3403" y="6877"/>
                  </a:lnTo>
                  <a:lnTo>
                    <a:pt x="3207" y="6564"/>
                  </a:lnTo>
                  <a:lnTo>
                    <a:pt x="2849" y="5930"/>
                  </a:lnTo>
                  <a:lnTo>
                    <a:pt x="2537" y="5278"/>
                  </a:lnTo>
                  <a:lnTo>
                    <a:pt x="2260" y="4600"/>
                  </a:lnTo>
                  <a:lnTo>
                    <a:pt x="2144" y="4251"/>
                  </a:lnTo>
                  <a:lnTo>
                    <a:pt x="2135" y="4224"/>
                  </a:lnTo>
                  <a:lnTo>
                    <a:pt x="2072" y="4198"/>
                  </a:lnTo>
                  <a:lnTo>
                    <a:pt x="2019" y="4224"/>
                  </a:lnTo>
                  <a:lnTo>
                    <a:pt x="1992" y="4278"/>
                  </a:lnTo>
                  <a:lnTo>
                    <a:pt x="1992" y="4314"/>
                  </a:lnTo>
                  <a:lnTo>
                    <a:pt x="2117" y="4671"/>
                  </a:lnTo>
                  <a:lnTo>
                    <a:pt x="2394" y="5359"/>
                  </a:lnTo>
                  <a:lnTo>
                    <a:pt x="2715" y="6028"/>
                  </a:lnTo>
                  <a:lnTo>
                    <a:pt x="3082" y="6680"/>
                  </a:lnTo>
                  <a:lnTo>
                    <a:pt x="3287" y="6993"/>
                  </a:lnTo>
                  <a:lnTo>
                    <a:pt x="3296" y="7002"/>
                  </a:lnTo>
                  <a:lnTo>
                    <a:pt x="3305" y="7011"/>
                  </a:lnTo>
                  <a:lnTo>
                    <a:pt x="3296" y="7020"/>
                  </a:lnTo>
                  <a:lnTo>
                    <a:pt x="3287" y="7028"/>
                  </a:lnTo>
                  <a:lnTo>
                    <a:pt x="3260" y="7073"/>
                  </a:lnTo>
                  <a:lnTo>
                    <a:pt x="3323" y="7153"/>
                  </a:lnTo>
                  <a:lnTo>
                    <a:pt x="3376" y="7145"/>
                  </a:lnTo>
                  <a:lnTo>
                    <a:pt x="3376" y="7145"/>
                  </a:lnTo>
                  <a:lnTo>
                    <a:pt x="3090" y="9743"/>
                  </a:lnTo>
                  <a:lnTo>
                    <a:pt x="2823" y="12342"/>
                  </a:lnTo>
                  <a:lnTo>
                    <a:pt x="2224" y="11529"/>
                  </a:lnTo>
                  <a:lnTo>
                    <a:pt x="1090" y="9868"/>
                  </a:lnTo>
                  <a:lnTo>
                    <a:pt x="554" y="9011"/>
                  </a:lnTo>
                  <a:lnTo>
                    <a:pt x="536" y="8984"/>
                  </a:lnTo>
                  <a:lnTo>
                    <a:pt x="474" y="8975"/>
                  </a:lnTo>
                  <a:lnTo>
                    <a:pt x="429" y="9011"/>
                  </a:lnTo>
                  <a:lnTo>
                    <a:pt x="411" y="9073"/>
                  </a:lnTo>
                  <a:lnTo>
                    <a:pt x="429" y="9109"/>
                  </a:lnTo>
                  <a:lnTo>
                    <a:pt x="974" y="9975"/>
                  </a:lnTo>
                  <a:lnTo>
                    <a:pt x="2126" y="11672"/>
                  </a:lnTo>
                  <a:lnTo>
                    <a:pt x="2733" y="12494"/>
                  </a:lnTo>
                  <a:lnTo>
                    <a:pt x="2751" y="12511"/>
                  </a:lnTo>
                  <a:lnTo>
                    <a:pt x="2769" y="12520"/>
                  </a:lnTo>
                  <a:lnTo>
                    <a:pt x="2778" y="12538"/>
                  </a:lnTo>
                  <a:lnTo>
                    <a:pt x="2805" y="12547"/>
                  </a:lnTo>
                  <a:lnTo>
                    <a:pt x="2689" y="13699"/>
                  </a:lnTo>
                  <a:lnTo>
                    <a:pt x="2573" y="14851"/>
                  </a:lnTo>
                  <a:lnTo>
                    <a:pt x="2456" y="15994"/>
                  </a:lnTo>
                  <a:lnTo>
                    <a:pt x="2331" y="17128"/>
                  </a:lnTo>
                  <a:lnTo>
                    <a:pt x="2322" y="17191"/>
                  </a:lnTo>
                  <a:lnTo>
                    <a:pt x="2322" y="17244"/>
                  </a:lnTo>
                  <a:lnTo>
                    <a:pt x="1751" y="16664"/>
                  </a:lnTo>
                  <a:lnTo>
                    <a:pt x="662" y="15458"/>
                  </a:lnTo>
                  <a:lnTo>
                    <a:pt x="152" y="14824"/>
                  </a:lnTo>
                  <a:lnTo>
                    <a:pt x="126" y="14806"/>
                  </a:lnTo>
                  <a:lnTo>
                    <a:pt x="63" y="14798"/>
                  </a:lnTo>
                  <a:lnTo>
                    <a:pt x="19" y="14833"/>
                  </a:lnTo>
                  <a:lnTo>
                    <a:pt x="1" y="14896"/>
                  </a:lnTo>
                  <a:lnTo>
                    <a:pt x="27" y="14923"/>
                  </a:lnTo>
                  <a:lnTo>
                    <a:pt x="563" y="15583"/>
                  </a:lnTo>
                  <a:lnTo>
                    <a:pt x="1697" y="16842"/>
                  </a:lnTo>
                  <a:lnTo>
                    <a:pt x="2296" y="17450"/>
                  </a:lnTo>
                  <a:lnTo>
                    <a:pt x="2233" y="17914"/>
                  </a:lnTo>
                  <a:lnTo>
                    <a:pt x="2081" y="18593"/>
                  </a:lnTo>
                  <a:lnTo>
                    <a:pt x="1938" y="19030"/>
                  </a:lnTo>
                  <a:lnTo>
                    <a:pt x="1840" y="19254"/>
                  </a:lnTo>
                  <a:lnTo>
                    <a:pt x="1831" y="19280"/>
                  </a:lnTo>
                  <a:lnTo>
                    <a:pt x="1858" y="19334"/>
                  </a:lnTo>
                  <a:lnTo>
                    <a:pt x="1912" y="19361"/>
                  </a:lnTo>
                  <a:lnTo>
                    <a:pt x="1965" y="19343"/>
                  </a:lnTo>
                  <a:lnTo>
                    <a:pt x="1992" y="19316"/>
                  </a:lnTo>
                  <a:lnTo>
                    <a:pt x="2081" y="19102"/>
                  </a:lnTo>
                  <a:lnTo>
                    <a:pt x="2233" y="18664"/>
                  </a:lnTo>
                  <a:lnTo>
                    <a:pt x="2394" y="17977"/>
                  </a:lnTo>
                  <a:lnTo>
                    <a:pt x="2465" y="17512"/>
                  </a:lnTo>
                  <a:lnTo>
                    <a:pt x="2510" y="17521"/>
                  </a:lnTo>
                  <a:lnTo>
                    <a:pt x="2546" y="17494"/>
                  </a:lnTo>
                  <a:lnTo>
                    <a:pt x="3340" y="16575"/>
                  </a:lnTo>
                  <a:lnTo>
                    <a:pt x="4573" y="15244"/>
                  </a:lnTo>
                  <a:lnTo>
                    <a:pt x="5439" y="14414"/>
                  </a:lnTo>
                  <a:lnTo>
                    <a:pt x="5894" y="14012"/>
                  </a:lnTo>
                  <a:lnTo>
                    <a:pt x="5921" y="13985"/>
                  </a:lnTo>
                  <a:lnTo>
                    <a:pt x="5921" y="13922"/>
                  </a:lnTo>
                  <a:lnTo>
                    <a:pt x="5886" y="13878"/>
                  </a:lnTo>
                  <a:lnTo>
                    <a:pt x="5832" y="13869"/>
                  </a:lnTo>
                  <a:lnTo>
                    <a:pt x="5796" y="13887"/>
                  </a:lnTo>
                  <a:lnTo>
                    <a:pt x="5350" y="14271"/>
                  </a:lnTo>
                  <a:lnTo>
                    <a:pt x="4492" y="15101"/>
                  </a:lnTo>
                  <a:lnTo>
                    <a:pt x="3278" y="16405"/>
                  </a:lnTo>
                  <a:lnTo>
                    <a:pt x="2492" y="17307"/>
                  </a:lnTo>
                  <a:lnTo>
                    <a:pt x="2573" y="16521"/>
                  </a:lnTo>
                  <a:lnTo>
                    <a:pt x="2635" y="15744"/>
                  </a:lnTo>
                  <a:lnTo>
                    <a:pt x="2814" y="14074"/>
                  </a:lnTo>
                  <a:lnTo>
                    <a:pt x="2983" y="12404"/>
                  </a:lnTo>
                  <a:lnTo>
                    <a:pt x="3385" y="11913"/>
                  </a:lnTo>
                  <a:lnTo>
                    <a:pt x="4233" y="10949"/>
                  </a:lnTo>
                  <a:lnTo>
                    <a:pt x="5135" y="10038"/>
                  </a:lnTo>
                  <a:lnTo>
                    <a:pt x="6073" y="9172"/>
                  </a:lnTo>
                  <a:lnTo>
                    <a:pt x="6573" y="8761"/>
                  </a:lnTo>
                  <a:lnTo>
                    <a:pt x="6591" y="8734"/>
                  </a:lnTo>
                  <a:lnTo>
                    <a:pt x="6600" y="8672"/>
                  </a:lnTo>
                  <a:lnTo>
                    <a:pt x="6564" y="8618"/>
                  </a:lnTo>
                  <a:lnTo>
                    <a:pt x="6502" y="8609"/>
                  </a:lnTo>
                  <a:lnTo>
                    <a:pt x="6475" y="8627"/>
                  </a:lnTo>
                  <a:lnTo>
                    <a:pt x="6002" y="9020"/>
                  </a:lnTo>
                  <a:lnTo>
                    <a:pt x="5091" y="9850"/>
                  </a:lnTo>
                  <a:lnTo>
                    <a:pt x="4225" y="10725"/>
                  </a:lnTo>
                  <a:lnTo>
                    <a:pt x="3403" y="11636"/>
                  </a:lnTo>
                  <a:lnTo>
                    <a:pt x="3019" y="12110"/>
                  </a:lnTo>
                  <a:lnTo>
                    <a:pt x="3064" y="11618"/>
                  </a:lnTo>
                  <a:lnTo>
                    <a:pt x="3296" y="9306"/>
                  </a:lnTo>
                  <a:lnTo>
                    <a:pt x="3546" y="6984"/>
                  </a:lnTo>
                  <a:lnTo>
                    <a:pt x="3885" y="6618"/>
                  </a:lnTo>
                  <a:lnTo>
                    <a:pt x="4582" y="5912"/>
                  </a:lnTo>
                  <a:lnTo>
                    <a:pt x="5323" y="5242"/>
                  </a:lnTo>
                  <a:lnTo>
                    <a:pt x="6082" y="4608"/>
                  </a:lnTo>
                  <a:lnTo>
                    <a:pt x="6484" y="4305"/>
                  </a:lnTo>
                  <a:lnTo>
                    <a:pt x="6511" y="4278"/>
                  </a:lnTo>
                  <a:lnTo>
                    <a:pt x="6511" y="4216"/>
                  </a:lnTo>
                  <a:lnTo>
                    <a:pt x="6475" y="4171"/>
                  </a:lnTo>
                  <a:lnTo>
                    <a:pt x="6412" y="4162"/>
                  </a:lnTo>
                  <a:lnTo>
                    <a:pt x="6386" y="4180"/>
                  </a:lnTo>
                  <a:lnTo>
                    <a:pt x="5635" y="4760"/>
                  </a:lnTo>
                  <a:lnTo>
                    <a:pt x="4233" y="6028"/>
                  </a:lnTo>
                  <a:lnTo>
                    <a:pt x="3573" y="6707"/>
                  </a:lnTo>
                  <a:lnTo>
                    <a:pt x="3751" y="5412"/>
                  </a:lnTo>
                  <a:lnTo>
                    <a:pt x="3975" y="4117"/>
                  </a:lnTo>
                  <a:lnTo>
                    <a:pt x="4073" y="3608"/>
                  </a:lnTo>
                  <a:lnTo>
                    <a:pt x="4314" y="2581"/>
                  </a:lnTo>
                  <a:lnTo>
                    <a:pt x="4609" y="1581"/>
                  </a:lnTo>
                  <a:lnTo>
                    <a:pt x="4966" y="590"/>
                  </a:lnTo>
                  <a:lnTo>
                    <a:pt x="5171" y="108"/>
                  </a:lnTo>
                  <a:lnTo>
                    <a:pt x="5180" y="72"/>
                  </a:lnTo>
                  <a:lnTo>
                    <a:pt x="5153" y="18"/>
                  </a:lnTo>
                  <a:lnTo>
                    <a:pt x="5100" y="1"/>
                  </a:lnTo>
                  <a:close/>
                </a:path>
              </a:pathLst>
            </a:custGeom>
            <a:solidFill>
              <a:srgbClr val="8AED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3539;p33">
              <a:extLst>
                <a:ext uri="{FF2B5EF4-FFF2-40B4-BE49-F238E27FC236}">
                  <a16:creationId xmlns:a16="http://schemas.microsoft.com/office/drawing/2014/main" id="{35F1FD35-BCFF-4FF8-AF7B-5C1506827E0A}"/>
                </a:ext>
              </a:extLst>
            </p:cNvPr>
            <p:cNvSpPr/>
            <p:nvPr/>
          </p:nvSpPr>
          <p:spPr>
            <a:xfrm>
              <a:off x="5379109" y="3019447"/>
              <a:ext cx="568490" cy="632045"/>
            </a:xfrm>
            <a:custGeom>
              <a:avLst/>
              <a:gdLst/>
              <a:ahLst/>
              <a:cxnLst/>
              <a:rect l="l" t="t" r="r" b="b"/>
              <a:pathLst>
                <a:path w="11029" h="12262" extrusionOk="0">
                  <a:moveTo>
                    <a:pt x="10430" y="1"/>
                  </a:moveTo>
                  <a:lnTo>
                    <a:pt x="9645" y="28"/>
                  </a:lnTo>
                  <a:lnTo>
                    <a:pt x="8868" y="126"/>
                  </a:lnTo>
                  <a:lnTo>
                    <a:pt x="8100" y="278"/>
                  </a:lnTo>
                  <a:lnTo>
                    <a:pt x="7350" y="501"/>
                  </a:lnTo>
                  <a:lnTo>
                    <a:pt x="6608" y="778"/>
                  </a:lnTo>
                  <a:lnTo>
                    <a:pt x="5894" y="1108"/>
                  </a:lnTo>
                  <a:lnTo>
                    <a:pt x="5215" y="1501"/>
                  </a:lnTo>
                  <a:lnTo>
                    <a:pt x="4885" y="1715"/>
                  </a:lnTo>
                  <a:lnTo>
                    <a:pt x="4555" y="1939"/>
                  </a:lnTo>
                  <a:lnTo>
                    <a:pt x="3929" y="2439"/>
                  </a:lnTo>
                  <a:lnTo>
                    <a:pt x="3340" y="2983"/>
                  </a:lnTo>
                  <a:lnTo>
                    <a:pt x="2786" y="3564"/>
                  </a:lnTo>
                  <a:lnTo>
                    <a:pt x="2277" y="4189"/>
                  </a:lnTo>
                  <a:lnTo>
                    <a:pt x="1813" y="4850"/>
                  </a:lnTo>
                  <a:lnTo>
                    <a:pt x="1393" y="5528"/>
                  </a:lnTo>
                  <a:lnTo>
                    <a:pt x="1018" y="6243"/>
                  </a:lnTo>
                  <a:lnTo>
                    <a:pt x="849" y="6609"/>
                  </a:lnTo>
                  <a:lnTo>
                    <a:pt x="625" y="7127"/>
                  </a:lnTo>
                  <a:lnTo>
                    <a:pt x="268" y="8199"/>
                  </a:lnTo>
                  <a:lnTo>
                    <a:pt x="54" y="9306"/>
                  </a:lnTo>
                  <a:lnTo>
                    <a:pt x="0" y="10145"/>
                  </a:lnTo>
                  <a:lnTo>
                    <a:pt x="18" y="10708"/>
                  </a:lnTo>
                  <a:lnTo>
                    <a:pt x="45" y="10985"/>
                  </a:lnTo>
                  <a:lnTo>
                    <a:pt x="143" y="11610"/>
                  </a:lnTo>
                  <a:lnTo>
                    <a:pt x="277" y="12226"/>
                  </a:lnTo>
                  <a:lnTo>
                    <a:pt x="286" y="12262"/>
                  </a:lnTo>
                  <a:lnTo>
                    <a:pt x="804" y="12181"/>
                  </a:lnTo>
                  <a:lnTo>
                    <a:pt x="1813" y="11958"/>
                  </a:lnTo>
                  <a:lnTo>
                    <a:pt x="2813" y="11663"/>
                  </a:lnTo>
                  <a:lnTo>
                    <a:pt x="3787" y="11306"/>
                  </a:lnTo>
                  <a:lnTo>
                    <a:pt x="4733" y="10869"/>
                  </a:lnTo>
                  <a:lnTo>
                    <a:pt x="5644" y="10369"/>
                  </a:lnTo>
                  <a:lnTo>
                    <a:pt x="6501" y="9788"/>
                  </a:lnTo>
                  <a:lnTo>
                    <a:pt x="7314" y="9145"/>
                  </a:lnTo>
                  <a:lnTo>
                    <a:pt x="7689" y="8788"/>
                  </a:lnTo>
                  <a:lnTo>
                    <a:pt x="8073" y="8413"/>
                  </a:lnTo>
                  <a:lnTo>
                    <a:pt x="8769" y="7609"/>
                  </a:lnTo>
                  <a:lnTo>
                    <a:pt x="9386" y="6743"/>
                  </a:lnTo>
                  <a:lnTo>
                    <a:pt x="9913" y="5814"/>
                  </a:lnTo>
                  <a:lnTo>
                    <a:pt x="10350" y="4850"/>
                  </a:lnTo>
                  <a:lnTo>
                    <a:pt x="10680" y="3841"/>
                  </a:lnTo>
                  <a:lnTo>
                    <a:pt x="10913" y="2805"/>
                  </a:lnTo>
                  <a:lnTo>
                    <a:pt x="11020" y="1751"/>
                  </a:lnTo>
                  <a:lnTo>
                    <a:pt x="11029" y="1224"/>
                  </a:lnTo>
                  <a:lnTo>
                    <a:pt x="11020" y="921"/>
                  </a:lnTo>
                  <a:lnTo>
                    <a:pt x="10957" y="465"/>
                  </a:lnTo>
                  <a:lnTo>
                    <a:pt x="10877" y="179"/>
                  </a:lnTo>
                  <a:lnTo>
                    <a:pt x="10823" y="37"/>
                  </a:lnTo>
                  <a:lnTo>
                    <a:pt x="10823" y="19"/>
                  </a:lnTo>
                  <a:lnTo>
                    <a:pt x="10430" y="1"/>
                  </a:lnTo>
                  <a:close/>
                </a:path>
              </a:pathLst>
            </a:custGeom>
            <a:solidFill>
              <a:srgbClr val="00D8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3540;p33">
              <a:extLst>
                <a:ext uri="{FF2B5EF4-FFF2-40B4-BE49-F238E27FC236}">
                  <a16:creationId xmlns:a16="http://schemas.microsoft.com/office/drawing/2014/main" id="{402B4751-24E3-499C-9072-7B4EE0E8DD54}"/>
                </a:ext>
              </a:extLst>
            </p:cNvPr>
            <p:cNvSpPr/>
            <p:nvPr/>
          </p:nvSpPr>
          <p:spPr>
            <a:xfrm>
              <a:off x="5381377" y="3028674"/>
              <a:ext cx="558851" cy="625138"/>
            </a:xfrm>
            <a:custGeom>
              <a:avLst/>
              <a:gdLst/>
              <a:ahLst/>
              <a:cxnLst/>
              <a:rect l="l" t="t" r="r" b="b"/>
              <a:pathLst>
                <a:path w="10842" h="12128" extrusionOk="0">
                  <a:moveTo>
                    <a:pt x="10726" y="0"/>
                  </a:moveTo>
                  <a:lnTo>
                    <a:pt x="10699" y="27"/>
                  </a:lnTo>
                  <a:lnTo>
                    <a:pt x="9092" y="1929"/>
                  </a:lnTo>
                  <a:lnTo>
                    <a:pt x="7457" y="3814"/>
                  </a:lnTo>
                  <a:lnTo>
                    <a:pt x="7627" y="2483"/>
                  </a:lnTo>
                  <a:lnTo>
                    <a:pt x="7797" y="1152"/>
                  </a:lnTo>
                  <a:lnTo>
                    <a:pt x="7797" y="1117"/>
                  </a:lnTo>
                  <a:lnTo>
                    <a:pt x="7752" y="1072"/>
                  </a:lnTo>
                  <a:lnTo>
                    <a:pt x="7699" y="1063"/>
                  </a:lnTo>
                  <a:lnTo>
                    <a:pt x="7645" y="1090"/>
                  </a:lnTo>
                  <a:lnTo>
                    <a:pt x="7636" y="1126"/>
                  </a:lnTo>
                  <a:lnTo>
                    <a:pt x="7279" y="3983"/>
                  </a:lnTo>
                  <a:lnTo>
                    <a:pt x="7279" y="4001"/>
                  </a:lnTo>
                  <a:lnTo>
                    <a:pt x="7279" y="4019"/>
                  </a:lnTo>
                  <a:lnTo>
                    <a:pt x="5832" y="5671"/>
                  </a:lnTo>
                  <a:lnTo>
                    <a:pt x="4368" y="7305"/>
                  </a:lnTo>
                  <a:lnTo>
                    <a:pt x="4314" y="6305"/>
                  </a:lnTo>
                  <a:lnTo>
                    <a:pt x="4278" y="4323"/>
                  </a:lnTo>
                  <a:lnTo>
                    <a:pt x="4305" y="3331"/>
                  </a:lnTo>
                  <a:lnTo>
                    <a:pt x="4305" y="3287"/>
                  </a:lnTo>
                  <a:lnTo>
                    <a:pt x="4260" y="3242"/>
                  </a:lnTo>
                  <a:lnTo>
                    <a:pt x="4198" y="3233"/>
                  </a:lnTo>
                  <a:lnTo>
                    <a:pt x="4153" y="3269"/>
                  </a:lnTo>
                  <a:lnTo>
                    <a:pt x="4144" y="3305"/>
                  </a:lnTo>
                  <a:lnTo>
                    <a:pt x="4118" y="4314"/>
                  </a:lnTo>
                  <a:lnTo>
                    <a:pt x="4153" y="6332"/>
                  </a:lnTo>
                  <a:lnTo>
                    <a:pt x="4207" y="7332"/>
                  </a:lnTo>
                  <a:lnTo>
                    <a:pt x="4225" y="7386"/>
                  </a:lnTo>
                  <a:lnTo>
                    <a:pt x="4260" y="7403"/>
                  </a:lnTo>
                  <a:lnTo>
                    <a:pt x="4260" y="7412"/>
                  </a:lnTo>
                  <a:lnTo>
                    <a:pt x="4260" y="7421"/>
                  </a:lnTo>
                  <a:lnTo>
                    <a:pt x="2850" y="8975"/>
                  </a:lnTo>
                  <a:lnTo>
                    <a:pt x="1421" y="10511"/>
                  </a:lnTo>
                  <a:lnTo>
                    <a:pt x="1394" y="9502"/>
                  </a:lnTo>
                  <a:lnTo>
                    <a:pt x="1376" y="7993"/>
                  </a:lnTo>
                  <a:lnTo>
                    <a:pt x="1412" y="6984"/>
                  </a:lnTo>
                  <a:lnTo>
                    <a:pt x="1465" y="6484"/>
                  </a:lnTo>
                  <a:lnTo>
                    <a:pt x="1465" y="6448"/>
                  </a:lnTo>
                  <a:lnTo>
                    <a:pt x="1421" y="6394"/>
                  </a:lnTo>
                  <a:lnTo>
                    <a:pt x="1358" y="6385"/>
                  </a:lnTo>
                  <a:lnTo>
                    <a:pt x="1314" y="6421"/>
                  </a:lnTo>
                  <a:lnTo>
                    <a:pt x="1305" y="6457"/>
                  </a:lnTo>
                  <a:lnTo>
                    <a:pt x="1251" y="6975"/>
                  </a:lnTo>
                  <a:lnTo>
                    <a:pt x="1215" y="8020"/>
                  </a:lnTo>
                  <a:lnTo>
                    <a:pt x="1233" y="9591"/>
                  </a:lnTo>
                  <a:lnTo>
                    <a:pt x="1269" y="10645"/>
                  </a:lnTo>
                  <a:lnTo>
                    <a:pt x="1269" y="10663"/>
                  </a:lnTo>
                  <a:lnTo>
                    <a:pt x="1278" y="10672"/>
                  </a:lnTo>
                  <a:lnTo>
                    <a:pt x="653" y="11341"/>
                  </a:lnTo>
                  <a:lnTo>
                    <a:pt x="28" y="12002"/>
                  </a:lnTo>
                  <a:lnTo>
                    <a:pt x="1" y="12029"/>
                  </a:lnTo>
                  <a:lnTo>
                    <a:pt x="10" y="12092"/>
                  </a:lnTo>
                  <a:lnTo>
                    <a:pt x="63" y="12127"/>
                  </a:lnTo>
                  <a:lnTo>
                    <a:pt x="117" y="12127"/>
                  </a:lnTo>
                  <a:lnTo>
                    <a:pt x="153" y="12109"/>
                  </a:lnTo>
                  <a:lnTo>
                    <a:pt x="778" y="11440"/>
                  </a:lnTo>
                  <a:lnTo>
                    <a:pt x="1403" y="10770"/>
                  </a:lnTo>
                  <a:lnTo>
                    <a:pt x="3448" y="10136"/>
                  </a:lnTo>
                  <a:lnTo>
                    <a:pt x="5493" y="9466"/>
                  </a:lnTo>
                  <a:lnTo>
                    <a:pt x="5520" y="9448"/>
                  </a:lnTo>
                  <a:lnTo>
                    <a:pt x="5546" y="9395"/>
                  </a:lnTo>
                  <a:lnTo>
                    <a:pt x="5520" y="9332"/>
                  </a:lnTo>
                  <a:lnTo>
                    <a:pt x="5466" y="9305"/>
                  </a:lnTo>
                  <a:lnTo>
                    <a:pt x="5430" y="9314"/>
                  </a:lnTo>
                  <a:lnTo>
                    <a:pt x="3537" y="9931"/>
                  </a:lnTo>
                  <a:lnTo>
                    <a:pt x="1626" y="10538"/>
                  </a:lnTo>
                  <a:lnTo>
                    <a:pt x="1626" y="10538"/>
                  </a:lnTo>
                  <a:lnTo>
                    <a:pt x="3037" y="9011"/>
                  </a:lnTo>
                  <a:lnTo>
                    <a:pt x="4439" y="7466"/>
                  </a:lnTo>
                  <a:lnTo>
                    <a:pt x="6377" y="7010"/>
                  </a:lnTo>
                  <a:lnTo>
                    <a:pt x="8306" y="6519"/>
                  </a:lnTo>
                  <a:lnTo>
                    <a:pt x="8333" y="6501"/>
                  </a:lnTo>
                  <a:lnTo>
                    <a:pt x="8359" y="6448"/>
                  </a:lnTo>
                  <a:lnTo>
                    <a:pt x="8333" y="6394"/>
                  </a:lnTo>
                  <a:lnTo>
                    <a:pt x="8279" y="6359"/>
                  </a:lnTo>
                  <a:lnTo>
                    <a:pt x="8243" y="6367"/>
                  </a:lnTo>
                  <a:lnTo>
                    <a:pt x="6439" y="6832"/>
                  </a:lnTo>
                  <a:lnTo>
                    <a:pt x="4627" y="7260"/>
                  </a:lnTo>
                  <a:lnTo>
                    <a:pt x="4627" y="7260"/>
                  </a:lnTo>
                  <a:lnTo>
                    <a:pt x="6020" y="5698"/>
                  </a:lnTo>
                  <a:lnTo>
                    <a:pt x="7404" y="4126"/>
                  </a:lnTo>
                  <a:lnTo>
                    <a:pt x="8734" y="3867"/>
                  </a:lnTo>
                  <a:lnTo>
                    <a:pt x="10074" y="3617"/>
                  </a:lnTo>
                  <a:lnTo>
                    <a:pt x="10110" y="3608"/>
                  </a:lnTo>
                  <a:lnTo>
                    <a:pt x="10145" y="3555"/>
                  </a:lnTo>
                  <a:lnTo>
                    <a:pt x="10136" y="3492"/>
                  </a:lnTo>
                  <a:lnTo>
                    <a:pt x="10092" y="3456"/>
                  </a:lnTo>
                  <a:lnTo>
                    <a:pt x="10056" y="3456"/>
                  </a:lnTo>
                  <a:lnTo>
                    <a:pt x="7574" y="3930"/>
                  </a:lnTo>
                  <a:lnTo>
                    <a:pt x="7574" y="3930"/>
                  </a:lnTo>
                  <a:lnTo>
                    <a:pt x="9217" y="2036"/>
                  </a:lnTo>
                  <a:lnTo>
                    <a:pt x="10824" y="134"/>
                  </a:lnTo>
                  <a:lnTo>
                    <a:pt x="10842" y="99"/>
                  </a:lnTo>
                  <a:lnTo>
                    <a:pt x="10833" y="45"/>
                  </a:lnTo>
                  <a:lnTo>
                    <a:pt x="10788"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3541;p33">
              <a:extLst>
                <a:ext uri="{FF2B5EF4-FFF2-40B4-BE49-F238E27FC236}">
                  <a16:creationId xmlns:a16="http://schemas.microsoft.com/office/drawing/2014/main" id="{002D5D30-5595-49CF-8714-57AAC70DF5EE}"/>
                </a:ext>
              </a:extLst>
            </p:cNvPr>
            <p:cNvSpPr/>
            <p:nvPr/>
          </p:nvSpPr>
          <p:spPr>
            <a:xfrm>
              <a:off x="4877844" y="2880897"/>
              <a:ext cx="453441" cy="734722"/>
            </a:xfrm>
            <a:custGeom>
              <a:avLst/>
              <a:gdLst/>
              <a:ahLst/>
              <a:cxnLst/>
              <a:rect l="l" t="t" r="r" b="b"/>
              <a:pathLst>
                <a:path w="8797" h="14254" extrusionOk="0">
                  <a:moveTo>
                    <a:pt x="813" y="1"/>
                  </a:moveTo>
                  <a:lnTo>
                    <a:pt x="652" y="358"/>
                  </a:lnTo>
                  <a:lnTo>
                    <a:pt x="402" y="1099"/>
                  </a:lnTo>
                  <a:lnTo>
                    <a:pt x="206" y="1858"/>
                  </a:lnTo>
                  <a:lnTo>
                    <a:pt x="72" y="2635"/>
                  </a:lnTo>
                  <a:lnTo>
                    <a:pt x="1" y="3421"/>
                  </a:lnTo>
                  <a:lnTo>
                    <a:pt x="1" y="4207"/>
                  </a:lnTo>
                  <a:lnTo>
                    <a:pt x="54" y="4984"/>
                  </a:lnTo>
                  <a:lnTo>
                    <a:pt x="161" y="5761"/>
                  </a:lnTo>
                  <a:lnTo>
                    <a:pt x="251" y="6145"/>
                  </a:lnTo>
                  <a:lnTo>
                    <a:pt x="340" y="6538"/>
                  </a:lnTo>
                  <a:lnTo>
                    <a:pt x="581" y="7306"/>
                  </a:lnTo>
                  <a:lnTo>
                    <a:pt x="867" y="8056"/>
                  </a:lnTo>
                  <a:lnTo>
                    <a:pt x="1215" y="8779"/>
                  </a:lnTo>
                  <a:lnTo>
                    <a:pt x="1617" y="9476"/>
                  </a:lnTo>
                  <a:lnTo>
                    <a:pt x="2054" y="10145"/>
                  </a:lnTo>
                  <a:lnTo>
                    <a:pt x="2546" y="10788"/>
                  </a:lnTo>
                  <a:lnTo>
                    <a:pt x="3072" y="11396"/>
                  </a:lnTo>
                  <a:lnTo>
                    <a:pt x="3349" y="11681"/>
                  </a:lnTo>
                  <a:lnTo>
                    <a:pt x="3751" y="12083"/>
                  </a:lnTo>
                  <a:lnTo>
                    <a:pt x="4626" y="12798"/>
                  </a:lnTo>
                  <a:lnTo>
                    <a:pt x="5582" y="13405"/>
                  </a:lnTo>
                  <a:lnTo>
                    <a:pt x="6341" y="13753"/>
                  </a:lnTo>
                  <a:lnTo>
                    <a:pt x="6868" y="13941"/>
                  </a:lnTo>
                  <a:lnTo>
                    <a:pt x="7136" y="14012"/>
                  </a:lnTo>
                  <a:lnTo>
                    <a:pt x="7761" y="14155"/>
                  </a:lnTo>
                  <a:lnTo>
                    <a:pt x="8386" y="14244"/>
                  </a:lnTo>
                  <a:lnTo>
                    <a:pt x="8421" y="14253"/>
                  </a:lnTo>
                  <a:lnTo>
                    <a:pt x="8529" y="13744"/>
                  </a:lnTo>
                  <a:lnTo>
                    <a:pt x="8689" y="12717"/>
                  </a:lnTo>
                  <a:lnTo>
                    <a:pt x="8779" y="11681"/>
                  </a:lnTo>
                  <a:lnTo>
                    <a:pt x="8797" y="10636"/>
                  </a:lnTo>
                  <a:lnTo>
                    <a:pt x="8725" y="9601"/>
                  </a:lnTo>
                  <a:lnTo>
                    <a:pt x="8582" y="8574"/>
                  </a:lnTo>
                  <a:lnTo>
                    <a:pt x="8359" y="7565"/>
                  </a:lnTo>
                  <a:lnTo>
                    <a:pt x="8046" y="6573"/>
                  </a:lnTo>
                  <a:lnTo>
                    <a:pt x="7859" y="6091"/>
                  </a:lnTo>
                  <a:lnTo>
                    <a:pt x="7645" y="5600"/>
                  </a:lnTo>
                  <a:lnTo>
                    <a:pt x="7144" y="4662"/>
                  </a:lnTo>
                  <a:lnTo>
                    <a:pt x="6564" y="3769"/>
                  </a:lnTo>
                  <a:lnTo>
                    <a:pt x="5894" y="2948"/>
                  </a:lnTo>
                  <a:lnTo>
                    <a:pt x="5144" y="2189"/>
                  </a:lnTo>
                  <a:lnTo>
                    <a:pt x="4323" y="1510"/>
                  </a:lnTo>
                  <a:lnTo>
                    <a:pt x="3447" y="930"/>
                  </a:lnTo>
                  <a:lnTo>
                    <a:pt x="2501" y="438"/>
                  </a:lnTo>
                  <a:lnTo>
                    <a:pt x="2010" y="242"/>
                  </a:lnTo>
                  <a:lnTo>
                    <a:pt x="1724" y="144"/>
                  </a:lnTo>
                  <a:lnTo>
                    <a:pt x="1277" y="37"/>
                  </a:lnTo>
                  <a:lnTo>
                    <a:pt x="983" y="10"/>
                  </a:lnTo>
                  <a:lnTo>
                    <a:pt x="831" y="10"/>
                  </a:lnTo>
                  <a:lnTo>
                    <a:pt x="813" y="1"/>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3542;p33">
              <a:extLst>
                <a:ext uri="{FF2B5EF4-FFF2-40B4-BE49-F238E27FC236}">
                  <a16:creationId xmlns:a16="http://schemas.microsoft.com/office/drawing/2014/main" id="{66C3B714-780E-408A-9CB4-732DBFEC8027}"/>
                </a:ext>
              </a:extLst>
            </p:cNvPr>
            <p:cNvSpPr/>
            <p:nvPr/>
          </p:nvSpPr>
          <p:spPr>
            <a:xfrm>
              <a:off x="4921090" y="2881825"/>
              <a:ext cx="390866" cy="744825"/>
            </a:xfrm>
            <a:custGeom>
              <a:avLst/>
              <a:gdLst/>
              <a:ahLst/>
              <a:cxnLst/>
              <a:rect l="l" t="t" r="r" b="b"/>
              <a:pathLst>
                <a:path w="7583" h="14450" extrusionOk="0">
                  <a:moveTo>
                    <a:pt x="180" y="1"/>
                  </a:moveTo>
                  <a:lnTo>
                    <a:pt x="126" y="28"/>
                  </a:lnTo>
                  <a:lnTo>
                    <a:pt x="108" y="90"/>
                  </a:lnTo>
                  <a:lnTo>
                    <a:pt x="117" y="117"/>
                  </a:lnTo>
                  <a:lnTo>
                    <a:pt x="1314" y="2314"/>
                  </a:lnTo>
                  <a:lnTo>
                    <a:pt x="2483" y="4510"/>
                  </a:lnTo>
                  <a:lnTo>
                    <a:pt x="2483" y="4510"/>
                  </a:lnTo>
                  <a:lnTo>
                    <a:pt x="1305" y="3876"/>
                  </a:lnTo>
                  <a:lnTo>
                    <a:pt x="126" y="3242"/>
                  </a:lnTo>
                  <a:lnTo>
                    <a:pt x="90" y="3224"/>
                  </a:lnTo>
                  <a:lnTo>
                    <a:pt x="28" y="3242"/>
                  </a:lnTo>
                  <a:lnTo>
                    <a:pt x="1" y="3296"/>
                  </a:lnTo>
                  <a:lnTo>
                    <a:pt x="10" y="3358"/>
                  </a:lnTo>
                  <a:lnTo>
                    <a:pt x="37" y="3376"/>
                  </a:lnTo>
                  <a:lnTo>
                    <a:pt x="1305" y="4064"/>
                  </a:lnTo>
                  <a:lnTo>
                    <a:pt x="2573" y="4743"/>
                  </a:lnTo>
                  <a:lnTo>
                    <a:pt x="2591" y="4752"/>
                  </a:lnTo>
                  <a:lnTo>
                    <a:pt x="2608" y="4752"/>
                  </a:lnTo>
                  <a:lnTo>
                    <a:pt x="3618" y="6698"/>
                  </a:lnTo>
                  <a:lnTo>
                    <a:pt x="4609" y="8654"/>
                  </a:lnTo>
                  <a:lnTo>
                    <a:pt x="4609" y="8654"/>
                  </a:lnTo>
                  <a:lnTo>
                    <a:pt x="3662" y="8350"/>
                  </a:lnTo>
                  <a:lnTo>
                    <a:pt x="1805" y="7663"/>
                  </a:lnTo>
                  <a:lnTo>
                    <a:pt x="885" y="7279"/>
                  </a:lnTo>
                  <a:lnTo>
                    <a:pt x="849" y="7270"/>
                  </a:lnTo>
                  <a:lnTo>
                    <a:pt x="796" y="7297"/>
                  </a:lnTo>
                  <a:lnTo>
                    <a:pt x="760" y="7341"/>
                  </a:lnTo>
                  <a:lnTo>
                    <a:pt x="778" y="7395"/>
                  </a:lnTo>
                  <a:lnTo>
                    <a:pt x="805" y="7422"/>
                  </a:lnTo>
                  <a:lnTo>
                    <a:pt x="1733" y="7806"/>
                  </a:lnTo>
                  <a:lnTo>
                    <a:pt x="3626" y="8511"/>
                  </a:lnTo>
                  <a:lnTo>
                    <a:pt x="4591" y="8815"/>
                  </a:lnTo>
                  <a:lnTo>
                    <a:pt x="4645" y="8824"/>
                  </a:lnTo>
                  <a:lnTo>
                    <a:pt x="4671" y="8788"/>
                  </a:lnTo>
                  <a:lnTo>
                    <a:pt x="4680" y="8797"/>
                  </a:lnTo>
                  <a:lnTo>
                    <a:pt x="5627" y="10672"/>
                  </a:lnTo>
                  <a:lnTo>
                    <a:pt x="6538" y="12565"/>
                  </a:lnTo>
                  <a:lnTo>
                    <a:pt x="5591" y="12226"/>
                  </a:lnTo>
                  <a:lnTo>
                    <a:pt x="4171" y="11699"/>
                  </a:lnTo>
                  <a:lnTo>
                    <a:pt x="3251" y="11297"/>
                  </a:lnTo>
                  <a:lnTo>
                    <a:pt x="2796" y="11065"/>
                  </a:lnTo>
                  <a:lnTo>
                    <a:pt x="2760" y="11056"/>
                  </a:lnTo>
                  <a:lnTo>
                    <a:pt x="2707" y="11074"/>
                  </a:lnTo>
                  <a:lnTo>
                    <a:pt x="2680" y="11127"/>
                  </a:lnTo>
                  <a:lnTo>
                    <a:pt x="2689" y="11190"/>
                  </a:lnTo>
                  <a:lnTo>
                    <a:pt x="2716" y="11208"/>
                  </a:lnTo>
                  <a:lnTo>
                    <a:pt x="3189" y="11440"/>
                  </a:lnTo>
                  <a:lnTo>
                    <a:pt x="4144" y="11860"/>
                  </a:lnTo>
                  <a:lnTo>
                    <a:pt x="5618" y="12404"/>
                  </a:lnTo>
                  <a:lnTo>
                    <a:pt x="6609" y="12753"/>
                  </a:lnTo>
                  <a:lnTo>
                    <a:pt x="6627" y="12762"/>
                  </a:lnTo>
                  <a:lnTo>
                    <a:pt x="6636" y="12762"/>
                  </a:lnTo>
                  <a:lnTo>
                    <a:pt x="7038" y="13583"/>
                  </a:lnTo>
                  <a:lnTo>
                    <a:pt x="7422" y="14405"/>
                  </a:lnTo>
                  <a:lnTo>
                    <a:pt x="7449" y="14432"/>
                  </a:lnTo>
                  <a:lnTo>
                    <a:pt x="7502" y="14449"/>
                  </a:lnTo>
                  <a:lnTo>
                    <a:pt x="7556" y="14423"/>
                  </a:lnTo>
                  <a:lnTo>
                    <a:pt x="7582" y="14360"/>
                  </a:lnTo>
                  <a:lnTo>
                    <a:pt x="7565" y="14324"/>
                  </a:lnTo>
                  <a:lnTo>
                    <a:pt x="7172" y="13503"/>
                  </a:lnTo>
                  <a:lnTo>
                    <a:pt x="6779" y="12681"/>
                  </a:lnTo>
                  <a:lnTo>
                    <a:pt x="6922" y="10538"/>
                  </a:lnTo>
                  <a:lnTo>
                    <a:pt x="7038" y="8395"/>
                  </a:lnTo>
                  <a:lnTo>
                    <a:pt x="7029" y="8359"/>
                  </a:lnTo>
                  <a:lnTo>
                    <a:pt x="6984" y="8315"/>
                  </a:lnTo>
                  <a:lnTo>
                    <a:pt x="6931" y="8315"/>
                  </a:lnTo>
                  <a:lnTo>
                    <a:pt x="6877" y="8350"/>
                  </a:lnTo>
                  <a:lnTo>
                    <a:pt x="6868" y="8386"/>
                  </a:lnTo>
                  <a:lnTo>
                    <a:pt x="6770" y="10386"/>
                  </a:lnTo>
                  <a:lnTo>
                    <a:pt x="6636" y="12387"/>
                  </a:lnTo>
                  <a:lnTo>
                    <a:pt x="5725" y="10511"/>
                  </a:lnTo>
                  <a:lnTo>
                    <a:pt x="4796" y="8654"/>
                  </a:lnTo>
                  <a:lnTo>
                    <a:pt x="5064" y="6680"/>
                  </a:lnTo>
                  <a:lnTo>
                    <a:pt x="5305" y="4707"/>
                  </a:lnTo>
                  <a:lnTo>
                    <a:pt x="5305" y="4671"/>
                  </a:lnTo>
                  <a:lnTo>
                    <a:pt x="5261" y="4635"/>
                  </a:lnTo>
                  <a:lnTo>
                    <a:pt x="5207" y="4626"/>
                  </a:lnTo>
                  <a:lnTo>
                    <a:pt x="5154" y="4671"/>
                  </a:lnTo>
                  <a:lnTo>
                    <a:pt x="5145" y="4707"/>
                  </a:lnTo>
                  <a:lnTo>
                    <a:pt x="4921" y="6555"/>
                  </a:lnTo>
                  <a:lnTo>
                    <a:pt x="4662" y="8404"/>
                  </a:lnTo>
                  <a:lnTo>
                    <a:pt x="3716" y="6538"/>
                  </a:lnTo>
                  <a:lnTo>
                    <a:pt x="2751" y="4680"/>
                  </a:lnTo>
                  <a:lnTo>
                    <a:pt x="2992" y="3341"/>
                  </a:lnTo>
                  <a:lnTo>
                    <a:pt x="3243" y="2010"/>
                  </a:lnTo>
                  <a:lnTo>
                    <a:pt x="3243" y="1974"/>
                  </a:lnTo>
                  <a:lnTo>
                    <a:pt x="3207" y="1921"/>
                  </a:lnTo>
                  <a:lnTo>
                    <a:pt x="3153" y="1903"/>
                  </a:lnTo>
                  <a:lnTo>
                    <a:pt x="3100" y="1930"/>
                  </a:lnTo>
                  <a:lnTo>
                    <a:pt x="3091" y="1965"/>
                  </a:lnTo>
                  <a:lnTo>
                    <a:pt x="2626" y="4448"/>
                  </a:lnTo>
                  <a:lnTo>
                    <a:pt x="1457" y="2242"/>
                  </a:lnTo>
                  <a:lnTo>
                    <a:pt x="260" y="45"/>
                  </a:lnTo>
                  <a:lnTo>
                    <a:pt x="242" y="19"/>
                  </a:lnTo>
                  <a:lnTo>
                    <a:pt x="180" y="1"/>
                  </a:lnTo>
                  <a:close/>
                </a:path>
              </a:pathLst>
            </a:custGeom>
            <a:solidFill>
              <a:srgbClr val="00E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3543;p33">
              <a:extLst>
                <a:ext uri="{FF2B5EF4-FFF2-40B4-BE49-F238E27FC236}">
                  <a16:creationId xmlns:a16="http://schemas.microsoft.com/office/drawing/2014/main" id="{A7751793-7827-425D-82AC-60F6A51D4B7A}"/>
                </a:ext>
              </a:extLst>
            </p:cNvPr>
            <p:cNvSpPr/>
            <p:nvPr/>
          </p:nvSpPr>
          <p:spPr>
            <a:xfrm>
              <a:off x="3161897" y="2314326"/>
              <a:ext cx="319064" cy="1039353"/>
            </a:xfrm>
            <a:custGeom>
              <a:avLst/>
              <a:gdLst/>
              <a:ahLst/>
              <a:cxnLst/>
              <a:rect l="l" t="t" r="r" b="b"/>
              <a:pathLst>
                <a:path w="6190" h="20164" extrusionOk="0">
                  <a:moveTo>
                    <a:pt x="4769" y="0"/>
                  </a:moveTo>
                  <a:lnTo>
                    <a:pt x="4716" y="27"/>
                  </a:lnTo>
                  <a:lnTo>
                    <a:pt x="4501" y="9"/>
                  </a:lnTo>
                  <a:lnTo>
                    <a:pt x="4287" y="36"/>
                  </a:lnTo>
                  <a:lnTo>
                    <a:pt x="4162" y="63"/>
                  </a:lnTo>
                  <a:lnTo>
                    <a:pt x="3903" y="161"/>
                  </a:lnTo>
                  <a:lnTo>
                    <a:pt x="3680" y="304"/>
                  </a:lnTo>
                  <a:lnTo>
                    <a:pt x="3474" y="482"/>
                  </a:lnTo>
                  <a:lnTo>
                    <a:pt x="3394" y="590"/>
                  </a:lnTo>
                  <a:lnTo>
                    <a:pt x="3340" y="661"/>
                  </a:lnTo>
                  <a:lnTo>
                    <a:pt x="3287" y="741"/>
                  </a:lnTo>
                  <a:lnTo>
                    <a:pt x="3296" y="741"/>
                  </a:lnTo>
                  <a:lnTo>
                    <a:pt x="3501" y="1786"/>
                  </a:lnTo>
                  <a:lnTo>
                    <a:pt x="3885" y="3885"/>
                  </a:lnTo>
                  <a:lnTo>
                    <a:pt x="4055" y="4938"/>
                  </a:lnTo>
                  <a:lnTo>
                    <a:pt x="4082" y="5126"/>
                  </a:lnTo>
                  <a:lnTo>
                    <a:pt x="4108" y="5501"/>
                  </a:lnTo>
                  <a:lnTo>
                    <a:pt x="4073" y="5689"/>
                  </a:lnTo>
                  <a:lnTo>
                    <a:pt x="4046" y="5805"/>
                  </a:lnTo>
                  <a:lnTo>
                    <a:pt x="3939" y="6019"/>
                  </a:lnTo>
                  <a:lnTo>
                    <a:pt x="3733" y="6323"/>
                  </a:lnTo>
                  <a:lnTo>
                    <a:pt x="3573" y="6501"/>
                  </a:lnTo>
                  <a:lnTo>
                    <a:pt x="3564" y="6510"/>
                  </a:lnTo>
                  <a:lnTo>
                    <a:pt x="3055" y="7073"/>
                  </a:lnTo>
                  <a:lnTo>
                    <a:pt x="2019" y="8162"/>
                  </a:lnTo>
                  <a:lnTo>
                    <a:pt x="1483" y="8689"/>
                  </a:lnTo>
                  <a:lnTo>
                    <a:pt x="1197" y="8966"/>
                  </a:lnTo>
                  <a:lnTo>
                    <a:pt x="920" y="9243"/>
                  </a:lnTo>
                  <a:lnTo>
                    <a:pt x="697" y="9502"/>
                  </a:lnTo>
                  <a:lnTo>
                    <a:pt x="304" y="10055"/>
                  </a:lnTo>
                  <a:lnTo>
                    <a:pt x="170" y="10368"/>
                  </a:lnTo>
                  <a:lnTo>
                    <a:pt x="90" y="10600"/>
                  </a:lnTo>
                  <a:lnTo>
                    <a:pt x="10" y="11082"/>
                  </a:lnTo>
                  <a:lnTo>
                    <a:pt x="1" y="11323"/>
                  </a:lnTo>
                  <a:lnTo>
                    <a:pt x="18" y="11698"/>
                  </a:lnTo>
                  <a:lnTo>
                    <a:pt x="170" y="12449"/>
                  </a:lnTo>
                  <a:lnTo>
                    <a:pt x="277" y="12806"/>
                  </a:lnTo>
                  <a:lnTo>
                    <a:pt x="501" y="13395"/>
                  </a:lnTo>
                  <a:lnTo>
                    <a:pt x="849" y="14261"/>
                  </a:lnTo>
                  <a:lnTo>
                    <a:pt x="1063" y="14851"/>
                  </a:lnTo>
                  <a:lnTo>
                    <a:pt x="1144" y="15145"/>
                  </a:lnTo>
                  <a:lnTo>
                    <a:pt x="1242" y="15583"/>
                  </a:lnTo>
                  <a:lnTo>
                    <a:pt x="1313" y="16458"/>
                  </a:lnTo>
                  <a:lnTo>
                    <a:pt x="1251" y="17342"/>
                  </a:lnTo>
                  <a:lnTo>
                    <a:pt x="1045" y="18208"/>
                  </a:lnTo>
                  <a:lnTo>
                    <a:pt x="885" y="18619"/>
                  </a:lnTo>
                  <a:lnTo>
                    <a:pt x="992" y="18762"/>
                  </a:lnTo>
                  <a:lnTo>
                    <a:pt x="1242" y="19012"/>
                  </a:lnTo>
                  <a:lnTo>
                    <a:pt x="1688" y="19316"/>
                  </a:lnTo>
                  <a:lnTo>
                    <a:pt x="2019" y="19476"/>
                  </a:lnTo>
                  <a:lnTo>
                    <a:pt x="2358" y="19619"/>
                  </a:lnTo>
                  <a:lnTo>
                    <a:pt x="3064" y="19834"/>
                  </a:lnTo>
                  <a:lnTo>
                    <a:pt x="4162" y="20048"/>
                  </a:lnTo>
                  <a:lnTo>
                    <a:pt x="4903" y="20137"/>
                  </a:lnTo>
                  <a:lnTo>
                    <a:pt x="5010" y="20146"/>
                  </a:lnTo>
                  <a:lnTo>
                    <a:pt x="5109" y="20164"/>
                  </a:lnTo>
                  <a:lnTo>
                    <a:pt x="5162" y="20164"/>
                  </a:lnTo>
                  <a:lnTo>
                    <a:pt x="5341" y="19717"/>
                  </a:lnTo>
                  <a:lnTo>
                    <a:pt x="5600" y="18771"/>
                  </a:lnTo>
                  <a:lnTo>
                    <a:pt x="5716" y="17798"/>
                  </a:lnTo>
                  <a:lnTo>
                    <a:pt x="5698" y="16815"/>
                  </a:lnTo>
                  <a:lnTo>
                    <a:pt x="5626" y="16333"/>
                  </a:lnTo>
                  <a:lnTo>
                    <a:pt x="5537" y="15860"/>
                  </a:lnTo>
                  <a:lnTo>
                    <a:pt x="5421" y="15154"/>
                  </a:lnTo>
                  <a:lnTo>
                    <a:pt x="5412" y="14681"/>
                  </a:lnTo>
                  <a:lnTo>
                    <a:pt x="5448" y="14440"/>
                  </a:lnTo>
                  <a:lnTo>
                    <a:pt x="5582" y="14002"/>
                  </a:lnTo>
                  <a:lnTo>
                    <a:pt x="5743" y="13565"/>
                  </a:lnTo>
                  <a:lnTo>
                    <a:pt x="5805" y="13377"/>
                  </a:lnTo>
                  <a:lnTo>
                    <a:pt x="5894" y="12975"/>
                  </a:lnTo>
                  <a:lnTo>
                    <a:pt x="5903" y="12574"/>
                  </a:lnTo>
                  <a:lnTo>
                    <a:pt x="5814" y="12190"/>
                  </a:lnTo>
                  <a:lnTo>
                    <a:pt x="5716" y="12011"/>
                  </a:lnTo>
                  <a:lnTo>
                    <a:pt x="5618" y="11859"/>
                  </a:lnTo>
                  <a:lnTo>
                    <a:pt x="5359" y="11591"/>
                  </a:lnTo>
                  <a:lnTo>
                    <a:pt x="5216" y="11475"/>
                  </a:lnTo>
                  <a:lnTo>
                    <a:pt x="4457" y="10814"/>
                  </a:lnTo>
                  <a:lnTo>
                    <a:pt x="3689" y="10162"/>
                  </a:lnTo>
                  <a:lnTo>
                    <a:pt x="3823" y="9895"/>
                  </a:lnTo>
                  <a:lnTo>
                    <a:pt x="4689" y="8430"/>
                  </a:lnTo>
                  <a:lnTo>
                    <a:pt x="5430" y="7323"/>
                  </a:lnTo>
                  <a:lnTo>
                    <a:pt x="5823" y="6832"/>
                  </a:lnTo>
                  <a:lnTo>
                    <a:pt x="5912" y="6689"/>
                  </a:lnTo>
                  <a:lnTo>
                    <a:pt x="6135" y="6171"/>
                  </a:lnTo>
                  <a:lnTo>
                    <a:pt x="6180" y="6001"/>
                  </a:lnTo>
                  <a:lnTo>
                    <a:pt x="6189" y="5849"/>
                  </a:lnTo>
                  <a:lnTo>
                    <a:pt x="6162" y="5697"/>
                  </a:lnTo>
                  <a:lnTo>
                    <a:pt x="5912" y="4287"/>
                  </a:lnTo>
                  <a:lnTo>
                    <a:pt x="5439" y="2072"/>
                  </a:lnTo>
                  <a:lnTo>
                    <a:pt x="5019" y="652"/>
                  </a:lnTo>
                  <a:lnTo>
                    <a:pt x="4769" y="0"/>
                  </a:lnTo>
                  <a:close/>
                </a:path>
              </a:pathLst>
            </a:custGeom>
            <a:solidFill>
              <a:srgbClr val="FF3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3544;p33">
              <a:extLst>
                <a:ext uri="{FF2B5EF4-FFF2-40B4-BE49-F238E27FC236}">
                  <a16:creationId xmlns:a16="http://schemas.microsoft.com/office/drawing/2014/main" id="{412D515B-E789-4C3D-BCEC-87521417E316}"/>
                </a:ext>
              </a:extLst>
            </p:cNvPr>
            <p:cNvSpPr/>
            <p:nvPr/>
          </p:nvSpPr>
          <p:spPr>
            <a:xfrm>
              <a:off x="3224935" y="2147684"/>
              <a:ext cx="157934" cy="197057"/>
            </a:xfrm>
            <a:custGeom>
              <a:avLst/>
              <a:gdLst/>
              <a:ahLst/>
              <a:cxnLst/>
              <a:rect l="l" t="t" r="r" b="b"/>
              <a:pathLst>
                <a:path w="3064" h="3823" extrusionOk="0">
                  <a:moveTo>
                    <a:pt x="1055" y="1"/>
                  </a:moveTo>
                  <a:lnTo>
                    <a:pt x="912" y="54"/>
                  </a:lnTo>
                  <a:lnTo>
                    <a:pt x="840" y="99"/>
                  </a:lnTo>
                  <a:lnTo>
                    <a:pt x="724" y="224"/>
                  </a:lnTo>
                  <a:lnTo>
                    <a:pt x="608" y="456"/>
                  </a:lnTo>
                  <a:lnTo>
                    <a:pt x="590" y="635"/>
                  </a:lnTo>
                  <a:lnTo>
                    <a:pt x="581" y="777"/>
                  </a:lnTo>
                  <a:lnTo>
                    <a:pt x="617" y="1054"/>
                  </a:lnTo>
                  <a:lnTo>
                    <a:pt x="751" y="1456"/>
                  </a:lnTo>
                  <a:lnTo>
                    <a:pt x="992" y="1992"/>
                  </a:lnTo>
                  <a:lnTo>
                    <a:pt x="1207" y="2528"/>
                  </a:lnTo>
                  <a:lnTo>
                    <a:pt x="1260" y="2813"/>
                  </a:lnTo>
                  <a:lnTo>
                    <a:pt x="715" y="2715"/>
                  </a:lnTo>
                  <a:lnTo>
                    <a:pt x="180" y="2626"/>
                  </a:lnTo>
                  <a:lnTo>
                    <a:pt x="108" y="2617"/>
                  </a:lnTo>
                  <a:lnTo>
                    <a:pt x="37" y="2644"/>
                  </a:lnTo>
                  <a:lnTo>
                    <a:pt x="1" y="2680"/>
                  </a:lnTo>
                  <a:lnTo>
                    <a:pt x="1" y="2778"/>
                  </a:lnTo>
                  <a:lnTo>
                    <a:pt x="19" y="2822"/>
                  </a:lnTo>
                  <a:lnTo>
                    <a:pt x="99" y="2894"/>
                  </a:lnTo>
                  <a:lnTo>
                    <a:pt x="189" y="2938"/>
                  </a:lnTo>
                  <a:lnTo>
                    <a:pt x="1180" y="3376"/>
                  </a:lnTo>
                  <a:lnTo>
                    <a:pt x="2171" y="3823"/>
                  </a:lnTo>
                  <a:lnTo>
                    <a:pt x="2251" y="3715"/>
                  </a:lnTo>
                  <a:lnTo>
                    <a:pt x="2457" y="3537"/>
                  </a:lnTo>
                  <a:lnTo>
                    <a:pt x="2680" y="3394"/>
                  </a:lnTo>
                  <a:lnTo>
                    <a:pt x="2939" y="3296"/>
                  </a:lnTo>
                  <a:lnTo>
                    <a:pt x="3064" y="3269"/>
                  </a:lnTo>
                  <a:lnTo>
                    <a:pt x="3046" y="3135"/>
                  </a:lnTo>
                  <a:lnTo>
                    <a:pt x="2975" y="2778"/>
                  </a:lnTo>
                  <a:lnTo>
                    <a:pt x="2778" y="2081"/>
                  </a:lnTo>
                  <a:lnTo>
                    <a:pt x="2492" y="1420"/>
                  </a:lnTo>
                  <a:lnTo>
                    <a:pt x="2126" y="795"/>
                  </a:lnTo>
                  <a:lnTo>
                    <a:pt x="1903" y="501"/>
                  </a:lnTo>
                  <a:lnTo>
                    <a:pt x="1814" y="385"/>
                  </a:lnTo>
                  <a:lnTo>
                    <a:pt x="1608" y="179"/>
                  </a:lnTo>
                  <a:lnTo>
                    <a:pt x="1483" y="99"/>
                  </a:lnTo>
                  <a:lnTo>
                    <a:pt x="1349" y="27"/>
                  </a:lnTo>
                  <a:lnTo>
                    <a:pt x="1055" y="1"/>
                  </a:lnTo>
                  <a:close/>
                </a:path>
              </a:pathLst>
            </a:custGeom>
            <a:solidFill>
              <a:srgbClr val="FFCB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3545;p33">
              <a:extLst>
                <a:ext uri="{FF2B5EF4-FFF2-40B4-BE49-F238E27FC236}">
                  <a16:creationId xmlns:a16="http://schemas.microsoft.com/office/drawing/2014/main" id="{38560CB5-7DB4-4EB8-8E00-EAD337CCE1F3}"/>
                </a:ext>
              </a:extLst>
            </p:cNvPr>
            <p:cNvSpPr/>
            <p:nvPr/>
          </p:nvSpPr>
          <p:spPr>
            <a:xfrm>
              <a:off x="3289880" y="2841775"/>
              <a:ext cx="59895" cy="174067"/>
            </a:xfrm>
            <a:custGeom>
              <a:avLst/>
              <a:gdLst/>
              <a:ahLst/>
              <a:cxnLst/>
              <a:rect l="l" t="t" r="r" b="b"/>
              <a:pathLst>
                <a:path w="1162" h="3377" extrusionOk="0">
                  <a:moveTo>
                    <a:pt x="1090" y="1"/>
                  </a:moveTo>
                  <a:lnTo>
                    <a:pt x="1036" y="19"/>
                  </a:lnTo>
                  <a:lnTo>
                    <a:pt x="1009" y="46"/>
                  </a:lnTo>
                  <a:lnTo>
                    <a:pt x="831" y="385"/>
                  </a:lnTo>
                  <a:lnTo>
                    <a:pt x="518" y="1072"/>
                  </a:lnTo>
                  <a:lnTo>
                    <a:pt x="268" y="1787"/>
                  </a:lnTo>
                  <a:lnTo>
                    <a:pt x="72" y="2528"/>
                  </a:lnTo>
                  <a:lnTo>
                    <a:pt x="9" y="2903"/>
                  </a:lnTo>
                  <a:lnTo>
                    <a:pt x="0" y="2939"/>
                  </a:lnTo>
                  <a:lnTo>
                    <a:pt x="36" y="2983"/>
                  </a:lnTo>
                  <a:lnTo>
                    <a:pt x="98" y="2992"/>
                  </a:lnTo>
                  <a:lnTo>
                    <a:pt x="143" y="2966"/>
                  </a:lnTo>
                  <a:lnTo>
                    <a:pt x="152" y="2930"/>
                  </a:lnTo>
                  <a:lnTo>
                    <a:pt x="232" y="2501"/>
                  </a:lnTo>
                  <a:lnTo>
                    <a:pt x="464" y="1662"/>
                  </a:lnTo>
                  <a:lnTo>
                    <a:pt x="616" y="1251"/>
                  </a:lnTo>
                  <a:lnTo>
                    <a:pt x="545" y="1501"/>
                  </a:lnTo>
                  <a:lnTo>
                    <a:pt x="464" y="2019"/>
                  </a:lnTo>
                  <a:lnTo>
                    <a:pt x="456" y="2546"/>
                  </a:lnTo>
                  <a:lnTo>
                    <a:pt x="509" y="3064"/>
                  </a:lnTo>
                  <a:lnTo>
                    <a:pt x="572" y="3332"/>
                  </a:lnTo>
                  <a:lnTo>
                    <a:pt x="590" y="3359"/>
                  </a:lnTo>
                  <a:lnTo>
                    <a:pt x="634" y="3376"/>
                  </a:lnTo>
                  <a:lnTo>
                    <a:pt x="688" y="3359"/>
                  </a:lnTo>
                  <a:lnTo>
                    <a:pt x="723" y="3314"/>
                  </a:lnTo>
                  <a:lnTo>
                    <a:pt x="715" y="3278"/>
                  </a:lnTo>
                  <a:lnTo>
                    <a:pt x="643" y="2975"/>
                  </a:lnTo>
                  <a:lnTo>
                    <a:pt x="598" y="2367"/>
                  </a:lnTo>
                  <a:lnTo>
                    <a:pt x="643" y="1769"/>
                  </a:lnTo>
                  <a:lnTo>
                    <a:pt x="786" y="1189"/>
                  </a:lnTo>
                  <a:lnTo>
                    <a:pt x="902" y="903"/>
                  </a:lnTo>
                  <a:lnTo>
                    <a:pt x="911" y="849"/>
                  </a:lnTo>
                  <a:lnTo>
                    <a:pt x="848" y="787"/>
                  </a:lnTo>
                  <a:lnTo>
                    <a:pt x="804" y="796"/>
                  </a:lnTo>
                  <a:lnTo>
                    <a:pt x="965" y="447"/>
                  </a:lnTo>
                  <a:lnTo>
                    <a:pt x="1152" y="108"/>
                  </a:lnTo>
                  <a:lnTo>
                    <a:pt x="1161" y="81"/>
                  </a:lnTo>
                  <a:lnTo>
                    <a:pt x="1143" y="28"/>
                  </a:lnTo>
                  <a:lnTo>
                    <a:pt x="1090"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3546;p33">
              <a:extLst>
                <a:ext uri="{FF2B5EF4-FFF2-40B4-BE49-F238E27FC236}">
                  <a16:creationId xmlns:a16="http://schemas.microsoft.com/office/drawing/2014/main" id="{2C526860-4B9E-480E-B741-78DC9D3207D5}"/>
                </a:ext>
              </a:extLst>
            </p:cNvPr>
            <p:cNvSpPr/>
            <p:nvPr/>
          </p:nvSpPr>
          <p:spPr>
            <a:xfrm>
              <a:off x="3283437" y="3064548"/>
              <a:ext cx="93915" cy="118811"/>
            </a:xfrm>
            <a:custGeom>
              <a:avLst/>
              <a:gdLst/>
              <a:ahLst/>
              <a:cxnLst/>
              <a:rect l="l" t="t" r="r" b="b"/>
              <a:pathLst>
                <a:path w="1822" h="2305" extrusionOk="0">
                  <a:moveTo>
                    <a:pt x="1715" y="1"/>
                  </a:moveTo>
                  <a:lnTo>
                    <a:pt x="1688" y="19"/>
                  </a:lnTo>
                  <a:lnTo>
                    <a:pt x="1438" y="260"/>
                  </a:lnTo>
                  <a:lnTo>
                    <a:pt x="973" y="769"/>
                  </a:lnTo>
                  <a:lnTo>
                    <a:pt x="554" y="1314"/>
                  </a:lnTo>
                  <a:lnTo>
                    <a:pt x="179" y="1894"/>
                  </a:lnTo>
                  <a:lnTo>
                    <a:pt x="9" y="2198"/>
                  </a:lnTo>
                  <a:lnTo>
                    <a:pt x="0" y="2233"/>
                  </a:lnTo>
                  <a:lnTo>
                    <a:pt x="18" y="2278"/>
                  </a:lnTo>
                  <a:lnTo>
                    <a:pt x="72" y="2305"/>
                  </a:lnTo>
                  <a:lnTo>
                    <a:pt x="125" y="2296"/>
                  </a:lnTo>
                  <a:lnTo>
                    <a:pt x="143" y="2269"/>
                  </a:lnTo>
                  <a:lnTo>
                    <a:pt x="313" y="1966"/>
                  </a:lnTo>
                  <a:lnTo>
                    <a:pt x="679" y="1394"/>
                  </a:lnTo>
                  <a:lnTo>
                    <a:pt x="1098" y="858"/>
                  </a:lnTo>
                  <a:lnTo>
                    <a:pt x="1554" y="358"/>
                  </a:lnTo>
                  <a:lnTo>
                    <a:pt x="1804" y="117"/>
                  </a:lnTo>
                  <a:lnTo>
                    <a:pt x="1822" y="90"/>
                  </a:lnTo>
                  <a:lnTo>
                    <a:pt x="1822" y="46"/>
                  </a:lnTo>
                  <a:lnTo>
                    <a:pt x="1777"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3547;p33">
              <a:extLst>
                <a:ext uri="{FF2B5EF4-FFF2-40B4-BE49-F238E27FC236}">
                  <a16:creationId xmlns:a16="http://schemas.microsoft.com/office/drawing/2014/main" id="{440AD249-C0F7-4909-9645-73195219269D}"/>
                </a:ext>
              </a:extLst>
            </p:cNvPr>
            <p:cNvSpPr/>
            <p:nvPr/>
          </p:nvSpPr>
          <p:spPr>
            <a:xfrm>
              <a:off x="3293540" y="3098619"/>
              <a:ext cx="114224" cy="101337"/>
            </a:xfrm>
            <a:custGeom>
              <a:avLst/>
              <a:gdLst/>
              <a:ahLst/>
              <a:cxnLst/>
              <a:rect l="l" t="t" r="r" b="b"/>
              <a:pathLst>
                <a:path w="2216" h="1966" extrusionOk="0">
                  <a:moveTo>
                    <a:pt x="2126" y="1"/>
                  </a:moveTo>
                  <a:lnTo>
                    <a:pt x="2090" y="19"/>
                  </a:lnTo>
                  <a:lnTo>
                    <a:pt x="1804" y="206"/>
                  </a:lnTo>
                  <a:lnTo>
                    <a:pt x="1251" y="635"/>
                  </a:lnTo>
                  <a:lnTo>
                    <a:pt x="733" y="1090"/>
                  </a:lnTo>
                  <a:lnTo>
                    <a:pt x="251" y="1581"/>
                  </a:lnTo>
                  <a:lnTo>
                    <a:pt x="18" y="1840"/>
                  </a:lnTo>
                  <a:lnTo>
                    <a:pt x="1" y="1867"/>
                  </a:lnTo>
                  <a:lnTo>
                    <a:pt x="9" y="1930"/>
                  </a:lnTo>
                  <a:lnTo>
                    <a:pt x="54" y="1965"/>
                  </a:lnTo>
                  <a:lnTo>
                    <a:pt x="108" y="1965"/>
                  </a:lnTo>
                  <a:lnTo>
                    <a:pt x="135" y="1939"/>
                  </a:lnTo>
                  <a:lnTo>
                    <a:pt x="358" y="1680"/>
                  </a:lnTo>
                  <a:lnTo>
                    <a:pt x="840" y="1197"/>
                  </a:lnTo>
                  <a:lnTo>
                    <a:pt x="1349" y="742"/>
                  </a:lnTo>
                  <a:lnTo>
                    <a:pt x="1894" y="331"/>
                  </a:lnTo>
                  <a:lnTo>
                    <a:pt x="2179" y="144"/>
                  </a:lnTo>
                  <a:lnTo>
                    <a:pt x="2206" y="117"/>
                  </a:lnTo>
                  <a:lnTo>
                    <a:pt x="2215" y="63"/>
                  </a:lnTo>
                  <a:lnTo>
                    <a:pt x="2179" y="19"/>
                  </a:lnTo>
                  <a:lnTo>
                    <a:pt x="2126"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3548;p33">
              <a:extLst>
                <a:ext uri="{FF2B5EF4-FFF2-40B4-BE49-F238E27FC236}">
                  <a16:creationId xmlns:a16="http://schemas.microsoft.com/office/drawing/2014/main" id="{7A67876E-29CF-4AE8-A2FC-A317D1470950}"/>
                </a:ext>
              </a:extLst>
            </p:cNvPr>
            <p:cNvSpPr/>
            <p:nvPr/>
          </p:nvSpPr>
          <p:spPr>
            <a:xfrm>
              <a:off x="3139784" y="2525141"/>
              <a:ext cx="190613" cy="269787"/>
            </a:xfrm>
            <a:custGeom>
              <a:avLst/>
              <a:gdLst/>
              <a:ahLst/>
              <a:cxnLst/>
              <a:rect l="l" t="t" r="r" b="b"/>
              <a:pathLst>
                <a:path w="3698" h="5234" extrusionOk="0">
                  <a:moveTo>
                    <a:pt x="1010" y="0"/>
                  </a:moveTo>
                  <a:lnTo>
                    <a:pt x="1081" y="214"/>
                  </a:lnTo>
                  <a:lnTo>
                    <a:pt x="1171" y="661"/>
                  </a:lnTo>
                  <a:lnTo>
                    <a:pt x="1224" y="1107"/>
                  </a:lnTo>
                  <a:lnTo>
                    <a:pt x="1233" y="1563"/>
                  </a:lnTo>
                  <a:lnTo>
                    <a:pt x="1207" y="2009"/>
                  </a:lnTo>
                  <a:lnTo>
                    <a:pt x="1126" y="2456"/>
                  </a:lnTo>
                  <a:lnTo>
                    <a:pt x="1010" y="2893"/>
                  </a:lnTo>
                  <a:lnTo>
                    <a:pt x="858" y="3322"/>
                  </a:lnTo>
                  <a:lnTo>
                    <a:pt x="760" y="3527"/>
                  </a:lnTo>
                  <a:lnTo>
                    <a:pt x="653" y="3492"/>
                  </a:lnTo>
                  <a:lnTo>
                    <a:pt x="447" y="3492"/>
                  </a:lnTo>
                  <a:lnTo>
                    <a:pt x="242" y="3563"/>
                  </a:lnTo>
                  <a:lnTo>
                    <a:pt x="90" y="3697"/>
                  </a:lnTo>
                  <a:lnTo>
                    <a:pt x="37" y="3795"/>
                  </a:lnTo>
                  <a:lnTo>
                    <a:pt x="1" y="3894"/>
                  </a:lnTo>
                  <a:lnTo>
                    <a:pt x="10" y="4099"/>
                  </a:lnTo>
                  <a:lnTo>
                    <a:pt x="90" y="4295"/>
                  </a:lnTo>
                  <a:lnTo>
                    <a:pt x="224" y="4465"/>
                  </a:lnTo>
                  <a:lnTo>
                    <a:pt x="305" y="4528"/>
                  </a:lnTo>
                  <a:lnTo>
                    <a:pt x="483" y="4626"/>
                  </a:lnTo>
                  <a:lnTo>
                    <a:pt x="867" y="4688"/>
                  </a:lnTo>
                  <a:lnTo>
                    <a:pt x="1064" y="4679"/>
                  </a:lnTo>
                  <a:lnTo>
                    <a:pt x="1073" y="4724"/>
                  </a:lnTo>
                  <a:lnTo>
                    <a:pt x="1189" y="4965"/>
                  </a:lnTo>
                  <a:lnTo>
                    <a:pt x="1269" y="5215"/>
                  </a:lnTo>
                  <a:lnTo>
                    <a:pt x="1287" y="5233"/>
                  </a:lnTo>
                  <a:lnTo>
                    <a:pt x="1537" y="4974"/>
                  </a:lnTo>
                  <a:lnTo>
                    <a:pt x="1796" y="4724"/>
                  </a:lnTo>
                  <a:lnTo>
                    <a:pt x="2287" y="4242"/>
                  </a:lnTo>
                  <a:lnTo>
                    <a:pt x="3243" y="3242"/>
                  </a:lnTo>
                  <a:lnTo>
                    <a:pt x="3698" y="2724"/>
                  </a:lnTo>
                  <a:lnTo>
                    <a:pt x="3618" y="2652"/>
                  </a:lnTo>
                  <a:lnTo>
                    <a:pt x="3537" y="2438"/>
                  </a:lnTo>
                  <a:lnTo>
                    <a:pt x="3448" y="1983"/>
                  </a:lnTo>
                  <a:lnTo>
                    <a:pt x="3439" y="1750"/>
                  </a:lnTo>
                  <a:lnTo>
                    <a:pt x="3439" y="1634"/>
                  </a:lnTo>
                  <a:lnTo>
                    <a:pt x="3421" y="1420"/>
                  </a:lnTo>
                  <a:lnTo>
                    <a:pt x="3359" y="1331"/>
                  </a:lnTo>
                  <a:lnTo>
                    <a:pt x="3305" y="1277"/>
                  </a:lnTo>
                  <a:lnTo>
                    <a:pt x="3153" y="1215"/>
                  </a:lnTo>
                  <a:lnTo>
                    <a:pt x="2903" y="1197"/>
                  </a:lnTo>
                  <a:lnTo>
                    <a:pt x="2734" y="1170"/>
                  </a:lnTo>
                  <a:lnTo>
                    <a:pt x="2626" y="1134"/>
                  </a:lnTo>
                  <a:lnTo>
                    <a:pt x="2439" y="1018"/>
                  </a:lnTo>
                  <a:lnTo>
                    <a:pt x="2198" y="759"/>
                  </a:lnTo>
                  <a:lnTo>
                    <a:pt x="2046" y="581"/>
                  </a:lnTo>
                  <a:lnTo>
                    <a:pt x="1939" y="473"/>
                  </a:lnTo>
                  <a:lnTo>
                    <a:pt x="1707" y="286"/>
                  </a:lnTo>
                  <a:lnTo>
                    <a:pt x="1439" y="143"/>
                  </a:lnTo>
                  <a:lnTo>
                    <a:pt x="1162" y="36"/>
                  </a:lnTo>
                  <a:lnTo>
                    <a:pt x="1010" y="0"/>
                  </a:lnTo>
                  <a:close/>
                </a:path>
              </a:pathLst>
            </a:custGeom>
            <a:solidFill>
              <a:srgbClr val="FFCB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3549;p33">
              <a:extLst>
                <a:ext uri="{FF2B5EF4-FFF2-40B4-BE49-F238E27FC236}">
                  <a16:creationId xmlns:a16="http://schemas.microsoft.com/office/drawing/2014/main" id="{276F419A-6486-4EE3-BB8D-D3181D5A13B6}"/>
                </a:ext>
              </a:extLst>
            </p:cNvPr>
            <p:cNvSpPr/>
            <p:nvPr/>
          </p:nvSpPr>
          <p:spPr>
            <a:xfrm>
              <a:off x="2786296" y="2518234"/>
              <a:ext cx="419834" cy="558851"/>
            </a:xfrm>
            <a:custGeom>
              <a:avLst/>
              <a:gdLst/>
              <a:ahLst/>
              <a:cxnLst/>
              <a:rect l="l" t="t" r="r" b="b"/>
              <a:pathLst>
                <a:path w="8145" h="10842" extrusionOk="0">
                  <a:moveTo>
                    <a:pt x="7100" y="0"/>
                  </a:moveTo>
                  <a:lnTo>
                    <a:pt x="6582" y="98"/>
                  </a:lnTo>
                  <a:lnTo>
                    <a:pt x="6100" y="304"/>
                  </a:lnTo>
                  <a:lnTo>
                    <a:pt x="5877" y="447"/>
                  </a:lnTo>
                  <a:lnTo>
                    <a:pt x="5662" y="607"/>
                  </a:lnTo>
                  <a:lnTo>
                    <a:pt x="5296" y="991"/>
                  </a:lnTo>
                  <a:lnTo>
                    <a:pt x="5002" y="1420"/>
                  </a:lnTo>
                  <a:lnTo>
                    <a:pt x="4751" y="1893"/>
                  </a:lnTo>
                  <a:lnTo>
                    <a:pt x="4653" y="2143"/>
                  </a:lnTo>
                  <a:lnTo>
                    <a:pt x="4484" y="2608"/>
                  </a:lnTo>
                  <a:lnTo>
                    <a:pt x="4234" y="3304"/>
                  </a:lnTo>
                  <a:lnTo>
                    <a:pt x="3992" y="3733"/>
                  </a:lnTo>
                  <a:lnTo>
                    <a:pt x="3841" y="3920"/>
                  </a:lnTo>
                  <a:lnTo>
                    <a:pt x="3725" y="4045"/>
                  </a:lnTo>
                  <a:lnTo>
                    <a:pt x="3457" y="4251"/>
                  </a:lnTo>
                  <a:lnTo>
                    <a:pt x="3153" y="4412"/>
                  </a:lnTo>
                  <a:lnTo>
                    <a:pt x="2823" y="4519"/>
                  </a:lnTo>
                  <a:lnTo>
                    <a:pt x="2653" y="4545"/>
                  </a:lnTo>
                  <a:lnTo>
                    <a:pt x="2331" y="4572"/>
                  </a:lnTo>
                  <a:lnTo>
                    <a:pt x="1831" y="4608"/>
                  </a:lnTo>
                  <a:lnTo>
                    <a:pt x="1537" y="4706"/>
                  </a:lnTo>
                  <a:lnTo>
                    <a:pt x="1403" y="4796"/>
                  </a:lnTo>
                  <a:lnTo>
                    <a:pt x="1313" y="4867"/>
                  </a:lnTo>
                  <a:lnTo>
                    <a:pt x="1179" y="5046"/>
                  </a:lnTo>
                  <a:lnTo>
                    <a:pt x="1054" y="5358"/>
                  </a:lnTo>
                  <a:lnTo>
                    <a:pt x="1010" y="5581"/>
                  </a:lnTo>
                  <a:lnTo>
                    <a:pt x="956" y="6028"/>
                  </a:lnTo>
                  <a:lnTo>
                    <a:pt x="867" y="6465"/>
                  </a:lnTo>
                  <a:lnTo>
                    <a:pt x="804" y="6662"/>
                  </a:lnTo>
                  <a:lnTo>
                    <a:pt x="608" y="7037"/>
                  </a:lnTo>
                  <a:lnTo>
                    <a:pt x="385" y="7385"/>
                  </a:lnTo>
                  <a:lnTo>
                    <a:pt x="179" y="7751"/>
                  </a:lnTo>
                  <a:lnTo>
                    <a:pt x="99" y="7948"/>
                  </a:lnTo>
                  <a:lnTo>
                    <a:pt x="45" y="8144"/>
                  </a:lnTo>
                  <a:lnTo>
                    <a:pt x="1" y="8546"/>
                  </a:lnTo>
                  <a:lnTo>
                    <a:pt x="54" y="8948"/>
                  </a:lnTo>
                  <a:lnTo>
                    <a:pt x="188" y="9332"/>
                  </a:lnTo>
                  <a:lnTo>
                    <a:pt x="295" y="9502"/>
                  </a:lnTo>
                  <a:lnTo>
                    <a:pt x="420" y="9671"/>
                  </a:lnTo>
                  <a:lnTo>
                    <a:pt x="715" y="9939"/>
                  </a:lnTo>
                  <a:lnTo>
                    <a:pt x="1072" y="10145"/>
                  </a:lnTo>
                  <a:lnTo>
                    <a:pt x="1465" y="10252"/>
                  </a:lnTo>
                  <a:lnTo>
                    <a:pt x="1671" y="10270"/>
                  </a:lnTo>
                  <a:lnTo>
                    <a:pt x="2046" y="10252"/>
                  </a:lnTo>
                  <a:lnTo>
                    <a:pt x="2608" y="10171"/>
                  </a:lnTo>
                  <a:lnTo>
                    <a:pt x="2974" y="10162"/>
                  </a:lnTo>
                  <a:lnTo>
                    <a:pt x="3162" y="10198"/>
                  </a:lnTo>
                  <a:lnTo>
                    <a:pt x="3323" y="10243"/>
                  </a:lnTo>
                  <a:lnTo>
                    <a:pt x="3617" y="10386"/>
                  </a:lnTo>
                  <a:lnTo>
                    <a:pt x="4055" y="10645"/>
                  </a:lnTo>
                  <a:lnTo>
                    <a:pt x="4367" y="10779"/>
                  </a:lnTo>
                  <a:lnTo>
                    <a:pt x="4501" y="10814"/>
                  </a:lnTo>
                  <a:lnTo>
                    <a:pt x="4769" y="10841"/>
                  </a:lnTo>
                  <a:lnTo>
                    <a:pt x="5046" y="10814"/>
                  </a:lnTo>
                  <a:lnTo>
                    <a:pt x="5314" y="10734"/>
                  </a:lnTo>
                  <a:lnTo>
                    <a:pt x="5564" y="10618"/>
                  </a:lnTo>
                  <a:lnTo>
                    <a:pt x="5787" y="10448"/>
                  </a:lnTo>
                  <a:lnTo>
                    <a:pt x="5975" y="10243"/>
                  </a:lnTo>
                  <a:lnTo>
                    <a:pt x="6118" y="10011"/>
                  </a:lnTo>
                  <a:lnTo>
                    <a:pt x="6162" y="9886"/>
                  </a:lnTo>
                  <a:lnTo>
                    <a:pt x="6234" y="9627"/>
                  </a:lnTo>
                  <a:lnTo>
                    <a:pt x="6279" y="9100"/>
                  </a:lnTo>
                  <a:lnTo>
                    <a:pt x="6305" y="8564"/>
                  </a:lnTo>
                  <a:lnTo>
                    <a:pt x="6386" y="8189"/>
                  </a:lnTo>
                  <a:lnTo>
                    <a:pt x="6493" y="7966"/>
                  </a:lnTo>
                  <a:lnTo>
                    <a:pt x="6564" y="7858"/>
                  </a:lnTo>
                  <a:lnTo>
                    <a:pt x="6725" y="7698"/>
                  </a:lnTo>
                  <a:lnTo>
                    <a:pt x="7091" y="7430"/>
                  </a:lnTo>
                  <a:lnTo>
                    <a:pt x="7279" y="7296"/>
                  </a:lnTo>
                  <a:lnTo>
                    <a:pt x="7288" y="7278"/>
                  </a:lnTo>
                  <a:lnTo>
                    <a:pt x="7297" y="7269"/>
                  </a:lnTo>
                  <a:lnTo>
                    <a:pt x="7305" y="7046"/>
                  </a:lnTo>
                  <a:lnTo>
                    <a:pt x="7377" y="6608"/>
                  </a:lnTo>
                  <a:lnTo>
                    <a:pt x="7457" y="6394"/>
                  </a:lnTo>
                  <a:lnTo>
                    <a:pt x="7582" y="6108"/>
                  </a:lnTo>
                  <a:lnTo>
                    <a:pt x="7931" y="5599"/>
                  </a:lnTo>
                  <a:lnTo>
                    <a:pt x="8145" y="5367"/>
                  </a:lnTo>
                  <a:lnTo>
                    <a:pt x="8127" y="5349"/>
                  </a:lnTo>
                  <a:lnTo>
                    <a:pt x="8047" y="5099"/>
                  </a:lnTo>
                  <a:lnTo>
                    <a:pt x="7931" y="4858"/>
                  </a:lnTo>
                  <a:lnTo>
                    <a:pt x="7922" y="4813"/>
                  </a:lnTo>
                  <a:lnTo>
                    <a:pt x="7725" y="4822"/>
                  </a:lnTo>
                  <a:lnTo>
                    <a:pt x="7341" y="4760"/>
                  </a:lnTo>
                  <a:lnTo>
                    <a:pt x="7163" y="4662"/>
                  </a:lnTo>
                  <a:lnTo>
                    <a:pt x="7082" y="4599"/>
                  </a:lnTo>
                  <a:lnTo>
                    <a:pt x="6948" y="4429"/>
                  </a:lnTo>
                  <a:lnTo>
                    <a:pt x="6868" y="4233"/>
                  </a:lnTo>
                  <a:lnTo>
                    <a:pt x="6859" y="4028"/>
                  </a:lnTo>
                  <a:lnTo>
                    <a:pt x="6895" y="3929"/>
                  </a:lnTo>
                  <a:lnTo>
                    <a:pt x="6948" y="3831"/>
                  </a:lnTo>
                  <a:lnTo>
                    <a:pt x="7100" y="3697"/>
                  </a:lnTo>
                  <a:lnTo>
                    <a:pt x="7305" y="3626"/>
                  </a:lnTo>
                  <a:lnTo>
                    <a:pt x="7511" y="3626"/>
                  </a:lnTo>
                  <a:lnTo>
                    <a:pt x="7618" y="3661"/>
                  </a:lnTo>
                  <a:lnTo>
                    <a:pt x="7716" y="3456"/>
                  </a:lnTo>
                  <a:lnTo>
                    <a:pt x="7868" y="3027"/>
                  </a:lnTo>
                  <a:lnTo>
                    <a:pt x="7984" y="2590"/>
                  </a:lnTo>
                  <a:lnTo>
                    <a:pt x="8065" y="2143"/>
                  </a:lnTo>
                  <a:lnTo>
                    <a:pt x="8091" y="1697"/>
                  </a:lnTo>
                  <a:lnTo>
                    <a:pt x="8082" y="1241"/>
                  </a:lnTo>
                  <a:lnTo>
                    <a:pt x="8029" y="795"/>
                  </a:lnTo>
                  <a:lnTo>
                    <a:pt x="7939" y="348"/>
                  </a:lnTo>
                  <a:lnTo>
                    <a:pt x="7868" y="134"/>
                  </a:lnTo>
                  <a:lnTo>
                    <a:pt x="7868" y="125"/>
                  </a:lnTo>
                  <a:lnTo>
                    <a:pt x="7868" y="116"/>
                  </a:lnTo>
                  <a:lnTo>
                    <a:pt x="7618" y="36"/>
                  </a:lnTo>
                  <a:lnTo>
                    <a:pt x="7100" y="0"/>
                  </a:lnTo>
                  <a:close/>
                </a:path>
              </a:pathLst>
            </a:custGeom>
            <a:solidFill>
              <a:srgbClr val="1A3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3550;p33">
              <a:extLst>
                <a:ext uri="{FF2B5EF4-FFF2-40B4-BE49-F238E27FC236}">
                  <a16:creationId xmlns:a16="http://schemas.microsoft.com/office/drawing/2014/main" id="{35B8445F-A0D0-4F41-B383-AC078AED92FC}"/>
                </a:ext>
              </a:extLst>
            </p:cNvPr>
            <p:cNvSpPr/>
            <p:nvPr/>
          </p:nvSpPr>
          <p:spPr>
            <a:xfrm>
              <a:off x="2917939" y="2518234"/>
              <a:ext cx="261488" cy="514625"/>
            </a:xfrm>
            <a:custGeom>
              <a:avLst/>
              <a:gdLst/>
              <a:ahLst/>
              <a:cxnLst/>
              <a:rect l="l" t="t" r="r" b="b"/>
              <a:pathLst>
                <a:path w="5073" h="9984" extrusionOk="0">
                  <a:moveTo>
                    <a:pt x="4921" y="0"/>
                  </a:moveTo>
                  <a:lnTo>
                    <a:pt x="4885" y="36"/>
                  </a:lnTo>
                  <a:lnTo>
                    <a:pt x="4885" y="63"/>
                  </a:lnTo>
                  <a:lnTo>
                    <a:pt x="4912" y="250"/>
                  </a:lnTo>
                  <a:lnTo>
                    <a:pt x="4939" y="625"/>
                  </a:lnTo>
                  <a:lnTo>
                    <a:pt x="4921" y="1009"/>
                  </a:lnTo>
                  <a:lnTo>
                    <a:pt x="4868" y="1375"/>
                  </a:lnTo>
                  <a:lnTo>
                    <a:pt x="4760" y="1741"/>
                  </a:lnTo>
                  <a:lnTo>
                    <a:pt x="4618" y="2090"/>
                  </a:lnTo>
                  <a:lnTo>
                    <a:pt x="4439" y="2420"/>
                  </a:lnTo>
                  <a:lnTo>
                    <a:pt x="4216" y="2733"/>
                  </a:lnTo>
                  <a:lnTo>
                    <a:pt x="4091" y="2876"/>
                  </a:lnTo>
                  <a:lnTo>
                    <a:pt x="3841" y="3117"/>
                  </a:lnTo>
                  <a:lnTo>
                    <a:pt x="3260" y="3527"/>
                  </a:lnTo>
                  <a:lnTo>
                    <a:pt x="2671" y="3920"/>
                  </a:lnTo>
                  <a:lnTo>
                    <a:pt x="2269" y="4260"/>
                  </a:lnTo>
                  <a:lnTo>
                    <a:pt x="2046" y="4528"/>
                  </a:lnTo>
                  <a:lnTo>
                    <a:pt x="1956" y="4688"/>
                  </a:lnTo>
                  <a:lnTo>
                    <a:pt x="1885" y="4831"/>
                  </a:lnTo>
                  <a:lnTo>
                    <a:pt x="1787" y="5135"/>
                  </a:lnTo>
                  <a:lnTo>
                    <a:pt x="1733" y="5608"/>
                  </a:lnTo>
                  <a:lnTo>
                    <a:pt x="1840" y="6573"/>
                  </a:lnTo>
                  <a:lnTo>
                    <a:pt x="1912" y="7207"/>
                  </a:lnTo>
                  <a:lnTo>
                    <a:pt x="1921" y="7421"/>
                  </a:lnTo>
                  <a:lnTo>
                    <a:pt x="1876" y="7814"/>
                  </a:lnTo>
                  <a:lnTo>
                    <a:pt x="1751" y="8171"/>
                  </a:lnTo>
                  <a:lnTo>
                    <a:pt x="1537" y="8510"/>
                  </a:lnTo>
                  <a:lnTo>
                    <a:pt x="1394" y="8662"/>
                  </a:lnTo>
                  <a:lnTo>
                    <a:pt x="733" y="9278"/>
                  </a:lnTo>
                  <a:lnTo>
                    <a:pt x="36" y="9859"/>
                  </a:lnTo>
                  <a:lnTo>
                    <a:pt x="1" y="9903"/>
                  </a:lnTo>
                  <a:lnTo>
                    <a:pt x="45" y="9975"/>
                  </a:lnTo>
                  <a:lnTo>
                    <a:pt x="90" y="9984"/>
                  </a:lnTo>
                  <a:lnTo>
                    <a:pt x="117" y="9966"/>
                  </a:lnTo>
                  <a:lnTo>
                    <a:pt x="778" y="9412"/>
                  </a:lnTo>
                  <a:lnTo>
                    <a:pt x="1421" y="8832"/>
                  </a:lnTo>
                  <a:lnTo>
                    <a:pt x="1537" y="8716"/>
                  </a:lnTo>
                  <a:lnTo>
                    <a:pt x="1742" y="8466"/>
                  </a:lnTo>
                  <a:lnTo>
                    <a:pt x="1903" y="8189"/>
                  </a:lnTo>
                  <a:lnTo>
                    <a:pt x="2010" y="7885"/>
                  </a:lnTo>
                  <a:lnTo>
                    <a:pt x="2037" y="7725"/>
                  </a:lnTo>
                  <a:lnTo>
                    <a:pt x="2055" y="7537"/>
                  </a:lnTo>
                  <a:lnTo>
                    <a:pt x="2046" y="7162"/>
                  </a:lnTo>
                  <a:lnTo>
                    <a:pt x="1974" y="6590"/>
                  </a:lnTo>
                  <a:lnTo>
                    <a:pt x="1867" y="5831"/>
                  </a:lnTo>
                  <a:lnTo>
                    <a:pt x="1894" y="5278"/>
                  </a:lnTo>
                  <a:lnTo>
                    <a:pt x="1992" y="4921"/>
                  </a:lnTo>
                  <a:lnTo>
                    <a:pt x="2081" y="4742"/>
                  </a:lnTo>
                  <a:lnTo>
                    <a:pt x="2197" y="4554"/>
                  </a:lnTo>
                  <a:lnTo>
                    <a:pt x="2501" y="4233"/>
                  </a:lnTo>
                  <a:lnTo>
                    <a:pt x="3037" y="3831"/>
                  </a:lnTo>
                  <a:lnTo>
                    <a:pt x="3412" y="3599"/>
                  </a:lnTo>
                  <a:lnTo>
                    <a:pt x="3707" y="3394"/>
                  </a:lnTo>
                  <a:lnTo>
                    <a:pt x="4234" y="2929"/>
                  </a:lnTo>
                  <a:lnTo>
                    <a:pt x="4448" y="2643"/>
                  </a:lnTo>
                  <a:lnTo>
                    <a:pt x="4644" y="2358"/>
                  </a:lnTo>
                  <a:lnTo>
                    <a:pt x="4912" y="1733"/>
                  </a:lnTo>
                  <a:lnTo>
                    <a:pt x="5064" y="1072"/>
                  </a:lnTo>
                  <a:lnTo>
                    <a:pt x="5073" y="393"/>
                  </a:lnTo>
                  <a:lnTo>
                    <a:pt x="5019" y="54"/>
                  </a:lnTo>
                  <a:lnTo>
                    <a:pt x="4993" y="0"/>
                  </a:lnTo>
                  <a:close/>
                </a:path>
              </a:pathLst>
            </a:custGeom>
            <a:solidFill>
              <a:srgbClr val="2241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3551;p33">
              <a:extLst>
                <a:ext uri="{FF2B5EF4-FFF2-40B4-BE49-F238E27FC236}">
                  <a16:creationId xmlns:a16="http://schemas.microsoft.com/office/drawing/2014/main" id="{4B798A07-36AB-4552-A516-38BD7F8BFB6B}"/>
                </a:ext>
              </a:extLst>
            </p:cNvPr>
            <p:cNvSpPr/>
            <p:nvPr/>
          </p:nvSpPr>
          <p:spPr>
            <a:xfrm>
              <a:off x="2801966" y="2522821"/>
              <a:ext cx="328239" cy="473235"/>
            </a:xfrm>
            <a:custGeom>
              <a:avLst/>
              <a:gdLst/>
              <a:ahLst/>
              <a:cxnLst/>
              <a:rect l="l" t="t" r="r" b="b"/>
              <a:pathLst>
                <a:path w="6368" h="9181" extrusionOk="0">
                  <a:moveTo>
                    <a:pt x="6207" y="0"/>
                  </a:moveTo>
                  <a:lnTo>
                    <a:pt x="6135" y="27"/>
                  </a:lnTo>
                  <a:lnTo>
                    <a:pt x="6135" y="90"/>
                  </a:lnTo>
                  <a:lnTo>
                    <a:pt x="6189" y="304"/>
                  </a:lnTo>
                  <a:lnTo>
                    <a:pt x="6233" y="706"/>
                  </a:lnTo>
                  <a:lnTo>
                    <a:pt x="6207" y="1081"/>
                  </a:lnTo>
                  <a:lnTo>
                    <a:pt x="6117" y="1447"/>
                  </a:lnTo>
                  <a:lnTo>
                    <a:pt x="5975" y="1786"/>
                  </a:lnTo>
                  <a:lnTo>
                    <a:pt x="5787" y="2117"/>
                  </a:lnTo>
                  <a:lnTo>
                    <a:pt x="5430" y="2590"/>
                  </a:lnTo>
                  <a:lnTo>
                    <a:pt x="4573" y="3474"/>
                  </a:lnTo>
                  <a:lnTo>
                    <a:pt x="3688" y="4323"/>
                  </a:lnTo>
                  <a:lnTo>
                    <a:pt x="3188" y="4912"/>
                  </a:lnTo>
                  <a:lnTo>
                    <a:pt x="2992" y="5216"/>
                  </a:lnTo>
                  <a:lnTo>
                    <a:pt x="2831" y="5537"/>
                  </a:lnTo>
                  <a:lnTo>
                    <a:pt x="2626" y="6198"/>
                  </a:lnTo>
                  <a:lnTo>
                    <a:pt x="2545" y="6546"/>
                  </a:lnTo>
                  <a:lnTo>
                    <a:pt x="2501" y="6743"/>
                  </a:lnTo>
                  <a:lnTo>
                    <a:pt x="2385" y="7135"/>
                  </a:lnTo>
                  <a:lnTo>
                    <a:pt x="2206" y="7502"/>
                  </a:lnTo>
                  <a:lnTo>
                    <a:pt x="1947" y="7814"/>
                  </a:lnTo>
                  <a:lnTo>
                    <a:pt x="1777" y="7930"/>
                  </a:lnTo>
                  <a:lnTo>
                    <a:pt x="1536" y="8037"/>
                  </a:lnTo>
                  <a:lnTo>
                    <a:pt x="938" y="8189"/>
                  </a:lnTo>
                  <a:lnTo>
                    <a:pt x="492" y="8332"/>
                  </a:lnTo>
                  <a:lnTo>
                    <a:pt x="241" y="8475"/>
                  </a:lnTo>
                  <a:lnTo>
                    <a:pt x="72" y="8671"/>
                  </a:lnTo>
                  <a:lnTo>
                    <a:pt x="0" y="8948"/>
                  </a:lnTo>
                  <a:lnTo>
                    <a:pt x="9" y="9127"/>
                  </a:lnTo>
                  <a:lnTo>
                    <a:pt x="36" y="9180"/>
                  </a:lnTo>
                  <a:lnTo>
                    <a:pt x="116" y="9180"/>
                  </a:lnTo>
                  <a:lnTo>
                    <a:pt x="152" y="9145"/>
                  </a:lnTo>
                  <a:lnTo>
                    <a:pt x="152" y="9118"/>
                  </a:lnTo>
                  <a:lnTo>
                    <a:pt x="143" y="8984"/>
                  </a:lnTo>
                  <a:lnTo>
                    <a:pt x="188" y="8770"/>
                  </a:lnTo>
                  <a:lnTo>
                    <a:pt x="304" y="8609"/>
                  </a:lnTo>
                  <a:lnTo>
                    <a:pt x="474" y="8484"/>
                  </a:lnTo>
                  <a:lnTo>
                    <a:pt x="1018" y="8296"/>
                  </a:lnTo>
                  <a:lnTo>
                    <a:pt x="1429" y="8207"/>
                  </a:lnTo>
                  <a:lnTo>
                    <a:pt x="1572" y="8162"/>
                  </a:lnTo>
                  <a:lnTo>
                    <a:pt x="1822" y="8055"/>
                  </a:lnTo>
                  <a:lnTo>
                    <a:pt x="2036" y="7903"/>
                  </a:lnTo>
                  <a:lnTo>
                    <a:pt x="2233" y="7707"/>
                  </a:lnTo>
                  <a:lnTo>
                    <a:pt x="2313" y="7582"/>
                  </a:lnTo>
                  <a:lnTo>
                    <a:pt x="2403" y="7439"/>
                  </a:lnTo>
                  <a:lnTo>
                    <a:pt x="2536" y="7118"/>
                  </a:lnTo>
                  <a:lnTo>
                    <a:pt x="2670" y="6609"/>
                  </a:lnTo>
                  <a:lnTo>
                    <a:pt x="2751" y="6260"/>
                  </a:lnTo>
                  <a:lnTo>
                    <a:pt x="2804" y="6055"/>
                  </a:lnTo>
                  <a:lnTo>
                    <a:pt x="2947" y="5644"/>
                  </a:lnTo>
                  <a:lnTo>
                    <a:pt x="3135" y="5260"/>
                  </a:lnTo>
                  <a:lnTo>
                    <a:pt x="3367" y="4903"/>
                  </a:lnTo>
                  <a:lnTo>
                    <a:pt x="3501" y="4724"/>
                  </a:lnTo>
                  <a:lnTo>
                    <a:pt x="3715" y="4474"/>
                  </a:lnTo>
                  <a:lnTo>
                    <a:pt x="4215" y="3965"/>
                  </a:lnTo>
                  <a:lnTo>
                    <a:pt x="5019" y="3197"/>
                  </a:lnTo>
                  <a:lnTo>
                    <a:pt x="5751" y="2376"/>
                  </a:lnTo>
                  <a:lnTo>
                    <a:pt x="6117" y="1786"/>
                  </a:lnTo>
                  <a:lnTo>
                    <a:pt x="6296" y="1304"/>
                  </a:lnTo>
                  <a:lnTo>
                    <a:pt x="6358" y="965"/>
                  </a:lnTo>
                  <a:lnTo>
                    <a:pt x="6367" y="608"/>
                  </a:lnTo>
                  <a:lnTo>
                    <a:pt x="6323" y="242"/>
                  </a:lnTo>
                  <a:lnTo>
                    <a:pt x="6269" y="45"/>
                  </a:lnTo>
                  <a:lnTo>
                    <a:pt x="6260" y="18"/>
                  </a:lnTo>
                  <a:lnTo>
                    <a:pt x="6207" y="0"/>
                  </a:lnTo>
                  <a:close/>
                </a:path>
              </a:pathLst>
            </a:custGeom>
            <a:solidFill>
              <a:srgbClr val="2241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3552;p33">
              <a:extLst>
                <a:ext uri="{FF2B5EF4-FFF2-40B4-BE49-F238E27FC236}">
                  <a16:creationId xmlns:a16="http://schemas.microsoft.com/office/drawing/2014/main" id="{42D0761C-D523-442B-AEF0-C134F457B5E5}"/>
                </a:ext>
              </a:extLst>
            </p:cNvPr>
            <p:cNvSpPr/>
            <p:nvPr/>
          </p:nvSpPr>
          <p:spPr>
            <a:xfrm>
              <a:off x="3015512" y="2757089"/>
              <a:ext cx="141852" cy="302002"/>
            </a:xfrm>
            <a:custGeom>
              <a:avLst/>
              <a:gdLst/>
              <a:ahLst/>
              <a:cxnLst/>
              <a:rect l="l" t="t" r="r" b="b"/>
              <a:pathLst>
                <a:path w="2752" h="5859" extrusionOk="0">
                  <a:moveTo>
                    <a:pt x="2653" y="1"/>
                  </a:moveTo>
                  <a:lnTo>
                    <a:pt x="2466" y="54"/>
                  </a:lnTo>
                  <a:lnTo>
                    <a:pt x="2144" y="215"/>
                  </a:lnTo>
                  <a:lnTo>
                    <a:pt x="1885" y="438"/>
                  </a:lnTo>
                  <a:lnTo>
                    <a:pt x="1671" y="715"/>
                  </a:lnTo>
                  <a:lnTo>
                    <a:pt x="1501" y="1028"/>
                  </a:lnTo>
                  <a:lnTo>
                    <a:pt x="1385" y="1367"/>
                  </a:lnTo>
                  <a:lnTo>
                    <a:pt x="1269" y="1894"/>
                  </a:lnTo>
                  <a:lnTo>
                    <a:pt x="1242" y="2251"/>
                  </a:lnTo>
                  <a:lnTo>
                    <a:pt x="1224" y="2715"/>
                  </a:lnTo>
                  <a:lnTo>
                    <a:pt x="1206" y="3725"/>
                  </a:lnTo>
                  <a:lnTo>
                    <a:pt x="1090" y="4475"/>
                  </a:lnTo>
                  <a:lnTo>
                    <a:pt x="930" y="4921"/>
                  </a:lnTo>
                  <a:lnTo>
                    <a:pt x="671" y="5305"/>
                  </a:lnTo>
                  <a:lnTo>
                    <a:pt x="296" y="5609"/>
                  </a:lnTo>
                  <a:lnTo>
                    <a:pt x="46" y="5716"/>
                  </a:lnTo>
                  <a:lnTo>
                    <a:pt x="1" y="5752"/>
                  </a:lnTo>
                  <a:lnTo>
                    <a:pt x="19" y="5832"/>
                  </a:lnTo>
                  <a:lnTo>
                    <a:pt x="63" y="5859"/>
                  </a:lnTo>
                  <a:lnTo>
                    <a:pt x="90" y="5850"/>
                  </a:lnTo>
                  <a:lnTo>
                    <a:pt x="269" y="5778"/>
                  </a:lnTo>
                  <a:lnTo>
                    <a:pt x="572" y="5573"/>
                  </a:lnTo>
                  <a:lnTo>
                    <a:pt x="822" y="5323"/>
                  </a:lnTo>
                  <a:lnTo>
                    <a:pt x="1010" y="5028"/>
                  </a:lnTo>
                  <a:lnTo>
                    <a:pt x="1153" y="4698"/>
                  </a:lnTo>
                  <a:lnTo>
                    <a:pt x="1260" y="4350"/>
                  </a:lnTo>
                  <a:lnTo>
                    <a:pt x="1349" y="3814"/>
                  </a:lnTo>
                  <a:lnTo>
                    <a:pt x="1358" y="3448"/>
                  </a:lnTo>
                  <a:lnTo>
                    <a:pt x="1367" y="3001"/>
                  </a:lnTo>
                  <a:lnTo>
                    <a:pt x="1385" y="2242"/>
                  </a:lnTo>
                  <a:lnTo>
                    <a:pt x="1439" y="1733"/>
                  </a:lnTo>
                  <a:lnTo>
                    <a:pt x="1555" y="1251"/>
                  </a:lnTo>
                  <a:lnTo>
                    <a:pt x="1742" y="822"/>
                  </a:lnTo>
                  <a:lnTo>
                    <a:pt x="2028" y="465"/>
                  </a:lnTo>
                  <a:lnTo>
                    <a:pt x="2323" y="269"/>
                  </a:lnTo>
                  <a:lnTo>
                    <a:pt x="2564" y="162"/>
                  </a:lnTo>
                  <a:lnTo>
                    <a:pt x="2698" y="126"/>
                  </a:lnTo>
                  <a:lnTo>
                    <a:pt x="2725" y="117"/>
                  </a:lnTo>
                  <a:lnTo>
                    <a:pt x="2751" y="72"/>
                  </a:lnTo>
                  <a:lnTo>
                    <a:pt x="2716" y="1"/>
                  </a:lnTo>
                  <a:close/>
                </a:path>
              </a:pathLst>
            </a:custGeom>
            <a:solidFill>
              <a:srgbClr val="2241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3553;p33">
              <a:extLst>
                <a:ext uri="{FF2B5EF4-FFF2-40B4-BE49-F238E27FC236}">
                  <a16:creationId xmlns:a16="http://schemas.microsoft.com/office/drawing/2014/main" id="{99833C57-FBBC-49AD-8E27-BB88427C297B}"/>
                </a:ext>
              </a:extLst>
            </p:cNvPr>
            <p:cNvSpPr/>
            <p:nvPr/>
          </p:nvSpPr>
          <p:spPr>
            <a:xfrm>
              <a:off x="3181690" y="4411341"/>
              <a:ext cx="189686" cy="115152"/>
            </a:xfrm>
            <a:custGeom>
              <a:avLst/>
              <a:gdLst/>
              <a:ahLst/>
              <a:cxnLst/>
              <a:rect l="l" t="t" r="r" b="b"/>
              <a:pathLst>
                <a:path w="3680" h="2234" extrusionOk="0">
                  <a:moveTo>
                    <a:pt x="117" y="1"/>
                  </a:moveTo>
                  <a:lnTo>
                    <a:pt x="81" y="1028"/>
                  </a:lnTo>
                  <a:lnTo>
                    <a:pt x="1" y="2055"/>
                  </a:lnTo>
                  <a:lnTo>
                    <a:pt x="45" y="2055"/>
                  </a:lnTo>
                  <a:lnTo>
                    <a:pt x="304" y="2082"/>
                  </a:lnTo>
                  <a:lnTo>
                    <a:pt x="563" y="2082"/>
                  </a:lnTo>
                  <a:lnTo>
                    <a:pt x="563" y="2073"/>
                  </a:lnTo>
                  <a:lnTo>
                    <a:pt x="608" y="1439"/>
                  </a:lnTo>
                  <a:lnTo>
                    <a:pt x="652" y="805"/>
                  </a:lnTo>
                  <a:lnTo>
                    <a:pt x="661" y="787"/>
                  </a:lnTo>
                  <a:lnTo>
                    <a:pt x="670" y="769"/>
                  </a:lnTo>
                  <a:lnTo>
                    <a:pt x="697" y="769"/>
                  </a:lnTo>
                  <a:lnTo>
                    <a:pt x="992" y="1457"/>
                  </a:lnTo>
                  <a:lnTo>
                    <a:pt x="1286" y="2135"/>
                  </a:lnTo>
                  <a:lnTo>
                    <a:pt x="1367" y="2100"/>
                  </a:lnTo>
                  <a:lnTo>
                    <a:pt x="1938" y="2180"/>
                  </a:lnTo>
                  <a:lnTo>
                    <a:pt x="3099" y="2233"/>
                  </a:lnTo>
                  <a:lnTo>
                    <a:pt x="3680" y="2207"/>
                  </a:lnTo>
                  <a:lnTo>
                    <a:pt x="3680" y="2153"/>
                  </a:lnTo>
                  <a:lnTo>
                    <a:pt x="3305" y="1867"/>
                  </a:lnTo>
                  <a:lnTo>
                    <a:pt x="2590" y="1233"/>
                  </a:lnTo>
                  <a:lnTo>
                    <a:pt x="2260" y="894"/>
                  </a:lnTo>
                  <a:lnTo>
                    <a:pt x="2260" y="867"/>
                  </a:lnTo>
                  <a:lnTo>
                    <a:pt x="2072" y="439"/>
                  </a:lnTo>
                  <a:lnTo>
                    <a:pt x="1885" y="10"/>
                  </a:lnTo>
                  <a:lnTo>
                    <a:pt x="1876" y="19"/>
                  </a:lnTo>
                  <a:lnTo>
                    <a:pt x="1867" y="19"/>
                  </a:lnTo>
                  <a:lnTo>
                    <a:pt x="1653" y="55"/>
                  </a:lnTo>
                  <a:lnTo>
                    <a:pt x="1215" y="90"/>
                  </a:lnTo>
                  <a:lnTo>
                    <a:pt x="769" y="90"/>
                  </a:lnTo>
                  <a:lnTo>
                    <a:pt x="331" y="46"/>
                  </a:lnTo>
                  <a:lnTo>
                    <a:pt x="117" y="1"/>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3554;p33">
              <a:extLst>
                <a:ext uri="{FF2B5EF4-FFF2-40B4-BE49-F238E27FC236}">
                  <a16:creationId xmlns:a16="http://schemas.microsoft.com/office/drawing/2014/main" id="{C03A60F4-4BD6-42B0-9EED-3E908072C342}"/>
                </a:ext>
              </a:extLst>
            </p:cNvPr>
            <p:cNvSpPr/>
            <p:nvPr/>
          </p:nvSpPr>
          <p:spPr>
            <a:xfrm>
              <a:off x="3178958" y="3352267"/>
              <a:ext cx="246282" cy="1063786"/>
            </a:xfrm>
            <a:custGeom>
              <a:avLst/>
              <a:gdLst/>
              <a:ahLst/>
              <a:cxnLst/>
              <a:rect l="l" t="t" r="r" b="b"/>
              <a:pathLst>
                <a:path w="4778" h="20638" extrusionOk="0">
                  <a:moveTo>
                    <a:pt x="4572" y="0"/>
                  </a:moveTo>
                  <a:lnTo>
                    <a:pt x="4501" y="313"/>
                  </a:lnTo>
                  <a:lnTo>
                    <a:pt x="4277" y="920"/>
                  </a:lnTo>
                  <a:lnTo>
                    <a:pt x="3804" y="1786"/>
                  </a:lnTo>
                  <a:lnTo>
                    <a:pt x="3438" y="2331"/>
                  </a:lnTo>
                  <a:lnTo>
                    <a:pt x="2867" y="3179"/>
                  </a:lnTo>
                  <a:lnTo>
                    <a:pt x="1652" y="4840"/>
                  </a:lnTo>
                  <a:lnTo>
                    <a:pt x="1018" y="5653"/>
                  </a:lnTo>
                  <a:lnTo>
                    <a:pt x="1063" y="6823"/>
                  </a:lnTo>
                  <a:lnTo>
                    <a:pt x="1268" y="9153"/>
                  </a:lnTo>
                  <a:lnTo>
                    <a:pt x="1429" y="10314"/>
                  </a:lnTo>
                  <a:lnTo>
                    <a:pt x="1420" y="10323"/>
                  </a:lnTo>
                  <a:lnTo>
                    <a:pt x="1241" y="10600"/>
                  </a:lnTo>
                  <a:lnTo>
                    <a:pt x="964" y="11198"/>
                  </a:lnTo>
                  <a:lnTo>
                    <a:pt x="768" y="11841"/>
                  </a:lnTo>
                  <a:lnTo>
                    <a:pt x="643" y="12502"/>
                  </a:lnTo>
                  <a:lnTo>
                    <a:pt x="598" y="12833"/>
                  </a:lnTo>
                  <a:lnTo>
                    <a:pt x="473" y="13788"/>
                  </a:lnTo>
                  <a:lnTo>
                    <a:pt x="321" y="15708"/>
                  </a:lnTo>
                  <a:lnTo>
                    <a:pt x="223" y="17628"/>
                  </a:lnTo>
                  <a:lnTo>
                    <a:pt x="98" y="19557"/>
                  </a:lnTo>
                  <a:lnTo>
                    <a:pt x="0" y="20512"/>
                  </a:lnTo>
                  <a:lnTo>
                    <a:pt x="89" y="20530"/>
                  </a:lnTo>
                  <a:lnTo>
                    <a:pt x="170" y="20548"/>
                  </a:lnTo>
                  <a:lnTo>
                    <a:pt x="384" y="20593"/>
                  </a:lnTo>
                  <a:lnTo>
                    <a:pt x="822" y="20637"/>
                  </a:lnTo>
                  <a:lnTo>
                    <a:pt x="1268" y="20637"/>
                  </a:lnTo>
                  <a:lnTo>
                    <a:pt x="1706" y="20602"/>
                  </a:lnTo>
                  <a:lnTo>
                    <a:pt x="1920" y="20566"/>
                  </a:lnTo>
                  <a:lnTo>
                    <a:pt x="1920" y="20548"/>
                  </a:lnTo>
                  <a:lnTo>
                    <a:pt x="1929" y="20530"/>
                  </a:lnTo>
                  <a:lnTo>
                    <a:pt x="2402" y="17985"/>
                  </a:lnTo>
                  <a:lnTo>
                    <a:pt x="3304" y="12877"/>
                  </a:lnTo>
                  <a:lnTo>
                    <a:pt x="3893" y="9037"/>
                  </a:lnTo>
                  <a:lnTo>
                    <a:pt x="4233" y="6474"/>
                  </a:lnTo>
                  <a:lnTo>
                    <a:pt x="4501" y="3894"/>
                  </a:lnTo>
                  <a:lnTo>
                    <a:pt x="4706" y="1313"/>
                  </a:lnTo>
                  <a:lnTo>
                    <a:pt x="4778" y="27"/>
                  </a:lnTo>
                  <a:lnTo>
                    <a:pt x="4679" y="9"/>
                  </a:lnTo>
                  <a:lnTo>
                    <a:pt x="4572"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3555;p33">
              <a:extLst>
                <a:ext uri="{FF2B5EF4-FFF2-40B4-BE49-F238E27FC236}">
                  <a16:creationId xmlns:a16="http://schemas.microsoft.com/office/drawing/2014/main" id="{156DE46B-D859-40E9-AD94-9BFE4796267C}"/>
                </a:ext>
              </a:extLst>
            </p:cNvPr>
            <p:cNvSpPr/>
            <p:nvPr/>
          </p:nvSpPr>
          <p:spPr>
            <a:xfrm>
              <a:off x="2637644" y="3274023"/>
              <a:ext cx="777041" cy="530759"/>
            </a:xfrm>
            <a:custGeom>
              <a:avLst/>
              <a:gdLst/>
              <a:ahLst/>
              <a:cxnLst/>
              <a:rect l="l" t="t" r="r" b="b"/>
              <a:pathLst>
                <a:path w="15075" h="10297" extrusionOk="0">
                  <a:moveTo>
                    <a:pt x="11056" y="0"/>
                  </a:moveTo>
                  <a:lnTo>
                    <a:pt x="11020" y="72"/>
                  </a:lnTo>
                  <a:lnTo>
                    <a:pt x="10984" y="152"/>
                  </a:lnTo>
                  <a:lnTo>
                    <a:pt x="10993" y="161"/>
                  </a:lnTo>
                  <a:lnTo>
                    <a:pt x="10770" y="366"/>
                  </a:lnTo>
                  <a:lnTo>
                    <a:pt x="10377" y="831"/>
                  </a:lnTo>
                  <a:lnTo>
                    <a:pt x="10056" y="1357"/>
                  </a:lnTo>
                  <a:lnTo>
                    <a:pt x="9805" y="1929"/>
                  </a:lnTo>
                  <a:lnTo>
                    <a:pt x="9698" y="2215"/>
                  </a:lnTo>
                  <a:lnTo>
                    <a:pt x="9520" y="2831"/>
                  </a:lnTo>
                  <a:lnTo>
                    <a:pt x="9270" y="4099"/>
                  </a:lnTo>
                  <a:lnTo>
                    <a:pt x="9154" y="4733"/>
                  </a:lnTo>
                  <a:lnTo>
                    <a:pt x="9011" y="5438"/>
                  </a:lnTo>
                  <a:lnTo>
                    <a:pt x="8662" y="6840"/>
                  </a:lnTo>
                  <a:lnTo>
                    <a:pt x="8466" y="7528"/>
                  </a:lnTo>
                  <a:lnTo>
                    <a:pt x="8296" y="7332"/>
                  </a:lnTo>
                  <a:lnTo>
                    <a:pt x="7921" y="6965"/>
                  </a:lnTo>
                  <a:lnTo>
                    <a:pt x="7305" y="6483"/>
                  </a:lnTo>
                  <a:lnTo>
                    <a:pt x="6394" y="5956"/>
                  </a:lnTo>
                  <a:lnTo>
                    <a:pt x="5421" y="5501"/>
                  </a:lnTo>
                  <a:lnTo>
                    <a:pt x="4421" y="5081"/>
                  </a:lnTo>
                  <a:lnTo>
                    <a:pt x="3429" y="4635"/>
                  </a:lnTo>
                  <a:lnTo>
                    <a:pt x="2492" y="4126"/>
                  </a:lnTo>
                  <a:lnTo>
                    <a:pt x="1849" y="3670"/>
                  </a:lnTo>
                  <a:lnTo>
                    <a:pt x="1456" y="3322"/>
                  </a:lnTo>
                  <a:lnTo>
                    <a:pt x="1277" y="3135"/>
                  </a:lnTo>
                  <a:lnTo>
                    <a:pt x="1268" y="3135"/>
                  </a:lnTo>
                  <a:lnTo>
                    <a:pt x="1206" y="3179"/>
                  </a:lnTo>
                  <a:lnTo>
                    <a:pt x="1134" y="3233"/>
                  </a:lnTo>
                  <a:lnTo>
                    <a:pt x="929" y="3411"/>
                  </a:lnTo>
                  <a:lnTo>
                    <a:pt x="563" y="3822"/>
                  </a:lnTo>
                  <a:lnTo>
                    <a:pt x="277" y="4286"/>
                  </a:lnTo>
                  <a:lnTo>
                    <a:pt x="63" y="4795"/>
                  </a:lnTo>
                  <a:lnTo>
                    <a:pt x="0" y="5054"/>
                  </a:lnTo>
                  <a:lnTo>
                    <a:pt x="0" y="5063"/>
                  </a:lnTo>
                  <a:lnTo>
                    <a:pt x="206" y="5072"/>
                  </a:lnTo>
                  <a:lnTo>
                    <a:pt x="1063" y="5680"/>
                  </a:lnTo>
                  <a:lnTo>
                    <a:pt x="2813" y="6867"/>
                  </a:lnTo>
                  <a:lnTo>
                    <a:pt x="4590" y="8010"/>
                  </a:lnTo>
                  <a:lnTo>
                    <a:pt x="6403" y="9100"/>
                  </a:lnTo>
                  <a:lnTo>
                    <a:pt x="7314" y="9627"/>
                  </a:lnTo>
                  <a:lnTo>
                    <a:pt x="7653" y="9814"/>
                  </a:lnTo>
                  <a:lnTo>
                    <a:pt x="8332" y="10153"/>
                  </a:lnTo>
                  <a:lnTo>
                    <a:pt x="8689" y="10287"/>
                  </a:lnTo>
                  <a:lnTo>
                    <a:pt x="8832" y="10296"/>
                  </a:lnTo>
                  <a:lnTo>
                    <a:pt x="9529" y="9537"/>
                  </a:lnTo>
                  <a:lnTo>
                    <a:pt x="10868" y="7975"/>
                  </a:lnTo>
                  <a:lnTo>
                    <a:pt x="11520" y="7171"/>
                  </a:lnTo>
                  <a:lnTo>
                    <a:pt x="12154" y="6358"/>
                  </a:lnTo>
                  <a:lnTo>
                    <a:pt x="13369" y="4697"/>
                  </a:lnTo>
                  <a:lnTo>
                    <a:pt x="13940" y="3849"/>
                  </a:lnTo>
                  <a:lnTo>
                    <a:pt x="14306" y="3304"/>
                  </a:lnTo>
                  <a:lnTo>
                    <a:pt x="14779" y="2438"/>
                  </a:lnTo>
                  <a:lnTo>
                    <a:pt x="15003" y="1831"/>
                  </a:lnTo>
                  <a:lnTo>
                    <a:pt x="15074" y="1518"/>
                  </a:lnTo>
                  <a:lnTo>
                    <a:pt x="14333" y="1429"/>
                  </a:lnTo>
                  <a:lnTo>
                    <a:pt x="13235" y="1215"/>
                  </a:lnTo>
                  <a:lnTo>
                    <a:pt x="12529" y="1000"/>
                  </a:lnTo>
                  <a:lnTo>
                    <a:pt x="12190" y="857"/>
                  </a:lnTo>
                  <a:lnTo>
                    <a:pt x="11859" y="697"/>
                  </a:lnTo>
                  <a:lnTo>
                    <a:pt x="11413" y="393"/>
                  </a:lnTo>
                  <a:lnTo>
                    <a:pt x="11163" y="143"/>
                  </a:lnTo>
                  <a:lnTo>
                    <a:pt x="11056"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3556;p33">
              <a:extLst>
                <a:ext uri="{FF2B5EF4-FFF2-40B4-BE49-F238E27FC236}">
                  <a16:creationId xmlns:a16="http://schemas.microsoft.com/office/drawing/2014/main" id="{B7479344-2C5F-4CB9-9942-45201BBC015B}"/>
                </a:ext>
              </a:extLst>
            </p:cNvPr>
            <p:cNvSpPr/>
            <p:nvPr/>
          </p:nvSpPr>
          <p:spPr>
            <a:xfrm>
              <a:off x="2492651" y="3353195"/>
              <a:ext cx="203500" cy="186902"/>
            </a:xfrm>
            <a:custGeom>
              <a:avLst/>
              <a:gdLst/>
              <a:ahLst/>
              <a:cxnLst/>
              <a:rect l="l" t="t" r="r" b="b"/>
              <a:pathLst>
                <a:path w="3948" h="3626" extrusionOk="0">
                  <a:moveTo>
                    <a:pt x="2242" y="0"/>
                  </a:moveTo>
                  <a:lnTo>
                    <a:pt x="2054" y="259"/>
                  </a:lnTo>
                  <a:lnTo>
                    <a:pt x="1858" y="518"/>
                  </a:lnTo>
                  <a:lnTo>
                    <a:pt x="2251" y="947"/>
                  </a:lnTo>
                  <a:lnTo>
                    <a:pt x="2644" y="1366"/>
                  </a:lnTo>
                  <a:lnTo>
                    <a:pt x="2635" y="1393"/>
                  </a:lnTo>
                  <a:lnTo>
                    <a:pt x="1983" y="1170"/>
                  </a:lnTo>
                  <a:lnTo>
                    <a:pt x="1340" y="893"/>
                  </a:lnTo>
                  <a:lnTo>
                    <a:pt x="652" y="2233"/>
                  </a:lnTo>
                  <a:lnTo>
                    <a:pt x="0" y="3599"/>
                  </a:lnTo>
                  <a:lnTo>
                    <a:pt x="63" y="3626"/>
                  </a:lnTo>
                  <a:lnTo>
                    <a:pt x="447" y="3483"/>
                  </a:lnTo>
                  <a:lnTo>
                    <a:pt x="1161" y="3081"/>
                  </a:lnTo>
                  <a:lnTo>
                    <a:pt x="1492" y="2840"/>
                  </a:lnTo>
                  <a:lnTo>
                    <a:pt x="2153" y="3179"/>
                  </a:lnTo>
                  <a:lnTo>
                    <a:pt x="2813" y="3518"/>
                  </a:lnTo>
                  <a:lnTo>
                    <a:pt x="2876" y="3259"/>
                  </a:lnTo>
                  <a:lnTo>
                    <a:pt x="3090" y="2750"/>
                  </a:lnTo>
                  <a:lnTo>
                    <a:pt x="3376" y="2286"/>
                  </a:lnTo>
                  <a:lnTo>
                    <a:pt x="3742" y="1875"/>
                  </a:lnTo>
                  <a:lnTo>
                    <a:pt x="3947" y="1697"/>
                  </a:lnTo>
                  <a:lnTo>
                    <a:pt x="3090" y="848"/>
                  </a:lnTo>
                  <a:lnTo>
                    <a:pt x="2242"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3557;p33">
              <a:extLst>
                <a:ext uri="{FF2B5EF4-FFF2-40B4-BE49-F238E27FC236}">
                  <a16:creationId xmlns:a16="http://schemas.microsoft.com/office/drawing/2014/main" id="{AC5680F9-D0DA-44EF-B0F6-4244FA8A1CEC}"/>
                </a:ext>
              </a:extLst>
            </p:cNvPr>
            <p:cNvSpPr/>
            <p:nvPr/>
          </p:nvSpPr>
          <p:spPr>
            <a:xfrm>
              <a:off x="3237409" y="3375255"/>
              <a:ext cx="182779" cy="272106"/>
            </a:xfrm>
            <a:custGeom>
              <a:avLst/>
              <a:gdLst/>
              <a:ahLst/>
              <a:cxnLst/>
              <a:rect l="l" t="t" r="r" b="b"/>
              <a:pathLst>
                <a:path w="3546" h="5279" extrusionOk="0">
                  <a:moveTo>
                    <a:pt x="3483" y="1"/>
                  </a:moveTo>
                  <a:lnTo>
                    <a:pt x="3447" y="10"/>
                  </a:lnTo>
                  <a:lnTo>
                    <a:pt x="3170" y="170"/>
                  </a:lnTo>
                  <a:lnTo>
                    <a:pt x="2688" y="590"/>
                  </a:lnTo>
                  <a:lnTo>
                    <a:pt x="2295" y="1081"/>
                  </a:lnTo>
                  <a:lnTo>
                    <a:pt x="1965" y="1626"/>
                  </a:lnTo>
                  <a:lnTo>
                    <a:pt x="1804" y="1903"/>
                  </a:lnTo>
                  <a:lnTo>
                    <a:pt x="911" y="3537"/>
                  </a:lnTo>
                  <a:lnTo>
                    <a:pt x="9" y="5171"/>
                  </a:lnTo>
                  <a:lnTo>
                    <a:pt x="0" y="5207"/>
                  </a:lnTo>
                  <a:lnTo>
                    <a:pt x="18" y="5260"/>
                  </a:lnTo>
                  <a:lnTo>
                    <a:pt x="72" y="5278"/>
                  </a:lnTo>
                  <a:lnTo>
                    <a:pt x="125" y="5269"/>
                  </a:lnTo>
                  <a:lnTo>
                    <a:pt x="143" y="5243"/>
                  </a:lnTo>
                  <a:lnTo>
                    <a:pt x="938" y="3805"/>
                  </a:lnTo>
                  <a:lnTo>
                    <a:pt x="1733" y="2367"/>
                  </a:lnTo>
                  <a:lnTo>
                    <a:pt x="2063" y="1733"/>
                  </a:lnTo>
                  <a:lnTo>
                    <a:pt x="2670" y="831"/>
                  </a:lnTo>
                  <a:lnTo>
                    <a:pt x="3045" y="456"/>
                  </a:lnTo>
                  <a:lnTo>
                    <a:pt x="3340" y="242"/>
                  </a:lnTo>
                  <a:lnTo>
                    <a:pt x="3501" y="152"/>
                  </a:lnTo>
                  <a:lnTo>
                    <a:pt x="3527" y="135"/>
                  </a:lnTo>
                  <a:lnTo>
                    <a:pt x="3545" y="81"/>
                  </a:lnTo>
                  <a:lnTo>
                    <a:pt x="3527" y="27"/>
                  </a:lnTo>
                  <a:lnTo>
                    <a:pt x="3483" y="1"/>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3558;p33">
              <a:extLst>
                <a:ext uri="{FF2B5EF4-FFF2-40B4-BE49-F238E27FC236}">
                  <a16:creationId xmlns:a16="http://schemas.microsoft.com/office/drawing/2014/main" id="{057C5CAE-26C6-4298-9BF6-D77A59A40623}"/>
                </a:ext>
              </a:extLst>
            </p:cNvPr>
            <p:cNvSpPr/>
            <p:nvPr/>
          </p:nvSpPr>
          <p:spPr>
            <a:xfrm>
              <a:off x="3360753" y="3418552"/>
              <a:ext cx="44690" cy="28092"/>
            </a:xfrm>
            <a:custGeom>
              <a:avLst/>
              <a:gdLst/>
              <a:ahLst/>
              <a:cxnLst/>
              <a:rect l="l" t="t" r="r" b="b"/>
              <a:pathLst>
                <a:path w="867" h="545" extrusionOk="0">
                  <a:moveTo>
                    <a:pt x="786" y="0"/>
                  </a:moveTo>
                  <a:lnTo>
                    <a:pt x="750" y="18"/>
                  </a:lnTo>
                  <a:lnTo>
                    <a:pt x="36" y="411"/>
                  </a:lnTo>
                  <a:lnTo>
                    <a:pt x="9" y="429"/>
                  </a:lnTo>
                  <a:lnTo>
                    <a:pt x="0" y="482"/>
                  </a:lnTo>
                  <a:lnTo>
                    <a:pt x="36" y="527"/>
                  </a:lnTo>
                  <a:lnTo>
                    <a:pt x="90" y="545"/>
                  </a:lnTo>
                  <a:lnTo>
                    <a:pt x="125" y="536"/>
                  </a:lnTo>
                  <a:lnTo>
                    <a:pt x="483" y="339"/>
                  </a:lnTo>
                  <a:lnTo>
                    <a:pt x="840" y="143"/>
                  </a:lnTo>
                  <a:lnTo>
                    <a:pt x="867" y="116"/>
                  </a:lnTo>
                  <a:lnTo>
                    <a:pt x="867" y="63"/>
                  </a:lnTo>
                  <a:lnTo>
                    <a:pt x="840" y="18"/>
                  </a:lnTo>
                  <a:lnTo>
                    <a:pt x="786"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3559;p33">
              <a:extLst>
                <a:ext uri="{FF2B5EF4-FFF2-40B4-BE49-F238E27FC236}">
                  <a16:creationId xmlns:a16="http://schemas.microsoft.com/office/drawing/2014/main" id="{7FF07D7A-7155-4B83-9CDC-48B7F4897407}"/>
                </a:ext>
              </a:extLst>
            </p:cNvPr>
            <p:cNvSpPr/>
            <p:nvPr/>
          </p:nvSpPr>
          <p:spPr>
            <a:xfrm>
              <a:off x="3224059" y="3329690"/>
              <a:ext cx="63555" cy="93039"/>
            </a:xfrm>
            <a:custGeom>
              <a:avLst/>
              <a:gdLst/>
              <a:ahLst/>
              <a:cxnLst/>
              <a:rect l="l" t="t" r="r" b="b"/>
              <a:pathLst>
                <a:path w="1233" h="1805" extrusionOk="0">
                  <a:moveTo>
                    <a:pt x="63" y="1"/>
                  </a:moveTo>
                  <a:lnTo>
                    <a:pt x="18" y="27"/>
                  </a:lnTo>
                  <a:lnTo>
                    <a:pt x="0" y="81"/>
                  </a:lnTo>
                  <a:lnTo>
                    <a:pt x="18" y="117"/>
                  </a:lnTo>
                  <a:lnTo>
                    <a:pt x="1099" y="1769"/>
                  </a:lnTo>
                  <a:lnTo>
                    <a:pt x="1116" y="1796"/>
                  </a:lnTo>
                  <a:lnTo>
                    <a:pt x="1170" y="1804"/>
                  </a:lnTo>
                  <a:lnTo>
                    <a:pt x="1224" y="1769"/>
                  </a:lnTo>
                  <a:lnTo>
                    <a:pt x="1232" y="1715"/>
                  </a:lnTo>
                  <a:lnTo>
                    <a:pt x="1224" y="1688"/>
                  </a:lnTo>
                  <a:lnTo>
                    <a:pt x="143" y="27"/>
                  </a:lnTo>
                  <a:lnTo>
                    <a:pt x="125" y="1"/>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3560;p33">
              <a:extLst>
                <a:ext uri="{FF2B5EF4-FFF2-40B4-BE49-F238E27FC236}">
                  <a16:creationId xmlns:a16="http://schemas.microsoft.com/office/drawing/2014/main" id="{D1270000-B1C9-4A63-AFB3-3F0DF5121661}"/>
                </a:ext>
              </a:extLst>
            </p:cNvPr>
            <p:cNvSpPr/>
            <p:nvPr/>
          </p:nvSpPr>
          <p:spPr>
            <a:xfrm>
              <a:off x="3194576" y="3356854"/>
              <a:ext cx="67730" cy="58040"/>
            </a:xfrm>
            <a:custGeom>
              <a:avLst/>
              <a:gdLst/>
              <a:ahLst/>
              <a:cxnLst/>
              <a:rect l="l" t="t" r="r" b="b"/>
              <a:pathLst>
                <a:path w="1314" h="1126" extrusionOk="0">
                  <a:moveTo>
                    <a:pt x="90" y="0"/>
                  </a:moveTo>
                  <a:lnTo>
                    <a:pt x="36" y="9"/>
                  </a:lnTo>
                  <a:lnTo>
                    <a:pt x="1" y="54"/>
                  </a:lnTo>
                  <a:lnTo>
                    <a:pt x="1" y="108"/>
                  </a:lnTo>
                  <a:lnTo>
                    <a:pt x="18" y="134"/>
                  </a:lnTo>
                  <a:lnTo>
                    <a:pt x="608" y="617"/>
                  </a:lnTo>
                  <a:lnTo>
                    <a:pt x="1188" y="1108"/>
                  </a:lnTo>
                  <a:lnTo>
                    <a:pt x="1215" y="1126"/>
                  </a:lnTo>
                  <a:lnTo>
                    <a:pt x="1278" y="1117"/>
                  </a:lnTo>
                  <a:lnTo>
                    <a:pt x="1313" y="1072"/>
                  </a:lnTo>
                  <a:lnTo>
                    <a:pt x="1313" y="1019"/>
                  </a:lnTo>
                  <a:lnTo>
                    <a:pt x="1287" y="992"/>
                  </a:lnTo>
                  <a:lnTo>
                    <a:pt x="706" y="501"/>
                  </a:lnTo>
                  <a:lnTo>
                    <a:pt x="117" y="18"/>
                  </a:lnTo>
                  <a:lnTo>
                    <a:pt x="90"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3561;p33">
              <a:extLst>
                <a:ext uri="{FF2B5EF4-FFF2-40B4-BE49-F238E27FC236}">
                  <a16:creationId xmlns:a16="http://schemas.microsoft.com/office/drawing/2014/main" id="{94640629-B4A7-40F2-B7EA-FF9C1E9D8E51}"/>
                </a:ext>
              </a:extLst>
            </p:cNvPr>
            <p:cNvSpPr/>
            <p:nvPr/>
          </p:nvSpPr>
          <p:spPr>
            <a:xfrm>
              <a:off x="3262253" y="3811163"/>
              <a:ext cx="64019" cy="65411"/>
            </a:xfrm>
            <a:custGeom>
              <a:avLst/>
              <a:gdLst/>
              <a:ahLst/>
              <a:cxnLst/>
              <a:rect l="l" t="t" r="r" b="b"/>
              <a:pathLst>
                <a:path w="1242" h="1269" extrusionOk="0">
                  <a:moveTo>
                    <a:pt x="1152" y="0"/>
                  </a:moveTo>
                  <a:lnTo>
                    <a:pt x="1126" y="18"/>
                  </a:lnTo>
                  <a:lnTo>
                    <a:pt x="804" y="259"/>
                  </a:lnTo>
                  <a:lnTo>
                    <a:pt x="250" y="822"/>
                  </a:lnTo>
                  <a:lnTo>
                    <a:pt x="18" y="1143"/>
                  </a:lnTo>
                  <a:lnTo>
                    <a:pt x="0" y="1179"/>
                  </a:lnTo>
                  <a:lnTo>
                    <a:pt x="18" y="1233"/>
                  </a:lnTo>
                  <a:lnTo>
                    <a:pt x="54" y="1268"/>
                  </a:lnTo>
                  <a:lnTo>
                    <a:pt x="107" y="1268"/>
                  </a:lnTo>
                  <a:lnTo>
                    <a:pt x="134" y="1242"/>
                  </a:lnTo>
                  <a:lnTo>
                    <a:pt x="358" y="929"/>
                  </a:lnTo>
                  <a:lnTo>
                    <a:pt x="893" y="375"/>
                  </a:lnTo>
                  <a:lnTo>
                    <a:pt x="1206" y="143"/>
                  </a:lnTo>
                  <a:lnTo>
                    <a:pt x="1233" y="116"/>
                  </a:lnTo>
                  <a:lnTo>
                    <a:pt x="1242" y="63"/>
                  </a:lnTo>
                  <a:lnTo>
                    <a:pt x="1206" y="18"/>
                  </a:lnTo>
                  <a:lnTo>
                    <a:pt x="1152"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3562;p33">
              <a:extLst>
                <a:ext uri="{FF2B5EF4-FFF2-40B4-BE49-F238E27FC236}">
                  <a16:creationId xmlns:a16="http://schemas.microsoft.com/office/drawing/2014/main" id="{8786931C-56AB-469A-92E9-CECE200C9D12}"/>
                </a:ext>
              </a:extLst>
            </p:cNvPr>
            <p:cNvSpPr/>
            <p:nvPr/>
          </p:nvSpPr>
          <p:spPr>
            <a:xfrm>
              <a:off x="3259469" y="3798741"/>
              <a:ext cx="24484" cy="57112"/>
            </a:xfrm>
            <a:custGeom>
              <a:avLst/>
              <a:gdLst/>
              <a:ahLst/>
              <a:cxnLst/>
              <a:rect l="l" t="t" r="r" b="b"/>
              <a:pathLst>
                <a:path w="475" h="1108" extrusionOk="0">
                  <a:moveTo>
                    <a:pt x="394" y="0"/>
                  </a:moveTo>
                  <a:lnTo>
                    <a:pt x="349" y="18"/>
                  </a:lnTo>
                  <a:lnTo>
                    <a:pt x="331" y="45"/>
                  </a:lnTo>
                  <a:lnTo>
                    <a:pt x="1" y="991"/>
                  </a:lnTo>
                  <a:lnTo>
                    <a:pt x="1" y="1027"/>
                  </a:lnTo>
                  <a:lnTo>
                    <a:pt x="19" y="1081"/>
                  </a:lnTo>
                  <a:lnTo>
                    <a:pt x="72" y="1108"/>
                  </a:lnTo>
                  <a:lnTo>
                    <a:pt x="126" y="1090"/>
                  </a:lnTo>
                  <a:lnTo>
                    <a:pt x="135" y="1063"/>
                  </a:lnTo>
                  <a:lnTo>
                    <a:pt x="304" y="590"/>
                  </a:lnTo>
                  <a:lnTo>
                    <a:pt x="465" y="107"/>
                  </a:lnTo>
                  <a:lnTo>
                    <a:pt x="474" y="81"/>
                  </a:lnTo>
                  <a:lnTo>
                    <a:pt x="447" y="27"/>
                  </a:lnTo>
                  <a:lnTo>
                    <a:pt x="394"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3563;p33">
              <a:extLst>
                <a:ext uri="{FF2B5EF4-FFF2-40B4-BE49-F238E27FC236}">
                  <a16:creationId xmlns:a16="http://schemas.microsoft.com/office/drawing/2014/main" id="{3285287E-B3EB-47D4-A885-07B046E90170}"/>
                </a:ext>
              </a:extLst>
            </p:cNvPr>
            <p:cNvSpPr/>
            <p:nvPr/>
          </p:nvSpPr>
          <p:spPr>
            <a:xfrm>
              <a:off x="3052366" y="3662458"/>
              <a:ext cx="27680" cy="68194"/>
            </a:xfrm>
            <a:custGeom>
              <a:avLst/>
              <a:gdLst/>
              <a:ahLst/>
              <a:cxnLst/>
              <a:rect l="l" t="t" r="r" b="b"/>
              <a:pathLst>
                <a:path w="537" h="1323" extrusionOk="0">
                  <a:moveTo>
                    <a:pt x="447" y="1"/>
                  </a:moveTo>
                  <a:lnTo>
                    <a:pt x="393" y="28"/>
                  </a:lnTo>
                  <a:lnTo>
                    <a:pt x="375" y="63"/>
                  </a:lnTo>
                  <a:lnTo>
                    <a:pt x="9" y="1233"/>
                  </a:lnTo>
                  <a:lnTo>
                    <a:pt x="0" y="1269"/>
                  </a:lnTo>
                  <a:lnTo>
                    <a:pt x="36" y="1314"/>
                  </a:lnTo>
                  <a:lnTo>
                    <a:pt x="90" y="1323"/>
                  </a:lnTo>
                  <a:lnTo>
                    <a:pt x="143" y="1296"/>
                  </a:lnTo>
                  <a:lnTo>
                    <a:pt x="161" y="1260"/>
                  </a:lnTo>
                  <a:lnTo>
                    <a:pt x="527" y="90"/>
                  </a:lnTo>
                  <a:lnTo>
                    <a:pt x="536" y="55"/>
                  </a:lnTo>
                  <a:lnTo>
                    <a:pt x="500" y="19"/>
                  </a:lnTo>
                  <a:lnTo>
                    <a:pt x="447" y="1"/>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3564;p33">
              <a:extLst>
                <a:ext uri="{FF2B5EF4-FFF2-40B4-BE49-F238E27FC236}">
                  <a16:creationId xmlns:a16="http://schemas.microsoft.com/office/drawing/2014/main" id="{EECECDFF-6F33-449E-B6CF-C2116B5C84D9}"/>
                </a:ext>
              </a:extLst>
            </p:cNvPr>
            <p:cNvSpPr/>
            <p:nvPr/>
          </p:nvSpPr>
          <p:spPr>
            <a:xfrm>
              <a:off x="3030718" y="3660654"/>
              <a:ext cx="34123" cy="46545"/>
            </a:xfrm>
            <a:custGeom>
              <a:avLst/>
              <a:gdLst/>
              <a:ahLst/>
              <a:cxnLst/>
              <a:rect l="l" t="t" r="r" b="b"/>
              <a:pathLst>
                <a:path w="662" h="903" extrusionOk="0">
                  <a:moveTo>
                    <a:pt x="590" y="0"/>
                  </a:moveTo>
                  <a:lnTo>
                    <a:pt x="527" y="9"/>
                  </a:lnTo>
                  <a:lnTo>
                    <a:pt x="510" y="36"/>
                  </a:lnTo>
                  <a:lnTo>
                    <a:pt x="18" y="795"/>
                  </a:lnTo>
                  <a:lnTo>
                    <a:pt x="1" y="822"/>
                  </a:lnTo>
                  <a:lnTo>
                    <a:pt x="18" y="875"/>
                  </a:lnTo>
                  <a:lnTo>
                    <a:pt x="72" y="902"/>
                  </a:lnTo>
                  <a:lnTo>
                    <a:pt x="126" y="884"/>
                  </a:lnTo>
                  <a:lnTo>
                    <a:pt x="152" y="858"/>
                  </a:lnTo>
                  <a:lnTo>
                    <a:pt x="644" y="98"/>
                  </a:lnTo>
                  <a:lnTo>
                    <a:pt x="661" y="72"/>
                  </a:lnTo>
                  <a:lnTo>
                    <a:pt x="635" y="18"/>
                  </a:lnTo>
                  <a:lnTo>
                    <a:pt x="590"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3565;p33">
              <a:extLst>
                <a:ext uri="{FF2B5EF4-FFF2-40B4-BE49-F238E27FC236}">
                  <a16:creationId xmlns:a16="http://schemas.microsoft.com/office/drawing/2014/main" id="{E86F4CCD-0680-444D-8780-5FB633806B1D}"/>
                </a:ext>
              </a:extLst>
            </p:cNvPr>
            <p:cNvSpPr/>
            <p:nvPr/>
          </p:nvSpPr>
          <p:spPr>
            <a:xfrm>
              <a:off x="3625431" y="2939812"/>
              <a:ext cx="1860104" cy="1566916"/>
            </a:xfrm>
            <a:custGeom>
              <a:avLst/>
              <a:gdLst/>
              <a:ahLst/>
              <a:cxnLst/>
              <a:rect l="l" t="t" r="r" b="b"/>
              <a:pathLst>
                <a:path w="36087" h="30399" extrusionOk="0">
                  <a:moveTo>
                    <a:pt x="18048" y="1"/>
                  </a:moveTo>
                  <a:lnTo>
                    <a:pt x="17074" y="19"/>
                  </a:lnTo>
                  <a:lnTo>
                    <a:pt x="15181" y="162"/>
                  </a:lnTo>
                  <a:lnTo>
                    <a:pt x="13359" y="447"/>
                  </a:lnTo>
                  <a:lnTo>
                    <a:pt x="11600" y="876"/>
                  </a:lnTo>
                  <a:lnTo>
                    <a:pt x="9930" y="1439"/>
                  </a:lnTo>
                  <a:lnTo>
                    <a:pt x="8350" y="2135"/>
                  </a:lnTo>
                  <a:lnTo>
                    <a:pt x="7242" y="2742"/>
                  </a:lnTo>
                  <a:lnTo>
                    <a:pt x="6528" y="3198"/>
                  </a:lnTo>
                  <a:lnTo>
                    <a:pt x="5849" y="3671"/>
                  </a:lnTo>
                  <a:lnTo>
                    <a:pt x="5206" y="4189"/>
                  </a:lnTo>
                  <a:lnTo>
                    <a:pt x="4894" y="4457"/>
                  </a:lnTo>
                  <a:lnTo>
                    <a:pt x="5403" y="4689"/>
                  </a:lnTo>
                  <a:lnTo>
                    <a:pt x="6296" y="5162"/>
                  </a:lnTo>
                  <a:lnTo>
                    <a:pt x="7242" y="5743"/>
                  </a:lnTo>
                  <a:lnTo>
                    <a:pt x="7376" y="5841"/>
                  </a:lnTo>
                  <a:lnTo>
                    <a:pt x="7412" y="6073"/>
                  </a:lnTo>
                  <a:lnTo>
                    <a:pt x="7421" y="6511"/>
                  </a:lnTo>
                  <a:lnTo>
                    <a:pt x="7341" y="7109"/>
                  </a:lnTo>
                  <a:lnTo>
                    <a:pt x="7037" y="7966"/>
                  </a:lnTo>
                  <a:lnTo>
                    <a:pt x="6965" y="8091"/>
                  </a:lnTo>
                  <a:lnTo>
                    <a:pt x="6564" y="7618"/>
                  </a:lnTo>
                  <a:lnTo>
                    <a:pt x="5787" y="6797"/>
                  </a:lnTo>
                  <a:lnTo>
                    <a:pt x="5046" y="6100"/>
                  </a:lnTo>
                  <a:lnTo>
                    <a:pt x="4358" y="5520"/>
                  </a:lnTo>
                  <a:lnTo>
                    <a:pt x="4027" y="5279"/>
                  </a:lnTo>
                  <a:lnTo>
                    <a:pt x="3438" y="4859"/>
                  </a:lnTo>
                  <a:lnTo>
                    <a:pt x="2456" y="4287"/>
                  </a:lnTo>
                  <a:lnTo>
                    <a:pt x="1465" y="3877"/>
                  </a:lnTo>
                  <a:lnTo>
                    <a:pt x="1331" y="3850"/>
                  </a:lnTo>
                  <a:lnTo>
                    <a:pt x="1188" y="4002"/>
                  </a:lnTo>
                  <a:lnTo>
                    <a:pt x="956" y="4359"/>
                  </a:lnTo>
                  <a:lnTo>
                    <a:pt x="768" y="4778"/>
                  </a:lnTo>
                  <a:lnTo>
                    <a:pt x="643" y="5252"/>
                  </a:lnTo>
                  <a:lnTo>
                    <a:pt x="518" y="6020"/>
                  </a:lnTo>
                  <a:lnTo>
                    <a:pt x="482" y="7109"/>
                  </a:lnTo>
                  <a:lnTo>
                    <a:pt x="536" y="8172"/>
                  </a:lnTo>
                  <a:lnTo>
                    <a:pt x="643" y="9118"/>
                  </a:lnTo>
                  <a:lnTo>
                    <a:pt x="822" y="10145"/>
                  </a:lnTo>
                  <a:lnTo>
                    <a:pt x="857" y="10297"/>
                  </a:lnTo>
                  <a:lnTo>
                    <a:pt x="902" y="10315"/>
                  </a:lnTo>
                  <a:lnTo>
                    <a:pt x="688" y="10931"/>
                  </a:lnTo>
                  <a:lnTo>
                    <a:pt x="357" y="12208"/>
                  </a:lnTo>
                  <a:lnTo>
                    <a:pt x="125" y="13557"/>
                  </a:lnTo>
                  <a:lnTo>
                    <a:pt x="18" y="14968"/>
                  </a:lnTo>
                  <a:lnTo>
                    <a:pt x="0" y="15691"/>
                  </a:lnTo>
                  <a:lnTo>
                    <a:pt x="9" y="16280"/>
                  </a:lnTo>
                  <a:lnTo>
                    <a:pt x="89" y="17414"/>
                  </a:lnTo>
                  <a:lnTo>
                    <a:pt x="161" y="17950"/>
                  </a:lnTo>
                  <a:lnTo>
                    <a:pt x="170" y="18048"/>
                  </a:lnTo>
                  <a:lnTo>
                    <a:pt x="188" y="18156"/>
                  </a:lnTo>
                  <a:lnTo>
                    <a:pt x="304" y="18861"/>
                  </a:lnTo>
                  <a:lnTo>
                    <a:pt x="661" y="20183"/>
                  </a:lnTo>
                  <a:lnTo>
                    <a:pt x="1134" y="21406"/>
                  </a:lnTo>
                  <a:lnTo>
                    <a:pt x="1724" y="22513"/>
                  </a:lnTo>
                  <a:lnTo>
                    <a:pt x="2063" y="23031"/>
                  </a:lnTo>
                  <a:lnTo>
                    <a:pt x="2393" y="23487"/>
                  </a:lnTo>
                  <a:lnTo>
                    <a:pt x="2750" y="23915"/>
                  </a:lnTo>
                  <a:lnTo>
                    <a:pt x="3054" y="24264"/>
                  </a:lnTo>
                  <a:lnTo>
                    <a:pt x="3697" y="24898"/>
                  </a:lnTo>
                  <a:lnTo>
                    <a:pt x="4403" y="25478"/>
                  </a:lnTo>
                  <a:lnTo>
                    <a:pt x="5162" y="26014"/>
                  </a:lnTo>
                  <a:lnTo>
                    <a:pt x="5555" y="26264"/>
                  </a:lnTo>
                  <a:lnTo>
                    <a:pt x="6090" y="26576"/>
                  </a:lnTo>
                  <a:lnTo>
                    <a:pt x="7224" y="27139"/>
                  </a:lnTo>
                  <a:lnTo>
                    <a:pt x="8430" y="27621"/>
                  </a:lnTo>
                  <a:lnTo>
                    <a:pt x="9707" y="28023"/>
                  </a:lnTo>
                  <a:lnTo>
                    <a:pt x="10377" y="28193"/>
                  </a:lnTo>
                  <a:lnTo>
                    <a:pt x="10707" y="28282"/>
                  </a:lnTo>
                  <a:lnTo>
                    <a:pt x="11046" y="28354"/>
                  </a:lnTo>
                  <a:lnTo>
                    <a:pt x="11770" y="28505"/>
                  </a:lnTo>
                  <a:lnTo>
                    <a:pt x="12511" y="28630"/>
                  </a:lnTo>
                  <a:lnTo>
                    <a:pt x="13359" y="30398"/>
                  </a:lnTo>
                  <a:lnTo>
                    <a:pt x="16887" y="30398"/>
                  </a:lnTo>
                  <a:lnTo>
                    <a:pt x="16887" y="29014"/>
                  </a:lnTo>
                  <a:lnTo>
                    <a:pt x="17458" y="29032"/>
                  </a:lnTo>
                  <a:lnTo>
                    <a:pt x="18048" y="29032"/>
                  </a:lnTo>
                  <a:lnTo>
                    <a:pt x="18941" y="29023"/>
                  </a:lnTo>
                  <a:lnTo>
                    <a:pt x="20691" y="28952"/>
                  </a:lnTo>
                  <a:lnTo>
                    <a:pt x="21548" y="28880"/>
                  </a:lnTo>
                  <a:lnTo>
                    <a:pt x="22655" y="28764"/>
                  </a:lnTo>
                  <a:lnTo>
                    <a:pt x="24254" y="28514"/>
                  </a:lnTo>
                  <a:lnTo>
                    <a:pt x="25290" y="28300"/>
                  </a:lnTo>
                  <a:lnTo>
                    <a:pt x="25799" y="28175"/>
                  </a:lnTo>
                  <a:lnTo>
                    <a:pt x="26352" y="28032"/>
                  </a:lnTo>
                  <a:lnTo>
                    <a:pt x="26897" y="27871"/>
                  </a:lnTo>
                  <a:lnTo>
                    <a:pt x="28103" y="30398"/>
                  </a:lnTo>
                  <a:lnTo>
                    <a:pt x="31630" y="30398"/>
                  </a:lnTo>
                  <a:lnTo>
                    <a:pt x="31630" y="25523"/>
                  </a:lnTo>
                  <a:lnTo>
                    <a:pt x="32139" y="25121"/>
                  </a:lnTo>
                  <a:lnTo>
                    <a:pt x="33077" y="24228"/>
                  </a:lnTo>
                  <a:lnTo>
                    <a:pt x="33898" y="23228"/>
                  </a:lnTo>
                  <a:lnTo>
                    <a:pt x="34604" y="22120"/>
                  </a:lnTo>
                  <a:lnTo>
                    <a:pt x="35175" y="20906"/>
                  </a:lnTo>
                  <a:lnTo>
                    <a:pt x="35622" y="19566"/>
                  </a:lnTo>
                  <a:lnTo>
                    <a:pt x="35916" y="18111"/>
                  </a:lnTo>
                  <a:lnTo>
                    <a:pt x="36077" y="16539"/>
                  </a:lnTo>
                  <a:lnTo>
                    <a:pt x="36086" y="15691"/>
                  </a:lnTo>
                  <a:lnTo>
                    <a:pt x="36086" y="15253"/>
                  </a:lnTo>
                  <a:lnTo>
                    <a:pt x="36041" y="14387"/>
                  </a:lnTo>
                  <a:lnTo>
                    <a:pt x="35961" y="13548"/>
                  </a:lnTo>
                  <a:lnTo>
                    <a:pt x="35836" y="12735"/>
                  </a:lnTo>
                  <a:lnTo>
                    <a:pt x="35675" y="11940"/>
                  </a:lnTo>
                  <a:lnTo>
                    <a:pt x="35470" y="11172"/>
                  </a:lnTo>
                  <a:lnTo>
                    <a:pt x="35113" y="10056"/>
                  </a:lnTo>
                  <a:lnTo>
                    <a:pt x="34488" y="8663"/>
                  </a:lnTo>
                  <a:lnTo>
                    <a:pt x="33737" y="7359"/>
                  </a:lnTo>
                  <a:lnTo>
                    <a:pt x="32862" y="6163"/>
                  </a:lnTo>
                  <a:lnTo>
                    <a:pt x="31862" y="5055"/>
                  </a:lnTo>
                  <a:lnTo>
                    <a:pt x="30746" y="4064"/>
                  </a:lnTo>
                  <a:lnTo>
                    <a:pt x="29531" y="3171"/>
                  </a:lnTo>
                  <a:lnTo>
                    <a:pt x="28219" y="2385"/>
                  </a:lnTo>
                  <a:lnTo>
                    <a:pt x="26826" y="1707"/>
                  </a:lnTo>
                  <a:lnTo>
                    <a:pt x="25343" y="1135"/>
                  </a:lnTo>
                  <a:lnTo>
                    <a:pt x="23781" y="680"/>
                  </a:lnTo>
                  <a:lnTo>
                    <a:pt x="22164" y="340"/>
                  </a:lnTo>
                  <a:lnTo>
                    <a:pt x="20485" y="117"/>
                  </a:lnTo>
                  <a:lnTo>
                    <a:pt x="19619" y="55"/>
                  </a:lnTo>
                  <a:lnTo>
                    <a:pt x="18842" y="10"/>
                  </a:lnTo>
                  <a:lnTo>
                    <a:pt x="18048" y="1"/>
                  </a:lnTo>
                  <a:close/>
                </a:path>
              </a:pathLst>
            </a:custGeom>
            <a:solidFill>
              <a:srgbClr val="FFAA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3566;p33">
              <a:extLst>
                <a:ext uri="{FF2B5EF4-FFF2-40B4-BE49-F238E27FC236}">
                  <a16:creationId xmlns:a16="http://schemas.microsoft.com/office/drawing/2014/main" id="{D9106A04-B200-4782-8191-0FD18A99D4BC}"/>
                </a:ext>
              </a:extLst>
            </p:cNvPr>
            <p:cNvSpPr/>
            <p:nvPr/>
          </p:nvSpPr>
          <p:spPr>
            <a:xfrm>
              <a:off x="5282000" y="3030529"/>
              <a:ext cx="185047" cy="222365"/>
            </a:xfrm>
            <a:custGeom>
              <a:avLst/>
              <a:gdLst/>
              <a:ahLst/>
              <a:cxnLst/>
              <a:rect l="l" t="t" r="r" b="b"/>
              <a:pathLst>
                <a:path w="3590" h="4314" extrusionOk="0">
                  <a:moveTo>
                    <a:pt x="2804" y="0"/>
                  </a:moveTo>
                  <a:lnTo>
                    <a:pt x="2742" y="18"/>
                  </a:lnTo>
                  <a:lnTo>
                    <a:pt x="2697" y="63"/>
                  </a:lnTo>
                  <a:lnTo>
                    <a:pt x="2697" y="116"/>
                  </a:lnTo>
                  <a:lnTo>
                    <a:pt x="2724" y="143"/>
                  </a:lnTo>
                  <a:lnTo>
                    <a:pt x="2803" y="198"/>
                  </a:lnTo>
                  <a:lnTo>
                    <a:pt x="2831" y="18"/>
                  </a:lnTo>
                  <a:lnTo>
                    <a:pt x="2804" y="0"/>
                  </a:lnTo>
                  <a:close/>
                  <a:moveTo>
                    <a:pt x="2803" y="198"/>
                  </a:moveTo>
                  <a:lnTo>
                    <a:pt x="2497" y="2181"/>
                  </a:lnTo>
                  <a:lnTo>
                    <a:pt x="2545" y="2277"/>
                  </a:lnTo>
                  <a:lnTo>
                    <a:pt x="2558" y="2335"/>
                  </a:lnTo>
                  <a:lnTo>
                    <a:pt x="3155" y="569"/>
                  </a:lnTo>
                  <a:lnTo>
                    <a:pt x="3036" y="411"/>
                  </a:lnTo>
                  <a:lnTo>
                    <a:pt x="2840" y="223"/>
                  </a:lnTo>
                  <a:lnTo>
                    <a:pt x="2803" y="198"/>
                  </a:lnTo>
                  <a:close/>
                  <a:moveTo>
                    <a:pt x="2442" y="2537"/>
                  </a:moveTo>
                  <a:lnTo>
                    <a:pt x="2402" y="2795"/>
                  </a:lnTo>
                  <a:lnTo>
                    <a:pt x="2451" y="2652"/>
                  </a:lnTo>
                  <a:lnTo>
                    <a:pt x="2447" y="2554"/>
                  </a:lnTo>
                  <a:lnTo>
                    <a:pt x="2442" y="2537"/>
                  </a:lnTo>
                  <a:close/>
                  <a:moveTo>
                    <a:pt x="3224" y="366"/>
                  </a:moveTo>
                  <a:lnTo>
                    <a:pt x="3155" y="569"/>
                  </a:lnTo>
                  <a:lnTo>
                    <a:pt x="3197" y="625"/>
                  </a:lnTo>
                  <a:lnTo>
                    <a:pt x="3322" y="866"/>
                  </a:lnTo>
                  <a:lnTo>
                    <a:pt x="3402" y="1116"/>
                  </a:lnTo>
                  <a:lnTo>
                    <a:pt x="3438" y="1384"/>
                  </a:lnTo>
                  <a:lnTo>
                    <a:pt x="3420" y="1652"/>
                  </a:lnTo>
                  <a:lnTo>
                    <a:pt x="3349" y="1911"/>
                  </a:lnTo>
                  <a:lnTo>
                    <a:pt x="3295" y="2045"/>
                  </a:lnTo>
                  <a:lnTo>
                    <a:pt x="3170" y="2251"/>
                  </a:lnTo>
                  <a:lnTo>
                    <a:pt x="2831" y="2590"/>
                  </a:lnTo>
                  <a:lnTo>
                    <a:pt x="2616" y="2706"/>
                  </a:lnTo>
                  <a:lnTo>
                    <a:pt x="2608" y="2563"/>
                  </a:lnTo>
                  <a:lnTo>
                    <a:pt x="2558" y="2335"/>
                  </a:lnTo>
                  <a:lnTo>
                    <a:pt x="2451" y="2652"/>
                  </a:lnTo>
                  <a:lnTo>
                    <a:pt x="2456" y="2777"/>
                  </a:lnTo>
                  <a:lnTo>
                    <a:pt x="2429" y="2786"/>
                  </a:lnTo>
                  <a:lnTo>
                    <a:pt x="2402" y="2795"/>
                  </a:lnTo>
                  <a:lnTo>
                    <a:pt x="2402" y="2795"/>
                  </a:lnTo>
                  <a:lnTo>
                    <a:pt x="2402" y="2795"/>
                  </a:lnTo>
                  <a:lnTo>
                    <a:pt x="2250" y="2840"/>
                  </a:lnTo>
                  <a:lnTo>
                    <a:pt x="1920" y="2867"/>
                  </a:lnTo>
                  <a:lnTo>
                    <a:pt x="1759" y="2849"/>
                  </a:lnTo>
                  <a:lnTo>
                    <a:pt x="1616" y="2813"/>
                  </a:lnTo>
                  <a:lnTo>
                    <a:pt x="1331" y="2661"/>
                  </a:lnTo>
                  <a:lnTo>
                    <a:pt x="1170" y="2492"/>
                  </a:lnTo>
                  <a:lnTo>
                    <a:pt x="1107" y="2358"/>
                  </a:lnTo>
                  <a:lnTo>
                    <a:pt x="1098" y="2206"/>
                  </a:lnTo>
                  <a:lnTo>
                    <a:pt x="1152" y="2054"/>
                  </a:lnTo>
                  <a:lnTo>
                    <a:pt x="1214" y="1965"/>
                  </a:lnTo>
                  <a:lnTo>
                    <a:pt x="1286" y="1884"/>
                  </a:lnTo>
                  <a:lnTo>
                    <a:pt x="1447" y="1777"/>
                  </a:lnTo>
                  <a:lnTo>
                    <a:pt x="1616" y="1741"/>
                  </a:lnTo>
                  <a:lnTo>
                    <a:pt x="1795" y="1768"/>
                  </a:lnTo>
                  <a:lnTo>
                    <a:pt x="2045" y="1893"/>
                  </a:lnTo>
                  <a:lnTo>
                    <a:pt x="2304" y="2170"/>
                  </a:lnTo>
                  <a:lnTo>
                    <a:pt x="2384" y="2340"/>
                  </a:lnTo>
                  <a:lnTo>
                    <a:pt x="2442" y="2537"/>
                  </a:lnTo>
                  <a:lnTo>
                    <a:pt x="2497" y="2181"/>
                  </a:lnTo>
                  <a:lnTo>
                    <a:pt x="2420" y="2027"/>
                  </a:lnTo>
                  <a:lnTo>
                    <a:pt x="2224" y="1813"/>
                  </a:lnTo>
                  <a:lnTo>
                    <a:pt x="2099" y="1724"/>
                  </a:lnTo>
                  <a:lnTo>
                    <a:pt x="1982" y="1661"/>
                  </a:lnTo>
                  <a:lnTo>
                    <a:pt x="1741" y="1608"/>
                  </a:lnTo>
                  <a:lnTo>
                    <a:pt x="1500" y="1625"/>
                  </a:lnTo>
                  <a:lnTo>
                    <a:pt x="1286" y="1715"/>
                  </a:lnTo>
                  <a:lnTo>
                    <a:pt x="1107" y="1858"/>
                  </a:lnTo>
                  <a:lnTo>
                    <a:pt x="982" y="2054"/>
                  </a:lnTo>
                  <a:lnTo>
                    <a:pt x="947" y="2268"/>
                  </a:lnTo>
                  <a:lnTo>
                    <a:pt x="1009" y="2509"/>
                  </a:lnTo>
                  <a:lnTo>
                    <a:pt x="1089" y="2634"/>
                  </a:lnTo>
                  <a:lnTo>
                    <a:pt x="1214" y="2795"/>
                  </a:lnTo>
                  <a:lnTo>
                    <a:pt x="1527" y="2983"/>
                  </a:lnTo>
                  <a:lnTo>
                    <a:pt x="1884" y="3045"/>
                  </a:lnTo>
                  <a:lnTo>
                    <a:pt x="2259" y="3001"/>
                  </a:lnTo>
                  <a:lnTo>
                    <a:pt x="2447" y="2938"/>
                  </a:lnTo>
                  <a:lnTo>
                    <a:pt x="2429" y="3081"/>
                  </a:lnTo>
                  <a:lnTo>
                    <a:pt x="2331" y="3349"/>
                  </a:lnTo>
                  <a:lnTo>
                    <a:pt x="2268" y="3474"/>
                  </a:lnTo>
                  <a:lnTo>
                    <a:pt x="2179" y="3617"/>
                  </a:lnTo>
                  <a:lnTo>
                    <a:pt x="1956" y="3849"/>
                  </a:lnTo>
                  <a:lnTo>
                    <a:pt x="1706" y="4010"/>
                  </a:lnTo>
                  <a:lnTo>
                    <a:pt x="1420" y="4117"/>
                  </a:lnTo>
                  <a:lnTo>
                    <a:pt x="1125" y="4153"/>
                  </a:lnTo>
                  <a:lnTo>
                    <a:pt x="822" y="4126"/>
                  </a:lnTo>
                  <a:lnTo>
                    <a:pt x="536" y="4036"/>
                  </a:lnTo>
                  <a:lnTo>
                    <a:pt x="259" y="3885"/>
                  </a:lnTo>
                  <a:lnTo>
                    <a:pt x="134" y="3786"/>
                  </a:lnTo>
                  <a:lnTo>
                    <a:pt x="98" y="3769"/>
                  </a:lnTo>
                  <a:lnTo>
                    <a:pt x="45" y="3778"/>
                  </a:lnTo>
                  <a:lnTo>
                    <a:pt x="0" y="3822"/>
                  </a:lnTo>
                  <a:lnTo>
                    <a:pt x="0" y="3885"/>
                  </a:lnTo>
                  <a:lnTo>
                    <a:pt x="27" y="3911"/>
                  </a:lnTo>
                  <a:lnTo>
                    <a:pt x="152" y="4010"/>
                  </a:lnTo>
                  <a:lnTo>
                    <a:pt x="420" y="4162"/>
                  </a:lnTo>
                  <a:lnTo>
                    <a:pt x="705" y="4269"/>
                  </a:lnTo>
                  <a:lnTo>
                    <a:pt x="1009" y="4313"/>
                  </a:lnTo>
                  <a:lnTo>
                    <a:pt x="1304" y="4304"/>
                  </a:lnTo>
                  <a:lnTo>
                    <a:pt x="1598" y="4233"/>
                  </a:lnTo>
                  <a:lnTo>
                    <a:pt x="1875" y="4108"/>
                  </a:lnTo>
                  <a:lnTo>
                    <a:pt x="2125" y="3920"/>
                  </a:lnTo>
                  <a:lnTo>
                    <a:pt x="2233" y="3795"/>
                  </a:lnTo>
                  <a:lnTo>
                    <a:pt x="2384" y="3608"/>
                  </a:lnTo>
                  <a:lnTo>
                    <a:pt x="2572" y="3135"/>
                  </a:lnTo>
                  <a:lnTo>
                    <a:pt x="2608" y="2876"/>
                  </a:lnTo>
                  <a:lnTo>
                    <a:pt x="2795" y="2786"/>
                  </a:lnTo>
                  <a:lnTo>
                    <a:pt x="3117" y="2554"/>
                  </a:lnTo>
                  <a:lnTo>
                    <a:pt x="3242" y="2420"/>
                  </a:lnTo>
                  <a:lnTo>
                    <a:pt x="3349" y="2277"/>
                  </a:lnTo>
                  <a:lnTo>
                    <a:pt x="3501" y="1965"/>
                  </a:lnTo>
                  <a:lnTo>
                    <a:pt x="3581" y="1634"/>
                  </a:lnTo>
                  <a:lnTo>
                    <a:pt x="3590" y="1295"/>
                  </a:lnTo>
                  <a:lnTo>
                    <a:pt x="3527" y="965"/>
                  </a:lnTo>
                  <a:lnTo>
                    <a:pt x="3402" y="652"/>
                  </a:lnTo>
                  <a:lnTo>
                    <a:pt x="3224" y="366"/>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3567;p33">
              <a:extLst>
                <a:ext uri="{FF2B5EF4-FFF2-40B4-BE49-F238E27FC236}">
                  <a16:creationId xmlns:a16="http://schemas.microsoft.com/office/drawing/2014/main" id="{980256BA-E025-4AD4-8F4A-294D3846C1AF}"/>
                </a:ext>
              </a:extLst>
            </p:cNvPr>
            <p:cNvSpPr/>
            <p:nvPr/>
          </p:nvSpPr>
          <p:spPr>
            <a:xfrm>
              <a:off x="4486626" y="3111041"/>
              <a:ext cx="188294" cy="359114"/>
            </a:xfrm>
            <a:custGeom>
              <a:avLst/>
              <a:gdLst/>
              <a:ahLst/>
              <a:cxnLst/>
              <a:rect l="l" t="t" r="r" b="b"/>
              <a:pathLst>
                <a:path w="3653" h="6967" extrusionOk="0">
                  <a:moveTo>
                    <a:pt x="18" y="1"/>
                  </a:moveTo>
                  <a:lnTo>
                    <a:pt x="0" y="37"/>
                  </a:lnTo>
                  <a:lnTo>
                    <a:pt x="54" y="108"/>
                  </a:lnTo>
                  <a:lnTo>
                    <a:pt x="393" y="662"/>
                  </a:lnTo>
                  <a:lnTo>
                    <a:pt x="688" y="1287"/>
                  </a:lnTo>
                  <a:lnTo>
                    <a:pt x="1000" y="2135"/>
                  </a:lnTo>
                  <a:lnTo>
                    <a:pt x="1277" y="3207"/>
                  </a:lnTo>
                  <a:lnTo>
                    <a:pt x="1473" y="4519"/>
                  </a:lnTo>
                  <a:lnTo>
                    <a:pt x="1554" y="6082"/>
                  </a:lnTo>
                  <a:lnTo>
                    <a:pt x="1527" y="6966"/>
                  </a:lnTo>
                  <a:lnTo>
                    <a:pt x="1697" y="6922"/>
                  </a:lnTo>
                  <a:lnTo>
                    <a:pt x="2625" y="6493"/>
                  </a:lnTo>
                  <a:lnTo>
                    <a:pt x="3161" y="6109"/>
                  </a:lnTo>
                  <a:lnTo>
                    <a:pt x="3501" y="5770"/>
                  </a:lnTo>
                  <a:lnTo>
                    <a:pt x="3652" y="5582"/>
                  </a:lnTo>
                  <a:lnTo>
                    <a:pt x="3617" y="5439"/>
                  </a:lnTo>
                  <a:lnTo>
                    <a:pt x="3313" y="4528"/>
                  </a:lnTo>
                  <a:lnTo>
                    <a:pt x="2983" y="3698"/>
                  </a:lnTo>
                  <a:lnTo>
                    <a:pt x="2536" y="2760"/>
                  </a:lnTo>
                  <a:lnTo>
                    <a:pt x="1965" y="1814"/>
                  </a:lnTo>
                  <a:lnTo>
                    <a:pt x="1465" y="1153"/>
                  </a:lnTo>
                  <a:lnTo>
                    <a:pt x="1089" y="760"/>
                  </a:lnTo>
                  <a:lnTo>
                    <a:pt x="679" y="412"/>
                  </a:lnTo>
                  <a:lnTo>
                    <a:pt x="250" y="117"/>
                  </a:lnTo>
                  <a:lnTo>
                    <a:pt x="18"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3568;p33">
              <a:extLst>
                <a:ext uri="{FF2B5EF4-FFF2-40B4-BE49-F238E27FC236}">
                  <a16:creationId xmlns:a16="http://schemas.microsoft.com/office/drawing/2014/main" id="{1B99D037-366F-49A9-B453-31AF00FCA106}"/>
                </a:ext>
              </a:extLst>
            </p:cNvPr>
            <p:cNvSpPr/>
            <p:nvPr/>
          </p:nvSpPr>
          <p:spPr>
            <a:xfrm>
              <a:off x="4255555" y="2980325"/>
              <a:ext cx="553748" cy="72782"/>
            </a:xfrm>
            <a:custGeom>
              <a:avLst/>
              <a:gdLst/>
              <a:ahLst/>
              <a:cxnLst/>
              <a:rect l="l" t="t" r="r" b="b"/>
              <a:pathLst>
                <a:path w="10743" h="1412" extrusionOk="0">
                  <a:moveTo>
                    <a:pt x="6430" y="1"/>
                  </a:moveTo>
                  <a:lnTo>
                    <a:pt x="5769" y="10"/>
                  </a:lnTo>
                  <a:lnTo>
                    <a:pt x="4349" y="81"/>
                  </a:lnTo>
                  <a:lnTo>
                    <a:pt x="3599" y="144"/>
                  </a:lnTo>
                  <a:lnTo>
                    <a:pt x="3519" y="153"/>
                  </a:lnTo>
                  <a:lnTo>
                    <a:pt x="3447" y="162"/>
                  </a:lnTo>
                  <a:lnTo>
                    <a:pt x="2894" y="215"/>
                  </a:lnTo>
                  <a:lnTo>
                    <a:pt x="2331" y="295"/>
                  </a:lnTo>
                  <a:lnTo>
                    <a:pt x="2206" y="313"/>
                  </a:lnTo>
                  <a:lnTo>
                    <a:pt x="2072" y="331"/>
                  </a:lnTo>
                  <a:lnTo>
                    <a:pt x="1929" y="358"/>
                  </a:lnTo>
                  <a:lnTo>
                    <a:pt x="1786" y="376"/>
                  </a:lnTo>
                  <a:lnTo>
                    <a:pt x="1679" y="394"/>
                  </a:lnTo>
                  <a:lnTo>
                    <a:pt x="1572" y="412"/>
                  </a:lnTo>
                  <a:lnTo>
                    <a:pt x="1286" y="465"/>
                  </a:lnTo>
                  <a:lnTo>
                    <a:pt x="1000" y="528"/>
                  </a:lnTo>
                  <a:lnTo>
                    <a:pt x="938" y="537"/>
                  </a:lnTo>
                  <a:lnTo>
                    <a:pt x="875" y="554"/>
                  </a:lnTo>
                  <a:lnTo>
                    <a:pt x="438" y="644"/>
                  </a:lnTo>
                  <a:lnTo>
                    <a:pt x="0" y="751"/>
                  </a:lnTo>
                  <a:lnTo>
                    <a:pt x="1474" y="1412"/>
                  </a:lnTo>
                  <a:lnTo>
                    <a:pt x="1518" y="1403"/>
                  </a:lnTo>
                  <a:lnTo>
                    <a:pt x="1742" y="1367"/>
                  </a:lnTo>
                  <a:lnTo>
                    <a:pt x="1759" y="1367"/>
                  </a:lnTo>
                  <a:lnTo>
                    <a:pt x="1786" y="1358"/>
                  </a:lnTo>
                  <a:lnTo>
                    <a:pt x="1992" y="1322"/>
                  </a:lnTo>
                  <a:lnTo>
                    <a:pt x="2268" y="1287"/>
                  </a:lnTo>
                  <a:lnTo>
                    <a:pt x="2367" y="1278"/>
                  </a:lnTo>
                  <a:lnTo>
                    <a:pt x="2474" y="1260"/>
                  </a:lnTo>
                  <a:lnTo>
                    <a:pt x="2563" y="1251"/>
                  </a:lnTo>
                  <a:lnTo>
                    <a:pt x="2643" y="1242"/>
                  </a:lnTo>
                  <a:lnTo>
                    <a:pt x="3161" y="1180"/>
                  </a:lnTo>
                  <a:lnTo>
                    <a:pt x="3769" y="1117"/>
                  </a:lnTo>
                  <a:lnTo>
                    <a:pt x="3822" y="1108"/>
                  </a:lnTo>
                  <a:lnTo>
                    <a:pt x="3867" y="1099"/>
                  </a:lnTo>
                  <a:lnTo>
                    <a:pt x="4492" y="1046"/>
                  </a:lnTo>
                  <a:lnTo>
                    <a:pt x="5876" y="965"/>
                  </a:lnTo>
                  <a:lnTo>
                    <a:pt x="6626" y="938"/>
                  </a:lnTo>
                  <a:lnTo>
                    <a:pt x="6841" y="938"/>
                  </a:lnTo>
                  <a:lnTo>
                    <a:pt x="7350" y="930"/>
                  </a:lnTo>
                  <a:lnTo>
                    <a:pt x="7859" y="938"/>
                  </a:lnTo>
                  <a:lnTo>
                    <a:pt x="7912" y="938"/>
                  </a:lnTo>
                  <a:lnTo>
                    <a:pt x="7966" y="947"/>
                  </a:lnTo>
                  <a:lnTo>
                    <a:pt x="8207" y="947"/>
                  </a:lnTo>
                  <a:lnTo>
                    <a:pt x="8484" y="965"/>
                  </a:lnTo>
                  <a:lnTo>
                    <a:pt x="8760" y="974"/>
                  </a:lnTo>
                  <a:lnTo>
                    <a:pt x="8975" y="992"/>
                  </a:lnTo>
                  <a:lnTo>
                    <a:pt x="9189" y="1010"/>
                  </a:lnTo>
                  <a:lnTo>
                    <a:pt x="9975" y="1072"/>
                  </a:lnTo>
                  <a:lnTo>
                    <a:pt x="10743" y="1188"/>
                  </a:lnTo>
                  <a:lnTo>
                    <a:pt x="10743" y="1188"/>
                  </a:lnTo>
                  <a:lnTo>
                    <a:pt x="10609" y="1090"/>
                  </a:lnTo>
                  <a:lnTo>
                    <a:pt x="10475" y="1001"/>
                  </a:lnTo>
                  <a:lnTo>
                    <a:pt x="10332" y="912"/>
                  </a:lnTo>
                  <a:lnTo>
                    <a:pt x="10198" y="822"/>
                  </a:lnTo>
                  <a:lnTo>
                    <a:pt x="10064" y="733"/>
                  </a:lnTo>
                  <a:lnTo>
                    <a:pt x="9921" y="653"/>
                  </a:lnTo>
                  <a:lnTo>
                    <a:pt x="9850" y="608"/>
                  </a:lnTo>
                  <a:lnTo>
                    <a:pt x="9779" y="563"/>
                  </a:lnTo>
                  <a:lnTo>
                    <a:pt x="9716" y="519"/>
                  </a:lnTo>
                  <a:lnTo>
                    <a:pt x="9645" y="483"/>
                  </a:lnTo>
                  <a:lnTo>
                    <a:pt x="9493" y="394"/>
                  </a:lnTo>
                  <a:lnTo>
                    <a:pt x="9350" y="313"/>
                  </a:lnTo>
                  <a:lnTo>
                    <a:pt x="9127" y="188"/>
                  </a:lnTo>
                  <a:lnTo>
                    <a:pt x="8894" y="63"/>
                  </a:lnTo>
                  <a:lnTo>
                    <a:pt x="8841" y="63"/>
                  </a:lnTo>
                  <a:lnTo>
                    <a:pt x="8787" y="54"/>
                  </a:lnTo>
                  <a:lnTo>
                    <a:pt x="8421" y="37"/>
                  </a:lnTo>
                  <a:lnTo>
                    <a:pt x="8010" y="19"/>
                  </a:lnTo>
                  <a:lnTo>
                    <a:pt x="7725" y="10"/>
                  </a:lnTo>
                  <a:lnTo>
                    <a:pt x="7412" y="1"/>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3569;p33">
              <a:extLst>
                <a:ext uri="{FF2B5EF4-FFF2-40B4-BE49-F238E27FC236}">
                  <a16:creationId xmlns:a16="http://schemas.microsoft.com/office/drawing/2014/main" id="{E378DAF5-E87F-4912-9871-22DD10BEFAD4}"/>
                </a:ext>
              </a:extLst>
            </p:cNvPr>
            <p:cNvSpPr/>
            <p:nvPr/>
          </p:nvSpPr>
          <p:spPr>
            <a:xfrm>
              <a:off x="4279935" y="3193460"/>
              <a:ext cx="213602" cy="250921"/>
            </a:xfrm>
            <a:custGeom>
              <a:avLst/>
              <a:gdLst/>
              <a:ahLst/>
              <a:cxnLst/>
              <a:rect l="l" t="t" r="r" b="b"/>
              <a:pathLst>
                <a:path w="4144" h="4868" extrusionOk="0">
                  <a:moveTo>
                    <a:pt x="3546" y="0"/>
                  </a:moveTo>
                  <a:lnTo>
                    <a:pt x="3501" y="18"/>
                  </a:lnTo>
                  <a:lnTo>
                    <a:pt x="2947" y="331"/>
                  </a:lnTo>
                  <a:lnTo>
                    <a:pt x="2242" y="849"/>
                  </a:lnTo>
                  <a:lnTo>
                    <a:pt x="1670" y="1349"/>
                  </a:lnTo>
                  <a:lnTo>
                    <a:pt x="1036" y="1983"/>
                  </a:lnTo>
                  <a:lnTo>
                    <a:pt x="358" y="2778"/>
                  </a:lnTo>
                  <a:lnTo>
                    <a:pt x="0" y="3251"/>
                  </a:lnTo>
                  <a:lnTo>
                    <a:pt x="36" y="3296"/>
                  </a:lnTo>
                  <a:lnTo>
                    <a:pt x="358" y="3617"/>
                  </a:lnTo>
                  <a:lnTo>
                    <a:pt x="715" y="3903"/>
                  </a:lnTo>
                  <a:lnTo>
                    <a:pt x="1206" y="4206"/>
                  </a:lnTo>
                  <a:lnTo>
                    <a:pt x="1831" y="4492"/>
                  </a:lnTo>
                  <a:lnTo>
                    <a:pt x="2608" y="4724"/>
                  </a:lnTo>
                  <a:lnTo>
                    <a:pt x="3537" y="4858"/>
                  </a:lnTo>
                  <a:lnTo>
                    <a:pt x="4064" y="4867"/>
                  </a:lnTo>
                  <a:lnTo>
                    <a:pt x="4081" y="4760"/>
                  </a:lnTo>
                  <a:lnTo>
                    <a:pt x="4144" y="3724"/>
                  </a:lnTo>
                  <a:lnTo>
                    <a:pt x="4144" y="2572"/>
                  </a:lnTo>
                  <a:lnTo>
                    <a:pt x="4073" y="1760"/>
                  </a:lnTo>
                  <a:lnTo>
                    <a:pt x="3939" y="974"/>
                  </a:lnTo>
                  <a:lnTo>
                    <a:pt x="3769" y="447"/>
                  </a:lnTo>
                  <a:lnTo>
                    <a:pt x="3635" y="134"/>
                  </a:lnTo>
                  <a:lnTo>
                    <a:pt x="3546"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3570;p33">
              <a:extLst>
                <a:ext uri="{FF2B5EF4-FFF2-40B4-BE49-F238E27FC236}">
                  <a16:creationId xmlns:a16="http://schemas.microsoft.com/office/drawing/2014/main" id="{63C6CA95-80F2-498D-AE78-3A987434712E}"/>
                </a:ext>
              </a:extLst>
            </p:cNvPr>
            <p:cNvSpPr/>
            <p:nvPr/>
          </p:nvSpPr>
          <p:spPr>
            <a:xfrm>
              <a:off x="3718365" y="3211397"/>
              <a:ext cx="79225" cy="152419"/>
            </a:xfrm>
            <a:custGeom>
              <a:avLst/>
              <a:gdLst/>
              <a:ahLst/>
              <a:cxnLst/>
              <a:rect l="l" t="t" r="r" b="b"/>
              <a:pathLst>
                <a:path w="1537" h="2957" extrusionOk="0">
                  <a:moveTo>
                    <a:pt x="287" y="1"/>
                  </a:moveTo>
                  <a:lnTo>
                    <a:pt x="242" y="117"/>
                  </a:lnTo>
                  <a:lnTo>
                    <a:pt x="46" y="1126"/>
                  </a:lnTo>
                  <a:lnTo>
                    <a:pt x="1" y="2242"/>
                  </a:lnTo>
                  <a:lnTo>
                    <a:pt x="37" y="2956"/>
                  </a:lnTo>
                  <a:lnTo>
                    <a:pt x="367" y="2376"/>
                  </a:lnTo>
                  <a:lnTo>
                    <a:pt x="1117" y="1287"/>
                  </a:lnTo>
                  <a:lnTo>
                    <a:pt x="1537" y="769"/>
                  </a:lnTo>
                  <a:lnTo>
                    <a:pt x="1224" y="519"/>
                  </a:lnTo>
                  <a:lnTo>
                    <a:pt x="590" y="117"/>
                  </a:lnTo>
                  <a:lnTo>
                    <a:pt x="287" y="1"/>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3571;p33">
              <a:extLst>
                <a:ext uri="{FF2B5EF4-FFF2-40B4-BE49-F238E27FC236}">
                  <a16:creationId xmlns:a16="http://schemas.microsoft.com/office/drawing/2014/main" id="{B119A25C-9396-4035-9263-0CEE821479A8}"/>
                </a:ext>
              </a:extLst>
            </p:cNvPr>
            <p:cNvSpPr/>
            <p:nvPr/>
          </p:nvSpPr>
          <p:spPr>
            <a:xfrm>
              <a:off x="3911706" y="4293511"/>
              <a:ext cx="283137" cy="213190"/>
            </a:xfrm>
            <a:custGeom>
              <a:avLst/>
              <a:gdLst/>
              <a:ahLst/>
              <a:cxnLst/>
              <a:rect l="l" t="t" r="r" b="b"/>
              <a:pathLst>
                <a:path w="5493" h="4136" extrusionOk="0">
                  <a:moveTo>
                    <a:pt x="1" y="1"/>
                  </a:moveTo>
                  <a:lnTo>
                    <a:pt x="1965" y="4135"/>
                  </a:lnTo>
                  <a:lnTo>
                    <a:pt x="5492" y="4135"/>
                  </a:lnTo>
                  <a:lnTo>
                    <a:pt x="5492" y="2091"/>
                  </a:lnTo>
                  <a:lnTo>
                    <a:pt x="5153" y="2019"/>
                  </a:lnTo>
                  <a:lnTo>
                    <a:pt x="4823" y="1930"/>
                  </a:lnTo>
                  <a:lnTo>
                    <a:pt x="4153" y="1760"/>
                  </a:lnTo>
                  <a:lnTo>
                    <a:pt x="2876" y="1358"/>
                  </a:lnTo>
                  <a:lnTo>
                    <a:pt x="1670" y="876"/>
                  </a:lnTo>
                  <a:lnTo>
                    <a:pt x="536" y="313"/>
                  </a:lnTo>
                  <a:lnTo>
                    <a:pt x="1"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3572;p33">
              <a:extLst>
                <a:ext uri="{FF2B5EF4-FFF2-40B4-BE49-F238E27FC236}">
                  <a16:creationId xmlns:a16="http://schemas.microsoft.com/office/drawing/2014/main" id="{185866E0-5EB3-43B2-A090-38953EE8938A}"/>
                </a:ext>
              </a:extLst>
            </p:cNvPr>
            <p:cNvSpPr/>
            <p:nvPr/>
          </p:nvSpPr>
          <p:spPr>
            <a:xfrm>
              <a:off x="4736099" y="4392012"/>
              <a:ext cx="219118" cy="114688"/>
            </a:xfrm>
            <a:custGeom>
              <a:avLst/>
              <a:gdLst/>
              <a:ahLst/>
              <a:cxnLst/>
              <a:rect l="l" t="t" r="r" b="b"/>
              <a:pathLst>
                <a:path w="4251" h="2225" extrusionOk="0">
                  <a:moveTo>
                    <a:pt x="4251" y="1"/>
                  </a:moveTo>
                  <a:lnTo>
                    <a:pt x="3742" y="126"/>
                  </a:lnTo>
                  <a:lnTo>
                    <a:pt x="2706" y="340"/>
                  </a:lnTo>
                  <a:lnTo>
                    <a:pt x="1107" y="590"/>
                  </a:lnTo>
                  <a:lnTo>
                    <a:pt x="0" y="706"/>
                  </a:lnTo>
                  <a:lnTo>
                    <a:pt x="714" y="2224"/>
                  </a:lnTo>
                  <a:lnTo>
                    <a:pt x="4251" y="2224"/>
                  </a:lnTo>
                  <a:lnTo>
                    <a:pt x="4251"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3573;p33">
              <a:extLst>
                <a:ext uri="{FF2B5EF4-FFF2-40B4-BE49-F238E27FC236}">
                  <a16:creationId xmlns:a16="http://schemas.microsoft.com/office/drawing/2014/main" id="{2786D81E-51E7-4CCB-8E9A-E9B3027C93BD}"/>
                </a:ext>
              </a:extLst>
            </p:cNvPr>
            <p:cNvSpPr/>
            <p:nvPr/>
          </p:nvSpPr>
          <p:spPr>
            <a:xfrm>
              <a:off x="4072368" y="3613698"/>
              <a:ext cx="97626" cy="97626"/>
            </a:xfrm>
            <a:custGeom>
              <a:avLst/>
              <a:gdLst/>
              <a:ahLst/>
              <a:cxnLst/>
              <a:rect l="l" t="t" r="r" b="b"/>
              <a:pathLst>
                <a:path w="1894" h="1894" extrusionOk="0">
                  <a:moveTo>
                    <a:pt x="947" y="0"/>
                  </a:moveTo>
                  <a:lnTo>
                    <a:pt x="759" y="9"/>
                  </a:lnTo>
                  <a:lnTo>
                    <a:pt x="411" y="152"/>
                  </a:lnTo>
                  <a:lnTo>
                    <a:pt x="161" y="411"/>
                  </a:lnTo>
                  <a:lnTo>
                    <a:pt x="9" y="751"/>
                  </a:lnTo>
                  <a:lnTo>
                    <a:pt x="0" y="947"/>
                  </a:lnTo>
                  <a:lnTo>
                    <a:pt x="9" y="1143"/>
                  </a:lnTo>
                  <a:lnTo>
                    <a:pt x="161" y="1483"/>
                  </a:lnTo>
                  <a:lnTo>
                    <a:pt x="411" y="1733"/>
                  </a:lnTo>
                  <a:lnTo>
                    <a:pt x="759" y="1885"/>
                  </a:lnTo>
                  <a:lnTo>
                    <a:pt x="947" y="1894"/>
                  </a:lnTo>
                  <a:lnTo>
                    <a:pt x="1143" y="1885"/>
                  </a:lnTo>
                  <a:lnTo>
                    <a:pt x="1482" y="1733"/>
                  </a:lnTo>
                  <a:lnTo>
                    <a:pt x="1741" y="1483"/>
                  </a:lnTo>
                  <a:lnTo>
                    <a:pt x="1884" y="1143"/>
                  </a:lnTo>
                  <a:lnTo>
                    <a:pt x="1893" y="947"/>
                  </a:lnTo>
                  <a:lnTo>
                    <a:pt x="1884" y="751"/>
                  </a:lnTo>
                  <a:lnTo>
                    <a:pt x="1741" y="411"/>
                  </a:lnTo>
                  <a:lnTo>
                    <a:pt x="1482" y="152"/>
                  </a:lnTo>
                  <a:lnTo>
                    <a:pt x="1143" y="9"/>
                  </a:lnTo>
                  <a:lnTo>
                    <a:pt x="947"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3574;p33">
              <a:extLst>
                <a:ext uri="{FF2B5EF4-FFF2-40B4-BE49-F238E27FC236}">
                  <a16:creationId xmlns:a16="http://schemas.microsoft.com/office/drawing/2014/main" id="{9E14602D-275A-4475-92D8-BA8E39D05648}"/>
                </a:ext>
              </a:extLst>
            </p:cNvPr>
            <p:cNvSpPr/>
            <p:nvPr/>
          </p:nvSpPr>
          <p:spPr>
            <a:xfrm>
              <a:off x="3683418" y="3613698"/>
              <a:ext cx="97626" cy="97626"/>
            </a:xfrm>
            <a:custGeom>
              <a:avLst/>
              <a:gdLst/>
              <a:ahLst/>
              <a:cxnLst/>
              <a:rect l="l" t="t" r="r" b="b"/>
              <a:pathLst>
                <a:path w="1894" h="1894" extrusionOk="0">
                  <a:moveTo>
                    <a:pt x="947" y="0"/>
                  </a:moveTo>
                  <a:lnTo>
                    <a:pt x="750" y="9"/>
                  </a:lnTo>
                  <a:lnTo>
                    <a:pt x="411" y="152"/>
                  </a:lnTo>
                  <a:lnTo>
                    <a:pt x="152" y="411"/>
                  </a:lnTo>
                  <a:lnTo>
                    <a:pt x="9" y="751"/>
                  </a:lnTo>
                  <a:lnTo>
                    <a:pt x="0" y="947"/>
                  </a:lnTo>
                  <a:lnTo>
                    <a:pt x="9" y="1143"/>
                  </a:lnTo>
                  <a:lnTo>
                    <a:pt x="152" y="1483"/>
                  </a:lnTo>
                  <a:lnTo>
                    <a:pt x="411" y="1733"/>
                  </a:lnTo>
                  <a:lnTo>
                    <a:pt x="750" y="1885"/>
                  </a:lnTo>
                  <a:lnTo>
                    <a:pt x="947" y="1894"/>
                  </a:lnTo>
                  <a:lnTo>
                    <a:pt x="1143" y="1885"/>
                  </a:lnTo>
                  <a:lnTo>
                    <a:pt x="1483" y="1733"/>
                  </a:lnTo>
                  <a:lnTo>
                    <a:pt x="1742" y="1483"/>
                  </a:lnTo>
                  <a:lnTo>
                    <a:pt x="1884" y="1143"/>
                  </a:lnTo>
                  <a:lnTo>
                    <a:pt x="1893" y="947"/>
                  </a:lnTo>
                  <a:lnTo>
                    <a:pt x="1884" y="751"/>
                  </a:lnTo>
                  <a:lnTo>
                    <a:pt x="1742" y="411"/>
                  </a:lnTo>
                  <a:lnTo>
                    <a:pt x="1483" y="152"/>
                  </a:lnTo>
                  <a:lnTo>
                    <a:pt x="1143" y="9"/>
                  </a:lnTo>
                  <a:lnTo>
                    <a:pt x="947"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3575;p33">
              <a:extLst>
                <a:ext uri="{FF2B5EF4-FFF2-40B4-BE49-F238E27FC236}">
                  <a16:creationId xmlns:a16="http://schemas.microsoft.com/office/drawing/2014/main" id="{52F992A9-8828-4C4B-8E68-16C1C4AB3103}"/>
                </a:ext>
              </a:extLst>
            </p:cNvPr>
            <p:cNvSpPr/>
            <p:nvPr/>
          </p:nvSpPr>
          <p:spPr>
            <a:xfrm>
              <a:off x="4772901" y="4506645"/>
              <a:ext cx="182315" cy="62215"/>
            </a:xfrm>
            <a:custGeom>
              <a:avLst/>
              <a:gdLst/>
              <a:ahLst/>
              <a:cxnLst/>
              <a:rect l="l" t="t" r="r" b="b"/>
              <a:pathLst>
                <a:path w="3537" h="1207" extrusionOk="0">
                  <a:moveTo>
                    <a:pt x="0" y="0"/>
                  </a:moveTo>
                  <a:lnTo>
                    <a:pt x="581" y="1206"/>
                  </a:lnTo>
                  <a:lnTo>
                    <a:pt x="3537" y="1206"/>
                  </a:lnTo>
                  <a:lnTo>
                    <a:pt x="3537"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3576;p33">
              <a:extLst>
                <a:ext uri="{FF2B5EF4-FFF2-40B4-BE49-F238E27FC236}">
                  <a16:creationId xmlns:a16="http://schemas.microsoft.com/office/drawing/2014/main" id="{AE6B3B84-7923-4DB3-8DE0-F75A79AD159D}"/>
                </a:ext>
              </a:extLst>
            </p:cNvPr>
            <p:cNvSpPr/>
            <p:nvPr/>
          </p:nvSpPr>
          <p:spPr>
            <a:xfrm>
              <a:off x="4314006" y="4506645"/>
              <a:ext cx="181851" cy="62215"/>
            </a:xfrm>
            <a:custGeom>
              <a:avLst/>
              <a:gdLst/>
              <a:ahLst/>
              <a:cxnLst/>
              <a:rect l="l" t="t" r="r" b="b"/>
              <a:pathLst>
                <a:path w="3528" h="1207" extrusionOk="0">
                  <a:moveTo>
                    <a:pt x="0" y="0"/>
                  </a:moveTo>
                  <a:lnTo>
                    <a:pt x="572" y="1206"/>
                  </a:lnTo>
                  <a:lnTo>
                    <a:pt x="3528" y="1206"/>
                  </a:lnTo>
                  <a:lnTo>
                    <a:pt x="3528"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3577;p33">
              <a:extLst>
                <a:ext uri="{FF2B5EF4-FFF2-40B4-BE49-F238E27FC236}">
                  <a16:creationId xmlns:a16="http://schemas.microsoft.com/office/drawing/2014/main" id="{2B75ED7C-A625-4AB0-A67C-A61CD7D3554D}"/>
                </a:ext>
              </a:extLst>
            </p:cNvPr>
            <p:cNvSpPr/>
            <p:nvPr/>
          </p:nvSpPr>
          <p:spPr>
            <a:xfrm>
              <a:off x="3720220" y="3250983"/>
              <a:ext cx="198912" cy="193397"/>
            </a:xfrm>
            <a:custGeom>
              <a:avLst/>
              <a:gdLst/>
              <a:ahLst/>
              <a:cxnLst/>
              <a:rect l="l" t="t" r="r" b="b"/>
              <a:pathLst>
                <a:path w="3859" h="3752" extrusionOk="0">
                  <a:moveTo>
                    <a:pt x="1501" y="1"/>
                  </a:moveTo>
                  <a:lnTo>
                    <a:pt x="1081" y="519"/>
                  </a:lnTo>
                  <a:lnTo>
                    <a:pt x="331" y="1608"/>
                  </a:lnTo>
                  <a:lnTo>
                    <a:pt x="1" y="2188"/>
                  </a:lnTo>
                  <a:lnTo>
                    <a:pt x="54" y="2885"/>
                  </a:lnTo>
                  <a:lnTo>
                    <a:pt x="179" y="3680"/>
                  </a:lnTo>
                  <a:lnTo>
                    <a:pt x="242" y="3698"/>
                  </a:lnTo>
                  <a:lnTo>
                    <a:pt x="661" y="3751"/>
                  </a:lnTo>
                  <a:lnTo>
                    <a:pt x="1072" y="3751"/>
                  </a:lnTo>
                  <a:lnTo>
                    <a:pt x="1590" y="3698"/>
                  </a:lnTo>
                  <a:lnTo>
                    <a:pt x="2180" y="3546"/>
                  </a:lnTo>
                  <a:lnTo>
                    <a:pt x="2831" y="3269"/>
                  </a:lnTo>
                  <a:lnTo>
                    <a:pt x="3510" y="2831"/>
                  </a:lnTo>
                  <a:lnTo>
                    <a:pt x="3858" y="2537"/>
                  </a:lnTo>
                  <a:lnTo>
                    <a:pt x="3716" y="2349"/>
                  </a:lnTo>
                  <a:lnTo>
                    <a:pt x="2787" y="1251"/>
                  </a:lnTo>
                  <a:lnTo>
                    <a:pt x="1956" y="394"/>
                  </a:lnTo>
                  <a:lnTo>
                    <a:pt x="1501" y="1"/>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3578;p33">
              <a:extLst>
                <a:ext uri="{FF2B5EF4-FFF2-40B4-BE49-F238E27FC236}">
                  <a16:creationId xmlns:a16="http://schemas.microsoft.com/office/drawing/2014/main" id="{8788ABAC-EB46-48E7-A466-2A0314CA535B}"/>
                </a:ext>
              </a:extLst>
            </p:cNvPr>
            <p:cNvSpPr/>
            <p:nvPr/>
          </p:nvSpPr>
          <p:spPr>
            <a:xfrm>
              <a:off x="3832998" y="3169543"/>
              <a:ext cx="174944" cy="187366"/>
            </a:xfrm>
            <a:custGeom>
              <a:avLst/>
              <a:gdLst/>
              <a:ahLst/>
              <a:cxnLst/>
              <a:rect l="l" t="t" r="r" b="b"/>
              <a:pathLst>
                <a:path w="3394" h="3635" extrusionOk="0">
                  <a:moveTo>
                    <a:pt x="867" y="0"/>
                  </a:moveTo>
                  <a:lnTo>
                    <a:pt x="420" y="393"/>
                  </a:lnTo>
                  <a:lnTo>
                    <a:pt x="0" y="822"/>
                  </a:lnTo>
                  <a:lnTo>
                    <a:pt x="331" y="1063"/>
                  </a:lnTo>
                  <a:lnTo>
                    <a:pt x="1019" y="1643"/>
                  </a:lnTo>
                  <a:lnTo>
                    <a:pt x="1760" y="2340"/>
                  </a:lnTo>
                  <a:lnTo>
                    <a:pt x="2537" y="3161"/>
                  </a:lnTo>
                  <a:lnTo>
                    <a:pt x="2938" y="3634"/>
                  </a:lnTo>
                  <a:lnTo>
                    <a:pt x="3010" y="3509"/>
                  </a:lnTo>
                  <a:lnTo>
                    <a:pt x="3322" y="2652"/>
                  </a:lnTo>
                  <a:lnTo>
                    <a:pt x="3394" y="2054"/>
                  </a:lnTo>
                  <a:lnTo>
                    <a:pt x="3385" y="1616"/>
                  </a:lnTo>
                  <a:lnTo>
                    <a:pt x="3358" y="1384"/>
                  </a:lnTo>
                  <a:lnTo>
                    <a:pt x="3215" y="1286"/>
                  </a:lnTo>
                  <a:lnTo>
                    <a:pt x="2269" y="705"/>
                  </a:lnTo>
                  <a:lnTo>
                    <a:pt x="1376" y="232"/>
                  </a:lnTo>
                  <a:lnTo>
                    <a:pt x="867"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579;p33">
              <a:extLst>
                <a:ext uri="{FF2B5EF4-FFF2-40B4-BE49-F238E27FC236}">
                  <a16:creationId xmlns:a16="http://schemas.microsoft.com/office/drawing/2014/main" id="{26067B7F-258F-4B20-85A6-DED4AD43AD2C}"/>
                </a:ext>
              </a:extLst>
            </p:cNvPr>
            <p:cNvSpPr/>
            <p:nvPr/>
          </p:nvSpPr>
          <p:spPr>
            <a:xfrm>
              <a:off x="5073917" y="4506645"/>
              <a:ext cx="181851" cy="62215"/>
            </a:xfrm>
            <a:custGeom>
              <a:avLst/>
              <a:gdLst/>
              <a:ahLst/>
              <a:cxnLst/>
              <a:rect l="l" t="t" r="r" b="b"/>
              <a:pathLst>
                <a:path w="3528" h="1207" extrusionOk="0">
                  <a:moveTo>
                    <a:pt x="1" y="0"/>
                  </a:moveTo>
                  <a:lnTo>
                    <a:pt x="572" y="1206"/>
                  </a:lnTo>
                  <a:lnTo>
                    <a:pt x="3528" y="1206"/>
                  </a:lnTo>
                  <a:lnTo>
                    <a:pt x="3528"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580;p33">
              <a:extLst>
                <a:ext uri="{FF2B5EF4-FFF2-40B4-BE49-F238E27FC236}">
                  <a16:creationId xmlns:a16="http://schemas.microsoft.com/office/drawing/2014/main" id="{4093706A-5A1A-47A3-B4DE-AE168C04CFB5}"/>
                </a:ext>
              </a:extLst>
            </p:cNvPr>
            <p:cNvSpPr/>
            <p:nvPr/>
          </p:nvSpPr>
          <p:spPr>
            <a:xfrm>
              <a:off x="3693520" y="3131762"/>
              <a:ext cx="184170" cy="80152"/>
            </a:xfrm>
            <a:custGeom>
              <a:avLst/>
              <a:gdLst/>
              <a:ahLst/>
              <a:cxnLst/>
              <a:rect l="l" t="t" r="r" b="b"/>
              <a:pathLst>
                <a:path w="3573" h="1555" extrusionOk="0">
                  <a:moveTo>
                    <a:pt x="635" y="1"/>
                  </a:moveTo>
                  <a:lnTo>
                    <a:pt x="206" y="36"/>
                  </a:lnTo>
                  <a:lnTo>
                    <a:pt x="1" y="81"/>
                  </a:lnTo>
                  <a:lnTo>
                    <a:pt x="10" y="126"/>
                  </a:lnTo>
                  <a:lnTo>
                    <a:pt x="144" y="153"/>
                  </a:lnTo>
                  <a:lnTo>
                    <a:pt x="1135" y="563"/>
                  </a:lnTo>
                  <a:lnTo>
                    <a:pt x="2117" y="1135"/>
                  </a:lnTo>
                  <a:lnTo>
                    <a:pt x="2706" y="1555"/>
                  </a:lnTo>
                  <a:lnTo>
                    <a:pt x="3126" y="1126"/>
                  </a:lnTo>
                  <a:lnTo>
                    <a:pt x="3573" y="733"/>
                  </a:lnTo>
                  <a:lnTo>
                    <a:pt x="3135" y="545"/>
                  </a:lnTo>
                  <a:lnTo>
                    <a:pt x="2224" y="233"/>
                  </a:lnTo>
                  <a:lnTo>
                    <a:pt x="1296" y="36"/>
                  </a:lnTo>
                  <a:lnTo>
                    <a:pt x="635"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581;p33">
              <a:extLst>
                <a:ext uri="{FF2B5EF4-FFF2-40B4-BE49-F238E27FC236}">
                  <a16:creationId xmlns:a16="http://schemas.microsoft.com/office/drawing/2014/main" id="{A4CA9279-3968-439C-B114-A97325EF2343}"/>
                </a:ext>
              </a:extLst>
            </p:cNvPr>
            <p:cNvSpPr/>
            <p:nvPr/>
          </p:nvSpPr>
          <p:spPr>
            <a:xfrm>
              <a:off x="4012990" y="4506645"/>
              <a:ext cx="181851" cy="62215"/>
            </a:xfrm>
            <a:custGeom>
              <a:avLst/>
              <a:gdLst/>
              <a:ahLst/>
              <a:cxnLst/>
              <a:rect l="l" t="t" r="r" b="b"/>
              <a:pathLst>
                <a:path w="3528" h="1207" extrusionOk="0">
                  <a:moveTo>
                    <a:pt x="0" y="0"/>
                  </a:moveTo>
                  <a:lnTo>
                    <a:pt x="581" y="1206"/>
                  </a:lnTo>
                  <a:lnTo>
                    <a:pt x="3527" y="1206"/>
                  </a:lnTo>
                  <a:lnTo>
                    <a:pt x="3527"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582;p33">
              <a:extLst>
                <a:ext uri="{FF2B5EF4-FFF2-40B4-BE49-F238E27FC236}">
                  <a16:creationId xmlns:a16="http://schemas.microsoft.com/office/drawing/2014/main" id="{02FD8324-2B07-4C57-9CE7-68D392BEBB1B}"/>
                </a:ext>
              </a:extLst>
            </p:cNvPr>
            <p:cNvSpPr/>
            <p:nvPr/>
          </p:nvSpPr>
          <p:spPr>
            <a:xfrm>
              <a:off x="3698572" y="3637614"/>
              <a:ext cx="24484" cy="24896"/>
            </a:xfrm>
            <a:custGeom>
              <a:avLst/>
              <a:gdLst/>
              <a:ahLst/>
              <a:cxnLst/>
              <a:rect l="l" t="t" r="r" b="b"/>
              <a:pathLst>
                <a:path w="475" h="483" extrusionOk="0">
                  <a:moveTo>
                    <a:pt x="242" y="1"/>
                  </a:moveTo>
                  <a:lnTo>
                    <a:pt x="144" y="19"/>
                  </a:lnTo>
                  <a:lnTo>
                    <a:pt x="10" y="144"/>
                  </a:lnTo>
                  <a:lnTo>
                    <a:pt x="1" y="242"/>
                  </a:lnTo>
                  <a:lnTo>
                    <a:pt x="10" y="340"/>
                  </a:lnTo>
                  <a:lnTo>
                    <a:pt x="144" y="465"/>
                  </a:lnTo>
                  <a:lnTo>
                    <a:pt x="242" y="483"/>
                  </a:lnTo>
                  <a:lnTo>
                    <a:pt x="331" y="465"/>
                  </a:lnTo>
                  <a:lnTo>
                    <a:pt x="465" y="340"/>
                  </a:lnTo>
                  <a:lnTo>
                    <a:pt x="474" y="242"/>
                  </a:lnTo>
                  <a:lnTo>
                    <a:pt x="465" y="144"/>
                  </a:lnTo>
                  <a:lnTo>
                    <a:pt x="331" y="19"/>
                  </a:lnTo>
                  <a:lnTo>
                    <a:pt x="2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3583;p33">
              <a:extLst>
                <a:ext uri="{FF2B5EF4-FFF2-40B4-BE49-F238E27FC236}">
                  <a16:creationId xmlns:a16="http://schemas.microsoft.com/office/drawing/2014/main" id="{A8E9430A-7458-466E-9F88-07BF42C9F24B}"/>
                </a:ext>
              </a:extLst>
            </p:cNvPr>
            <p:cNvSpPr/>
            <p:nvPr/>
          </p:nvSpPr>
          <p:spPr>
            <a:xfrm>
              <a:off x="4087058" y="3637614"/>
              <a:ext cx="24948" cy="24896"/>
            </a:xfrm>
            <a:custGeom>
              <a:avLst/>
              <a:gdLst/>
              <a:ahLst/>
              <a:cxnLst/>
              <a:rect l="l" t="t" r="r" b="b"/>
              <a:pathLst>
                <a:path w="484" h="483" extrusionOk="0">
                  <a:moveTo>
                    <a:pt x="242" y="1"/>
                  </a:moveTo>
                  <a:lnTo>
                    <a:pt x="144" y="19"/>
                  </a:lnTo>
                  <a:lnTo>
                    <a:pt x="19" y="144"/>
                  </a:lnTo>
                  <a:lnTo>
                    <a:pt x="1" y="242"/>
                  </a:lnTo>
                  <a:lnTo>
                    <a:pt x="19" y="340"/>
                  </a:lnTo>
                  <a:lnTo>
                    <a:pt x="144" y="465"/>
                  </a:lnTo>
                  <a:lnTo>
                    <a:pt x="242" y="483"/>
                  </a:lnTo>
                  <a:lnTo>
                    <a:pt x="340" y="465"/>
                  </a:lnTo>
                  <a:lnTo>
                    <a:pt x="465" y="340"/>
                  </a:lnTo>
                  <a:lnTo>
                    <a:pt x="483" y="242"/>
                  </a:lnTo>
                  <a:lnTo>
                    <a:pt x="465" y="144"/>
                  </a:lnTo>
                  <a:lnTo>
                    <a:pt x="340" y="19"/>
                  </a:lnTo>
                  <a:lnTo>
                    <a:pt x="2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3584;p33">
              <a:extLst>
                <a:ext uri="{FF2B5EF4-FFF2-40B4-BE49-F238E27FC236}">
                  <a16:creationId xmlns:a16="http://schemas.microsoft.com/office/drawing/2014/main" id="{F865343F-FEF9-48CA-9778-56F3D4305B82}"/>
                </a:ext>
              </a:extLst>
            </p:cNvPr>
            <p:cNvSpPr/>
            <p:nvPr/>
          </p:nvSpPr>
          <p:spPr>
            <a:xfrm>
              <a:off x="4211794" y="3117484"/>
              <a:ext cx="260148" cy="231128"/>
            </a:xfrm>
            <a:custGeom>
              <a:avLst/>
              <a:gdLst/>
              <a:ahLst/>
              <a:cxnLst/>
              <a:rect l="l" t="t" r="r" b="b"/>
              <a:pathLst>
                <a:path w="5047" h="4484" extrusionOk="0">
                  <a:moveTo>
                    <a:pt x="4957" y="1"/>
                  </a:moveTo>
                  <a:lnTo>
                    <a:pt x="4921" y="10"/>
                  </a:lnTo>
                  <a:lnTo>
                    <a:pt x="4555" y="206"/>
                  </a:lnTo>
                  <a:lnTo>
                    <a:pt x="3841" y="626"/>
                  </a:lnTo>
                  <a:lnTo>
                    <a:pt x="3162" y="1099"/>
                  </a:lnTo>
                  <a:lnTo>
                    <a:pt x="2510" y="1608"/>
                  </a:lnTo>
                  <a:lnTo>
                    <a:pt x="1894" y="2153"/>
                  </a:lnTo>
                  <a:lnTo>
                    <a:pt x="1314" y="2733"/>
                  </a:lnTo>
                  <a:lnTo>
                    <a:pt x="760" y="3350"/>
                  </a:lnTo>
                  <a:lnTo>
                    <a:pt x="251" y="4010"/>
                  </a:lnTo>
                  <a:lnTo>
                    <a:pt x="19" y="4350"/>
                  </a:lnTo>
                  <a:lnTo>
                    <a:pt x="1" y="4377"/>
                  </a:lnTo>
                  <a:lnTo>
                    <a:pt x="10" y="4439"/>
                  </a:lnTo>
                  <a:lnTo>
                    <a:pt x="63" y="4484"/>
                  </a:lnTo>
                  <a:lnTo>
                    <a:pt x="117" y="4484"/>
                  </a:lnTo>
                  <a:lnTo>
                    <a:pt x="144" y="4457"/>
                  </a:lnTo>
                  <a:lnTo>
                    <a:pt x="376" y="4118"/>
                  </a:lnTo>
                  <a:lnTo>
                    <a:pt x="885" y="3466"/>
                  </a:lnTo>
                  <a:lnTo>
                    <a:pt x="1421" y="2850"/>
                  </a:lnTo>
                  <a:lnTo>
                    <a:pt x="2001" y="2269"/>
                  </a:lnTo>
                  <a:lnTo>
                    <a:pt x="2617" y="1724"/>
                  </a:lnTo>
                  <a:lnTo>
                    <a:pt x="3260" y="1224"/>
                  </a:lnTo>
                  <a:lnTo>
                    <a:pt x="3939" y="760"/>
                  </a:lnTo>
                  <a:lnTo>
                    <a:pt x="4644" y="340"/>
                  </a:lnTo>
                  <a:lnTo>
                    <a:pt x="5011" y="144"/>
                  </a:lnTo>
                  <a:lnTo>
                    <a:pt x="5046" y="126"/>
                  </a:lnTo>
                  <a:lnTo>
                    <a:pt x="5046" y="63"/>
                  </a:lnTo>
                  <a:lnTo>
                    <a:pt x="5019" y="19"/>
                  </a:lnTo>
                  <a:lnTo>
                    <a:pt x="4957"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3585;p33">
              <a:extLst>
                <a:ext uri="{FF2B5EF4-FFF2-40B4-BE49-F238E27FC236}">
                  <a16:creationId xmlns:a16="http://schemas.microsoft.com/office/drawing/2014/main" id="{3190A894-9625-4AF0-A2F3-3F092A374901}"/>
                </a:ext>
              </a:extLst>
            </p:cNvPr>
            <p:cNvSpPr/>
            <p:nvPr/>
          </p:nvSpPr>
          <p:spPr>
            <a:xfrm>
              <a:off x="3590433" y="3745805"/>
              <a:ext cx="644931" cy="446998"/>
            </a:xfrm>
            <a:custGeom>
              <a:avLst/>
              <a:gdLst/>
              <a:ahLst/>
              <a:cxnLst/>
              <a:rect l="l" t="t" r="r" b="b"/>
              <a:pathLst>
                <a:path w="12512" h="8672" extrusionOk="0">
                  <a:moveTo>
                    <a:pt x="6385" y="0"/>
                  </a:moveTo>
                  <a:lnTo>
                    <a:pt x="5073" y="72"/>
                  </a:lnTo>
                  <a:lnTo>
                    <a:pt x="4099" y="241"/>
                  </a:lnTo>
                  <a:lnTo>
                    <a:pt x="3474" y="402"/>
                  </a:lnTo>
                  <a:lnTo>
                    <a:pt x="2876" y="608"/>
                  </a:lnTo>
                  <a:lnTo>
                    <a:pt x="2313" y="875"/>
                  </a:lnTo>
                  <a:lnTo>
                    <a:pt x="1786" y="1188"/>
                  </a:lnTo>
                  <a:lnTo>
                    <a:pt x="1304" y="1563"/>
                  </a:lnTo>
                  <a:lnTo>
                    <a:pt x="884" y="1992"/>
                  </a:lnTo>
                  <a:lnTo>
                    <a:pt x="518" y="2492"/>
                  </a:lnTo>
                  <a:lnTo>
                    <a:pt x="367" y="2769"/>
                  </a:lnTo>
                  <a:lnTo>
                    <a:pt x="259" y="2983"/>
                  </a:lnTo>
                  <a:lnTo>
                    <a:pt x="108" y="3438"/>
                  </a:lnTo>
                  <a:lnTo>
                    <a:pt x="18" y="3894"/>
                  </a:lnTo>
                  <a:lnTo>
                    <a:pt x="0" y="4349"/>
                  </a:lnTo>
                  <a:lnTo>
                    <a:pt x="18" y="4581"/>
                  </a:lnTo>
                  <a:lnTo>
                    <a:pt x="36" y="4822"/>
                  </a:lnTo>
                  <a:lnTo>
                    <a:pt x="116" y="5287"/>
                  </a:lnTo>
                  <a:lnTo>
                    <a:pt x="259" y="5733"/>
                  </a:lnTo>
                  <a:lnTo>
                    <a:pt x="456" y="6153"/>
                  </a:lnTo>
                  <a:lnTo>
                    <a:pt x="706" y="6555"/>
                  </a:lnTo>
                  <a:lnTo>
                    <a:pt x="1009" y="6921"/>
                  </a:lnTo>
                  <a:lnTo>
                    <a:pt x="1349" y="7251"/>
                  </a:lnTo>
                  <a:lnTo>
                    <a:pt x="1724" y="7546"/>
                  </a:lnTo>
                  <a:lnTo>
                    <a:pt x="1929" y="7680"/>
                  </a:lnTo>
                  <a:lnTo>
                    <a:pt x="2215" y="7850"/>
                  </a:lnTo>
                  <a:lnTo>
                    <a:pt x="2813" y="8135"/>
                  </a:lnTo>
                  <a:lnTo>
                    <a:pt x="3447" y="8350"/>
                  </a:lnTo>
                  <a:lnTo>
                    <a:pt x="4108" y="8511"/>
                  </a:lnTo>
                  <a:lnTo>
                    <a:pt x="4778" y="8609"/>
                  </a:lnTo>
                  <a:lnTo>
                    <a:pt x="5457" y="8662"/>
                  </a:lnTo>
                  <a:lnTo>
                    <a:pt x="6475" y="8671"/>
                  </a:lnTo>
                  <a:lnTo>
                    <a:pt x="7127" y="8627"/>
                  </a:lnTo>
                  <a:lnTo>
                    <a:pt x="7707" y="8564"/>
                  </a:lnTo>
                  <a:lnTo>
                    <a:pt x="8555" y="8377"/>
                  </a:lnTo>
                  <a:lnTo>
                    <a:pt x="9109" y="8207"/>
                  </a:lnTo>
                  <a:lnTo>
                    <a:pt x="9645" y="7993"/>
                  </a:lnTo>
                  <a:lnTo>
                    <a:pt x="10154" y="7725"/>
                  </a:lnTo>
                  <a:lnTo>
                    <a:pt x="10636" y="7403"/>
                  </a:lnTo>
                  <a:lnTo>
                    <a:pt x="11091" y="7037"/>
                  </a:lnTo>
                  <a:lnTo>
                    <a:pt x="11297" y="6832"/>
                  </a:lnTo>
                  <a:lnTo>
                    <a:pt x="11475" y="6644"/>
                  </a:lnTo>
                  <a:lnTo>
                    <a:pt x="11788" y="6224"/>
                  </a:lnTo>
                  <a:lnTo>
                    <a:pt x="12056" y="5787"/>
                  </a:lnTo>
                  <a:lnTo>
                    <a:pt x="12261" y="5314"/>
                  </a:lnTo>
                  <a:lnTo>
                    <a:pt x="12413" y="4822"/>
                  </a:lnTo>
                  <a:lnTo>
                    <a:pt x="12493" y="4322"/>
                  </a:lnTo>
                  <a:lnTo>
                    <a:pt x="12511" y="3804"/>
                  </a:lnTo>
                  <a:lnTo>
                    <a:pt x="12458" y="3287"/>
                  </a:lnTo>
                  <a:lnTo>
                    <a:pt x="12395" y="3028"/>
                  </a:lnTo>
                  <a:lnTo>
                    <a:pt x="12324" y="2760"/>
                  </a:lnTo>
                  <a:lnTo>
                    <a:pt x="12109" y="2277"/>
                  </a:lnTo>
                  <a:lnTo>
                    <a:pt x="11833" y="1840"/>
                  </a:lnTo>
                  <a:lnTo>
                    <a:pt x="11493" y="1465"/>
                  </a:lnTo>
                  <a:lnTo>
                    <a:pt x="11100" y="1143"/>
                  </a:lnTo>
                  <a:lnTo>
                    <a:pt x="10663" y="875"/>
                  </a:lnTo>
                  <a:lnTo>
                    <a:pt x="10189" y="652"/>
                  </a:lnTo>
                  <a:lnTo>
                    <a:pt x="9689" y="465"/>
                  </a:lnTo>
                  <a:lnTo>
                    <a:pt x="9430" y="393"/>
                  </a:lnTo>
                  <a:lnTo>
                    <a:pt x="8886" y="259"/>
                  </a:lnTo>
                  <a:lnTo>
                    <a:pt x="7671" y="72"/>
                  </a:lnTo>
                  <a:lnTo>
                    <a:pt x="6385"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3586;p33">
              <a:extLst>
                <a:ext uri="{FF2B5EF4-FFF2-40B4-BE49-F238E27FC236}">
                  <a16:creationId xmlns:a16="http://schemas.microsoft.com/office/drawing/2014/main" id="{4CFC08FC-141E-45C2-AC27-F7B4019273A5}"/>
                </a:ext>
              </a:extLst>
            </p:cNvPr>
            <p:cNvSpPr/>
            <p:nvPr/>
          </p:nvSpPr>
          <p:spPr>
            <a:xfrm>
              <a:off x="3712386" y="3923477"/>
              <a:ext cx="61287" cy="125718"/>
            </a:xfrm>
            <a:custGeom>
              <a:avLst/>
              <a:gdLst/>
              <a:ahLst/>
              <a:cxnLst/>
              <a:rect l="l" t="t" r="r" b="b"/>
              <a:pathLst>
                <a:path w="1189" h="2439" extrusionOk="0">
                  <a:moveTo>
                    <a:pt x="403" y="0"/>
                  </a:moveTo>
                  <a:lnTo>
                    <a:pt x="179" y="90"/>
                  </a:lnTo>
                  <a:lnTo>
                    <a:pt x="63" y="232"/>
                  </a:lnTo>
                  <a:lnTo>
                    <a:pt x="28" y="349"/>
                  </a:lnTo>
                  <a:lnTo>
                    <a:pt x="19" y="411"/>
                  </a:lnTo>
                  <a:lnTo>
                    <a:pt x="28" y="447"/>
                  </a:lnTo>
                  <a:lnTo>
                    <a:pt x="28" y="482"/>
                  </a:lnTo>
                  <a:lnTo>
                    <a:pt x="10" y="536"/>
                  </a:lnTo>
                  <a:lnTo>
                    <a:pt x="10" y="581"/>
                  </a:lnTo>
                  <a:lnTo>
                    <a:pt x="1" y="786"/>
                  </a:lnTo>
                  <a:lnTo>
                    <a:pt x="45" y="1170"/>
                  </a:lnTo>
                  <a:lnTo>
                    <a:pt x="135" y="1545"/>
                  </a:lnTo>
                  <a:lnTo>
                    <a:pt x="278" y="1911"/>
                  </a:lnTo>
                  <a:lnTo>
                    <a:pt x="367" y="2090"/>
                  </a:lnTo>
                  <a:lnTo>
                    <a:pt x="403" y="2143"/>
                  </a:lnTo>
                  <a:lnTo>
                    <a:pt x="447" y="2179"/>
                  </a:lnTo>
                  <a:lnTo>
                    <a:pt x="474" y="2233"/>
                  </a:lnTo>
                  <a:lnTo>
                    <a:pt x="492" y="2277"/>
                  </a:lnTo>
                  <a:lnTo>
                    <a:pt x="563" y="2367"/>
                  </a:lnTo>
                  <a:lnTo>
                    <a:pt x="769" y="2438"/>
                  </a:lnTo>
                  <a:lnTo>
                    <a:pt x="992" y="2393"/>
                  </a:lnTo>
                  <a:lnTo>
                    <a:pt x="1126" y="2286"/>
                  </a:lnTo>
                  <a:lnTo>
                    <a:pt x="1171" y="2188"/>
                  </a:lnTo>
                  <a:lnTo>
                    <a:pt x="1180" y="2135"/>
                  </a:lnTo>
                  <a:lnTo>
                    <a:pt x="1189" y="1813"/>
                  </a:lnTo>
                  <a:lnTo>
                    <a:pt x="1099" y="1206"/>
                  </a:lnTo>
                  <a:lnTo>
                    <a:pt x="1001" y="920"/>
                  </a:lnTo>
                  <a:lnTo>
                    <a:pt x="956" y="733"/>
                  </a:lnTo>
                  <a:lnTo>
                    <a:pt x="805" y="357"/>
                  </a:lnTo>
                  <a:lnTo>
                    <a:pt x="715" y="170"/>
                  </a:lnTo>
                  <a:lnTo>
                    <a:pt x="671" y="107"/>
                  </a:lnTo>
                  <a:lnTo>
                    <a:pt x="572" y="36"/>
                  </a:lnTo>
                  <a:lnTo>
                    <a:pt x="403"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3587;p33">
              <a:extLst>
                <a:ext uri="{FF2B5EF4-FFF2-40B4-BE49-F238E27FC236}">
                  <a16:creationId xmlns:a16="http://schemas.microsoft.com/office/drawing/2014/main" id="{2282D5E6-A0F0-4C42-8BC1-310AE4DDE9D8}"/>
                </a:ext>
              </a:extLst>
            </p:cNvPr>
            <p:cNvSpPr/>
            <p:nvPr/>
          </p:nvSpPr>
          <p:spPr>
            <a:xfrm>
              <a:off x="3974744" y="3923941"/>
              <a:ext cx="59895" cy="125254"/>
            </a:xfrm>
            <a:custGeom>
              <a:avLst/>
              <a:gdLst/>
              <a:ahLst/>
              <a:cxnLst/>
              <a:rect l="l" t="t" r="r" b="b"/>
              <a:pathLst>
                <a:path w="1162" h="2430" extrusionOk="0">
                  <a:moveTo>
                    <a:pt x="715" y="0"/>
                  </a:moveTo>
                  <a:lnTo>
                    <a:pt x="546" y="72"/>
                  </a:lnTo>
                  <a:lnTo>
                    <a:pt x="465" y="161"/>
                  </a:lnTo>
                  <a:lnTo>
                    <a:pt x="438" y="223"/>
                  </a:lnTo>
                  <a:lnTo>
                    <a:pt x="421" y="250"/>
                  </a:lnTo>
                  <a:lnTo>
                    <a:pt x="403" y="286"/>
                  </a:lnTo>
                  <a:lnTo>
                    <a:pt x="376" y="322"/>
                  </a:lnTo>
                  <a:lnTo>
                    <a:pt x="349" y="366"/>
                  </a:lnTo>
                  <a:lnTo>
                    <a:pt x="251" y="545"/>
                  </a:lnTo>
                  <a:lnTo>
                    <a:pt x="117" y="911"/>
                  </a:lnTo>
                  <a:lnTo>
                    <a:pt x="37" y="1286"/>
                  </a:lnTo>
                  <a:lnTo>
                    <a:pt x="1" y="1679"/>
                  </a:lnTo>
                  <a:lnTo>
                    <a:pt x="10" y="1875"/>
                  </a:lnTo>
                  <a:lnTo>
                    <a:pt x="19" y="1938"/>
                  </a:lnTo>
                  <a:lnTo>
                    <a:pt x="37" y="1992"/>
                  </a:lnTo>
                  <a:lnTo>
                    <a:pt x="37" y="2045"/>
                  </a:lnTo>
                  <a:lnTo>
                    <a:pt x="37" y="2099"/>
                  </a:lnTo>
                  <a:lnTo>
                    <a:pt x="63" y="2215"/>
                  </a:lnTo>
                  <a:lnTo>
                    <a:pt x="215" y="2367"/>
                  </a:lnTo>
                  <a:lnTo>
                    <a:pt x="438" y="2429"/>
                  </a:lnTo>
                  <a:lnTo>
                    <a:pt x="599" y="2393"/>
                  </a:lnTo>
                  <a:lnTo>
                    <a:pt x="680" y="2322"/>
                  </a:lnTo>
                  <a:lnTo>
                    <a:pt x="715" y="2277"/>
                  </a:lnTo>
                  <a:lnTo>
                    <a:pt x="867" y="1992"/>
                  </a:lnTo>
                  <a:lnTo>
                    <a:pt x="1055" y="1411"/>
                  </a:lnTo>
                  <a:lnTo>
                    <a:pt x="1090" y="1107"/>
                  </a:lnTo>
                  <a:lnTo>
                    <a:pt x="1135" y="911"/>
                  </a:lnTo>
                  <a:lnTo>
                    <a:pt x="1162" y="509"/>
                  </a:lnTo>
                  <a:lnTo>
                    <a:pt x="1162" y="304"/>
                  </a:lnTo>
                  <a:lnTo>
                    <a:pt x="1153" y="232"/>
                  </a:lnTo>
                  <a:lnTo>
                    <a:pt x="1099" y="125"/>
                  </a:lnTo>
                  <a:lnTo>
                    <a:pt x="956" y="18"/>
                  </a:lnTo>
                  <a:lnTo>
                    <a:pt x="715" y="0"/>
                  </a:lnTo>
                  <a:close/>
                </a:path>
              </a:pathLst>
            </a:custGeom>
            <a:solidFill>
              <a:srgbClr val="2323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3588;p33">
              <a:extLst>
                <a:ext uri="{FF2B5EF4-FFF2-40B4-BE49-F238E27FC236}">
                  <a16:creationId xmlns:a16="http://schemas.microsoft.com/office/drawing/2014/main" id="{D0B0D9F9-C221-4C92-BFF9-000903EEDE4C}"/>
                </a:ext>
              </a:extLst>
            </p:cNvPr>
            <p:cNvSpPr/>
            <p:nvPr/>
          </p:nvSpPr>
          <p:spPr>
            <a:xfrm>
              <a:off x="4349880" y="3863634"/>
              <a:ext cx="191077" cy="173140"/>
            </a:xfrm>
            <a:custGeom>
              <a:avLst/>
              <a:gdLst/>
              <a:ahLst/>
              <a:cxnLst/>
              <a:rect l="l" t="t" r="r" b="b"/>
              <a:pathLst>
                <a:path w="3707" h="3359" extrusionOk="0">
                  <a:moveTo>
                    <a:pt x="1805" y="0"/>
                  </a:moveTo>
                  <a:lnTo>
                    <a:pt x="1367" y="36"/>
                  </a:lnTo>
                  <a:lnTo>
                    <a:pt x="956" y="161"/>
                  </a:lnTo>
                  <a:lnTo>
                    <a:pt x="590" y="402"/>
                  </a:lnTo>
                  <a:lnTo>
                    <a:pt x="287" y="724"/>
                  </a:lnTo>
                  <a:lnTo>
                    <a:pt x="81" y="1134"/>
                  </a:lnTo>
                  <a:lnTo>
                    <a:pt x="28" y="1376"/>
                  </a:lnTo>
                  <a:lnTo>
                    <a:pt x="10" y="1536"/>
                  </a:lnTo>
                  <a:lnTo>
                    <a:pt x="1" y="1822"/>
                  </a:lnTo>
                  <a:lnTo>
                    <a:pt x="45" y="2099"/>
                  </a:lnTo>
                  <a:lnTo>
                    <a:pt x="135" y="2340"/>
                  </a:lnTo>
                  <a:lnTo>
                    <a:pt x="322" y="2670"/>
                  </a:lnTo>
                  <a:lnTo>
                    <a:pt x="697" y="3010"/>
                  </a:lnTo>
                  <a:lnTo>
                    <a:pt x="1153" y="3242"/>
                  </a:lnTo>
                  <a:lnTo>
                    <a:pt x="1671" y="3358"/>
                  </a:lnTo>
                  <a:lnTo>
                    <a:pt x="2215" y="3349"/>
                  </a:lnTo>
                  <a:lnTo>
                    <a:pt x="2733" y="3206"/>
                  </a:lnTo>
                  <a:lnTo>
                    <a:pt x="2983" y="3072"/>
                  </a:lnTo>
                  <a:lnTo>
                    <a:pt x="3189" y="2929"/>
                  </a:lnTo>
                  <a:lnTo>
                    <a:pt x="3484" y="2617"/>
                  </a:lnTo>
                  <a:lnTo>
                    <a:pt x="3653" y="2260"/>
                  </a:lnTo>
                  <a:lnTo>
                    <a:pt x="3707" y="1885"/>
                  </a:lnTo>
                  <a:lnTo>
                    <a:pt x="3653" y="1510"/>
                  </a:lnTo>
                  <a:lnTo>
                    <a:pt x="3510" y="1152"/>
                  </a:lnTo>
                  <a:lnTo>
                    <a:pt x="3278" y="831"/>
                  </a:lnTo>
                  <a:lnTo>
                    <a:pt x="2983" y="554"/>
                  </a:lnTo>
                  <a:lnTo>
                    <a:pt x="2805" y="447"/>
                  </a:lnTo>
                  <a:lnTo>
                    <a:pt x="2626" y="286"/>
                  </a:lnTo>
                  <a:lnTo>
                    <a:pt x="2233" y="90"/>
                  </a:lnTo>
                  <a:lnTo>
                    <a:pt x="1805"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3589;p33">
              <a:extLst>
                <a:ext uri="{FF2B5EF4-FFF2-40B4-BE49-F238E27FC236}">
                  <a16:creationId xmlns:a16="http://schemas.microsoft.com/office/drawing/2014/main" id="{CBE05C02-C909-443A-B6A2-492A6B61C96F}"/>
                </a:ext>
              </a:extLst>
            </p:cNvPr>
            <p:cNvSpPr/>
            <p:nvPr/>
          </p:nvSpPr>
          <p:spPr>
            <a:xfrm>
              <a:off x="3948508" y="3094959"/>
              <a:ext cx="95822" cy="66802"/>
            </a:xfrm>
            <a:custGeom>
              <a:avLst/>
              <a:gdLst/>
              <a:ahLst/>
              <a:cxnLst/>
              <a:rect l="l" t="t" r="r" b="b"/>
              <a:pathLst>
                <a:path w="1859" h="1296" extrusionOk="0">
                  <a:moveTo>
                    <a:pt x="1778" y="0"/>
                  </a:moveTo>
                  <a:lnTo>
                    <a:pt x="1742" y="18"/>
                  </a:lnTo>
                  <a:lnTo>
                    <a:pt x="885" y="590"/>
                  </a:lnTo>
                  <a:lnTo>
                    <a:pt x="28" y="1161"/>
                  </a:lnTo>
                  <a:lnTo>
                    <a:pt x="1" y="1179"/>
                  </a:lnTo>
                  <a:lnTo>
                    <a:pt x="1" y="1233"/>
                  </a:lnTo>
                  <a:lnTo>
                    <a:pt x="28" y="1286"/>
                  </a:lnTo>
                  <a:lnTo>
                    <a:pt x="81" y="1295"/>
                  </a:lnTo>
                  <a:lnTo>
                    <a:pt x="117" y="1286"/>
                  </a:lnTo>
                  <a:lnTo>
                    <a:pt x="974" y="715"/>
                  </a:lnTo>
                  <a:lnTo>
                    <a:pt x="1832" y="143"/>
                  </a:lnTo>
                  <a:lnTo>
                    <a:pt x="1858" y="116"/>
                  </a:lnTo>
                  <a:lnTo>
                    <a:pt x="1858" y="63"/>
                  </a:lnTo>
                  <a:lnTo>
                    <a:pt x="1832" y="18"/>
                  </a:lnTo>
                  <a:lnTo>
                    <a:pt x="1778"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3590;p33">
              <a:extLst>
                <a:ext uri="{FF2B5EF4-FFF2-40B4-BE49-F238E27FC236}">
                  <a16:creationId xmlns:a16="http://schemas.microsoft.com/office/drawing/2014/main" id="{65DDD973-B29C-4543-9D19-6E1837375EFC}"/>
                </a:ext>
              </a:extLst>
            </p:cNvPr>
            <p:cNvSpPr/>
            <p:nvPr/>
          </p:nvSpPr>
          <p:spPr>
            <a:xfrm>
              <a:off x="4079687" y="3021767"/>
              <a:ext cx="112368" cy="59895"/>
            </a:xfrm>
            <a:custGeom>
              <a:avLst/>
              <a:gdLst/>
              <a:ahLst/>
              <a:cxnLst/>
              <a:rect l="l" t="t" r="r" b="b"/>
              <a:pathLst>
                <a:path w="2180" h="1162" extrusionOk="0">
                  <a:moveTo>
                    <a:pt x="2108" y="0"/>
                  </a:moveTo>
                  <a:lnTo>
                    <a:pt x="2082" y="9"/>
                  </a:lnTo>
                  <a:lnTo>
                    <a:pt x="1064" y="509"/>
                  </a:lnTo>
                  <a:lnTo>
                    <a:pt x="46" y="1010"/>
                  </a:lnTo>
                  <a:lnTo>
                    <a:pt x="19" y="1027"/>
                  </a:lnTo>
                  <a:lnTo>
                    <a:pt x="1" y="1081"/>
                  </a:lnTo>
                  <a:lnTo>
                    <a:pt x="19" y="1135"/>
                  </a:lnTo>
                  <a:lnTo>
                    <a:pt x="63" y="1161"/>
                  </a:lnTo>
                  <a:lnTo>
                    <a:pt x="99" y="1152"/>
                  </a:lnTo>
                  <a:lnTo>
                    <a:pt x="1117" y="652"/>
                  </a:lnTo>
                  <a:lnTo>
                    <a:pt x="2126" y="152"/>
                  </a:lnTo>
                  <a:lnTo>
                    <a:pt x="2153" y="134"/>
                  </a:lnTo>
                  <a:lnTo>
                    <a:pt x="2180" y="72"/>
                  </a:lnTo>
                  <a:lnTo>
                    <a:pt x="2153" y="18"/>
                  </a:lnTo>
                  <a:lnTo>
                    <a:pt x="2108"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3591;p33">
              <a:extLst>
                <a:ext uri="{FF2B5EF4-FFF2-40B4-BE49-F238E27FC236}">
                  <a16:creationId xmlns:a16="http://schemas.microsoft.com/office/drawing/2014/main" id="{12F0DE6B-A54A-4486-B8F7-E9318C4C32A0}"/>
                </a:ext>
              </a:extLst>
            </p:cNvPr>
            <p:cNvSpPr/>
            <p:nvPr/>
          </p:nvSpPr>
          <p:spPr>
            <a:xfrm>
              <a:off x="4041957" y="3085733"/>
              <a:ext cx="92575" cy="52988"/>
            </a:xfrm>
            <a:custGeom>
              <a:avLst/>
              <a:gdLst/>
              <a:ahLst/>
              <a:cxnLst/>
              <a:rect l="l" t="t" r="r" b="b"/>
              <a:pathLst>
                <a:path w="1796" h="1028" extrusionOk="0">
                  <a:moveTo>
                    <a:pt x="1706" y="1"/>
                  </a:moveTo>
                  <a:lnTo>
                    <a:pt x="1671" y="10"/>
                  </a:lnTo>
                  <a:lnTo>
                    <a:pt x="849" y="447"/>
                  </a:lnTo>
                  <a:lnTo>
                    <a:pt x="36" y="894"/>
                  </a:lnTo>
                  <a:lnTo>
                    <a:pt x="10" y="912"/>
                  </a:lnTo>
                  <a:lnTo>
                    <a:pt x="1" y="965"/>
                  </a:lnTo>
                  <a:lnTo>
                    <a:pt x="27" y="1010"/>
                  </a:lnTo>
                  <a:lnTo>
                    <a:pt x="90" y="1028"/>
                  </a:lnTo>
                  <a:lnTo>
                    <a:pt x="117" y="1019"/>
                  </a:lnTo>
                  <a:lnTo>
                    <a:pt x="938" y="572"/>
                  </a:lnTo>
                  <a:lnTo>
                    <a:pt x="1760" y="135"/>
                  </a:lnTo>
                  <a:lnTo>
                    <a:pt x="1787" y="117"/>
                  </a:lnTo>
                  <a:lnTo>
                    <a:pt x="1796" y="63"/>
                  </a:lnTo>
                  <a:lnTo>
                    <a:pt x="1760" y="10"/>
                  </a:lnTo>
                  <a:lnTo>
                    <a:pt x="1706"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3592;p33">
              <a:extLst>
                <a:ext uri="{FF2B5EF4-FFF2-40B4-BE49-F238E27FC236}">
                  <a16:creationId xmlns:a16="http://schemas.microsoft.com/office/drawing/2014/main" id="{D121ED17-516E-4AA0-9406-D86F287B46F8}"/>
                </a:ext>
              </a:extLst>
            </p:cNvPr>
            <p:cNvSpPr/>
            <p:nvPr/>
          </p:nvSpPr>
          <p:spPr>
            <a:xfrm>
              <a:off x="5397974" y="3749928"/>
              <a:ext cx="52524" cy="190613"/>
            </a:xfrm>
            <a:custGeom>
              <a:avLst/>
              <a:gdLst/>
              <a:ahLst/>
              <a:cxnLst/>
              <a:rect l="l" t="t" r="r" b="b"/>
              <a:pathLst>
                <a:path w="1019" h="3698" extrusionOk="0">
                  <a:moveTo>
                    <a:pt x="929" y="1"/>
                  </a:moveTo>
                  <a:lnTo>
                    <a:pt x="884" y="27"/>
                  </a:lnTo>
                  <a:lnTo>
                    <a:pt x="876" y="63"/>
                  </a:lnTo>
                  <a:lnTo>
                    <a:pt x="822" y="510"/>
                  </a:lnTo>
                  <a:lnTo>
                    <a:pt x="670" y="1412"/>
                  </a:lnTo>
                  <a:lnTo>
                    <a:pt x="447" y="2296"/>
                  </a:lnTo>
                  <a:lnTo>
                    <a:pt x="170" y="3162"/>
                  </a:lnTo>
                  <a:lnTo>
                    <a:pt x="9" y="3590"/>
                  </a:lnTo>
                  <a:lnTo>
                    <a:pt x="0" y="3626"/>
                  </a:lnTo>
                  <a:lnTo>
                    <a:pt x="18" y="3671"/>
                  </a:lnTo>
                  <a:lnTo>
                    <a:pt x="72" y="3698"/>
                  </a:lnTo>
                  <a:lnTo>
                    <a:pt x="125" y="3689"/>
                  </a:lnTo>
                  <a:lnTo>
                    <a:pt x="143" y="3653"/>
                  </a:lnTo>
                  <a:lnTo>
                    <a:pt x="313" y="3224"/>
                  </a:lnTo>
                  <a:lnTo>
                    <a:pt x="590" y="2349"/>
                  </a:lnTo>
                  <a:lnTo>
                    <a:pt x="813" y="1456"/>
                  </a:lnTo>
                  <a:lnTo>
                    <a:pt x="965" y="545"/>
                  </a:lnTo>
                  <a:lnTo>
                    <a:pt x="1018" y="90"/>
                  </a:lnTo>
                  <a:lnTo>
                    <a:pt x="1018" y="54"/>
                  </a:lnTo>
                  <a:lnTo>
                    <a:pt x="983" y="10"/>
                  </a:lnTo>
                  <a:lnTo>
                    <a:pt x="929"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3593;p33">
              <a:extLst>
                <a:ext uri="{FF2B5EF4-FFF2-40B4-BE49-F238E27FC236}">
                  <a16:creationId xmlns:a16="http://schemas.microsoft.com/office/drawing/2014/main" id="{E1F34A7D-2AA4-468F-94FC-1C9400C4332B}"/>
                </a:ext>
              </a:extLst>
            </p:cNvPr>
            <p:cNvSpPr/>
            <p:nvPr/>
          </p:nvSpPr>
          <p:spPr>
            <a:xfrm>
              <a:off x="5317875" y="3971310"/>
              <a:ext cx="82884" cy="134481"/>
            </a:xfrm>
            <a:custGeom>
              <a:avLst/>
              <a:gdLst/>
              <a:ahLst/>
              <a:cxnLst/>
              <a:rect l="l" t="t" r="r" b="b"/>
              <a:pathLst>
                <a:path w="1608" h="2609" extrusionOk="0">
                  <a:moveTo>
                    <a:pt x="1537" y="1"/>
                  </a:moveTo>
                  <a:lnTo>
                    <a:pt x="1483" y="10"/>
                  </a:lnTo>
                  <a:lnTo>
                    <a:pt x="1456" y="37"/>
                  </a:lnTo>
                  <a:lnTo>
                    <a:pt x="733" y="1269"/>
                  </a:lnTo>
                  <a:lnTo>
                    <a:pt x="9" y="2501"/>
                  </a:lnTo>
                  <a:lnTo>
                    <a:pt x="1" y="2537"/>
                  </a:lnTo>
                  <a:lnTo>
                    <a:pt x="18" y="2582"/>
                  </a:lnTo>
                  <a:lnTo>
                    <a:pt x="72" y="2609"/>
                  </a:lnTo>
                  <a:lnTo>
                    <a:pt x="126" y="2600"/>
                  </a:lnTo>
                  <a:lnTo>
                    <a:pt x="152" y="2573"/>
                  </a:lnTo>
                  <a:lnTo>
                    <a:pt x="876" y="1340"/>
                  </a:lnTo>
                  <a:lnTo>
                    <a:pt x="1599" y="108"/>
                  </a:lnTo>
                  <a:lnTo>
                    <a:pt x="1608" y="72"/>
                  </a:lnTo>
                  <a:lnTo>
                    <a:pt x="1590" y="28"/>
                  </a:lnTo>
                  <a:lnTo>
                    <a:pt x="1537"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3594;p33">
              <a:extLst>
                <a:ext uri="{FF2B5EF4-FFF2-40B4-BE49-F238E27FC236}">
                  <a16:creationId xmlns:a16="http://schemas.microsoft.com/office/drawing/2014/main" id="{50E6A32C-F850-4361-96F7-EB2998C4B9C5}"/>
                </a:ext>
              </a:extLst>
            </p:cNvPr>
            <p:cNvSpPr/>
            <p:nvPr/>
          </p:nvSpPr>
          <p:spPr>
            <a:xfrm>
              <a:off x="5339987" y="3869614"/>
              <a:ext cx="51597" cy="111440"/>
            </a:xfrm>
            <a:custGeom>
              <a:avLst/>
              <a:gdLst/>
              <a:ahLst/>
              <a:cxnLst/>
              <a:rect l="l" t="t" r="r" b="b"/>
              <a:pathLst>
                <a:path w="1001" h="2162" extrusionOk="0">
                  <a:moveTo>
                    <a:pt x="929" y="0"/>
                  </a:moveTo>
                  <a:lnTo>
                    <a:pt x="875" y="18"/>
                  </a:lnTo>
                  <a:lnTo>
                    <a:pt x="857" y="45"/>
                  </a:lnTo>
                  <a:lnTo>
                    <a:pt x="429" y="1045"/>
                  </a:lnTo>
                  <a:lnTo>
                    <a:pt x="9" y="2054"/>
                  </a:lnTo>
                  <a:lnTo>
                    <a:pt x="0" y="2081"/>
                  </a:lnTo>
                  <a:lnTo>
                    <a:pt x="18" y="2135"/>
                  </a:lnTo>
                  <a:lnTo>
                    <a:pt x="72" y="2161"/>
                  </a:lnTo>
                  <a:lnTo>
                    <a:pt x="125" y="2144"/>
                  </a:lnTo>
                  <a:lnTo>
                    <a:pt x="143" y="2117"/>
                  </a:lnTo>
                  <a:lnTo>
                    <a:pt x="572" y="1117"/>
                  </a:lnTo>
                  <a:lnTo>
                    <a:pt x="991" y="117"/>
                  </a:lnTo>
                  <a:lnTo>
                    <a:pt x="1000" y="81"/>
                  </a:lnTo>
                  <a:lnTo>
                    <a:pt x="974" y="27"/>
                  </a:lnTo>
                  <a:lnTo>
                    <a:pt x="929"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595;p33">
              <a:extLst>
                <a:ext uri="{FF2B5EF4-FFF2-40B4-BE49-F238E27FC236}">
                  <a16:creationId xmlns:a16="http://schemas.microsoft.com/office/drawing/2014/main" id="{DC59AB39-26BD-4BBA-901D-E7EA81511ED2}"/>
                </a:ext>
              </a:extLst>
            </p:cNvPr>
            <p:cNvSpPr/>
            <p:nvPr/>
          </p:nvSpPr>
          <p:spPr>
            <a:xfrm>
              <a:off x="5205097" y="4277893"/>
              <a:ext cx="8814" cy="83348"/>
            </a:xfrm>
            <a:custGeom>
              <a:avLst/>
              <a:gdLst/>
              <a:ahLst/>
              <a:cxnLst/>
              <a:rect l="l" t="t" r="r" b="b"/>
              <a:pathLst>
                <a:path w="171" h="1617" extrusionOk="0">
                  <a:moveTo>
                    <a:pt x="117" y="0"/>
                  </a:moveTo>
                  <a:lnTo>
                    <a:pt x="63" y="9"/>
                  </a:lnTo>
                  <a:lnTo>
                    <a:pt x="19" y="45"/>
                  </a:lnTo>
                  <a:lnTo>
                    <a:pt x="19" y="81"/>
                  </a:lnTo>
                  <a:lnTo>
                    <a:pt x="10" y="813"/>
                  </a:lnTo>
                  <a:lnTo>
                    <a:pt x="1" y="1545"/>
                  </a:lnTo>
                  <a:lnTo>
                    <a:pt x="10" y="1581"/>
                  </a:lnTo>
                  <a:lnTo>
                    <a:pt x="54" y="1617"/>
                  </a:lnTo>
                  <a:lnTo>
                    <a:pt x="108" y="1608"/>
                  </a:lnTo>
                  <a:lnTo>
                    <a:pt x="153" y="1572"/>
                  </a:lnTo>
                  <a:lnTo>
                    <a:pt x="153" y="1536"/>
                  </a:lnTo>
                  <a:lnTo>
                    <a:pt x="161" y="804"/>
                  </a:lnTo>
                  <a:lnTo>
                    <a:pt x="170" y="72"/>
                  </a:lnTo>
                  <a:lnTo>
                    <a:pt x="161" y="36"/>
                  </a:lnTo>
                  <a:lnTo>
                    <a:pt x="117"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596;p33">
              <a:extLst>
                <a:ext uri="{FF2B5EF4-FFF2-40B4-BE49-F238E27FC236}">
                  <a16:creationId xmlns:a16="http://schemas.microsoft.com/office/drawing/2014/main" id="{79C94D2D-B083-40B1-97C1-A2B943743E19}"/>
                </a:ext>
              </a:extLst>
            </p:cNvPr>
            <p:cNvSpPr/>
            <p:nvPr/>
          </p:nvSpPr>
          <p:spPr>
            <a:xfrm>
              <a:off x="5208344" y="4398042"/>
              <a:ext cx="10154" cy="64019"/>
            </a:xfrm>
            <a:custGeom>
              <a:avLst/>
              <a:gdLst/>
              <a:ahLst/>
              <a:cxnLst/>
              <a:rect l="l" t="t" r="r" b="b"/>
              <a:pathLst>
                <a:path w="197" h="1242" extrusionOk="0">
                  <a:moveTo>
                    <a:pt x="98" y="0"/>
                  </a:moveTo>
                  <a:lnTo>
                    <a:pt x="54" y="45"/>
                  </a:lnTo>
                  <a:lnTo>
                    <a:pt x="45" y="71"/>
                  </a:lnTo>
                  <a:lnTo>
                    <a:pt x="27" y="625"/>
                  </a:lnTo>
                  <a:lnTo>
                    <a:pt x="0" y="1179"/>
                  </a:lnTo>
                  <a:lnTo>
                    <a:pt x="0" y="1206"/>
                  </a:lnTo>
                  <a:lnTo>
                    <a:pt x="45" y="1241"/>
                  </a:lnTo>
                  <a:lnTo>
                    <a:pt x="98" y="1241"/>
                  </a:lnTo>
                  <a:lnTo>
                    <a:pt x="143" y="1197"/>
                  </a:lnTo>
                  <a:lnTo>
                    <a:pt x="152" y="1161"/>
                  </a:lnTo>
                  <a:lnTo>
                    <a:pt x="179" y="616"/>
                  </a:lnTo>
                  <a:lnTo>
                    <a:pt x="197" y="63"/>
                  </a:lnTo>
                  <a:lnTo>
                    <a:pt x="197" y="27"/>
                  </a:lnTo>
                  <a:lnTo>
                    <a:pt x="152"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597;p33">
              <a:extLst>
                <a:ext uri="{FF2B5EF4-FFF2-40B4-BE49-F238E27FC236}">
                  <a16:creationId xmlns:a16="http://schemas.microsoft.com/office/drawing/2014/main" id="{1EE32729-844B-4174-B8C9-047091A4A939}"/>
                </a:ext>
              </a:extLst>
            </p:cNvPr>
            <p:cNvSpPr/>
            <p:nvPr/>
          </p:nvSpPr>
          <p:spPr>
            <a:xfrm>
              <a:off x="5175665" y="4340932"/>
              <a:ext cx="13866" cy="83400"/>
            </a:xfrm>
            <a:custGeom>
              <a:avLst/>
              <a:gdLst/>
              <a:ahLst/>
              <a:cxnLst/>
              <a:rect l="l" t="t" r="r" b="b"/>
              <a:pathLst>
                <a:path w="269" h="1618" extrusionOk="0">
                  <a:moveTo>
                    <a:pt x="98" y="1"/>
                  </a:moveTo>
                  <a:lnTo>
                    <a:pt x="36" y="10"/>
                  </a:lnTo>
                  <a:lnTo>
                    <a:pt x="0" y="45"/>
                  </a:lnTo>
                  <a:lnTo>
                    <a:pt x="0" y="81"/>
                  </a:lnTo>
                  <a:lnTo>
                    <a:pt x="116" y="1546"/>
                  </a:lnTo>
                  <a:lnTo>
                    <a:pt x="125" y="1581"/>
                  </a:lnTo>
                  <a:lnTo>
                    <a:pt x="170" y="1617"/>
                  </a:lnTo>
                  <a:lnTo>
                    <a:pt x="232" y="1608"/>
                  </a:lnTo>
                  <a:lnTo>
                    <a:pt x="268" y="1572"/>
                  </a:lnTo>
                  <a:lnTo>
                    <a:pt x="268" y="1537"/>
                  </a:lnTo>
                  <a:lnTo>
                    <a:pt x="206" y="804"/>
                  </a:lnTo>
                  <a:lnTo>
                    <a:pt x="152" y="72"/>
                  </a:lnTo>
                  <a:lnTo>
                    <a:pt x="143" y="36"/>
                  </a:lnTo>
                  <a:lnTo>
                    <a:pt x="98"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598;p33">
              <a:extLst>
                <a:ext uri="{FF2B5EF4-FFF2-40B4-BE49-F238E27FC236}">
                  <a16:creationId xmlns:a16="http://schemas.microsoft.com/office/drawing/2014/main" id="{494579DD-7949-425E-BCDD-879F54C9C10A}"/>
                </a:ext>
              </a:extLst>
            </p:cNvPr>
            <p:cNvSpPr/>
            <p:nvPr/>
          </p:nvSpPr>
          <p:spPr>
            <a:xfrm>
              <a:off x="4290966" y="4362116"/>
              <a:ext cx="36906" cy="79689"/>
            </a:xfrm>
            <a:custGeom>
              <a:avLst/>
              <a:gdLst/>
              <a:ahLst/>
              <a:cxnLst/>
              <a:rect l="l" t="t" r="r" b="b"/>
              <a:pathLst>
                <a:path w="716" h="1546" extrusionOk="0">
                  <a:moveTo>
                    <a:pt x="81" y="0"/>
                  </a:moveTo>
                  <a:lnTo>
                    <a:pt x="28" y="18"/>
                  </a:lnTo>
                  <a:lnTo>
                    <a:pt x="1" y="63"/>
                  </a:lnTo>
                  <a:lnTo>
                    <a:pt x="10" y="99"/>
                  </a:lnTo>
                  <a:lnTo>
                    <a:pt x="287" y="795"/>
                  </a:lnTo>
                  <a:lnTo>
                    <a:pt x="572" y="1492"/>
                  </a:lnTo>
                  <a:lnTo>
                    <a:pt x="590" y="1519"/>
                  </a:lnTo>
                  <a:lnTo>
                    <a:pt x="644" y="1545"/>
                  </a:lnTo>
                  <a:lnTo>
                    <a:pt x="697" y="1519"/>
                  </a:lnTo>
                  <a:lnTo>
                    <a:pt x="715" y="1474"/>
                  </a:lnTo>
                  <a:lnTo>
                    <a:pt x="715" y="1438"/>
                  </a:lnTo>
                  <a:lnTo>
                    <a:pt x="429" y="742"/>
                  </a:lnTo>
                  <a:lnTo>
                    <a:pt x="153" y="45"/>
                  </a:lnTo>
                  <a:lnTo>
                    <a:pt x="135" y="18"/>
                  </a:lnTo>
                  <a:lnTo>
                    <a:pt x="81"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599;p33">
              <a:extLst>
                <a:ext uri="{FF2B5EF4-FFF2-40B4-BE49-F238E27FC236}">
                  <a16:creationId xmlns:a16="http://schemas.microsoft.com/office/drawing/2014/main" id="{82470D1D-7ED6-4BC3-9A27-AAA74CCBD388}"/>
                </a:ext>
              </a:extLst>
            </p:cNvPr>
            <p:cNvSpPr/>
            <p:nvPr/>
          </p:nvSpPr>
          <p:spPr>
            <a:xfrm>
              <a:off x="4329624" y="4448195"/>
              <a:ext cx="16185" cy="47937"/>
            </a:xfrm>
            <a:custGeom>
              <a:avLst/>
              <a:gdLst/>
              <a:ahLst/>
              <a:cxnLst/>
              <a:rect l="l" t="t" r="r" b="b"/>
              <a:pathLst>
                <a:path w="314" h="930" extrusionOk="0">
                  <a:moveTo>
                    <a:pt x="90" y="0"/>
                  </a:moveTo>
                  <a:lnTo>
                    <a:pt x="37" y="18"/>
                  </a:lnTo>
                  <a:lnTo>
                    <a:pt x="1" y="63"/>
                  </a:lnTo>
                  <a:lnTo>
                    <a:pt x="10" y="99"/>
                  </a:lnTo>
                  <a:lnTo>
                    <a:pt x="90" y="492"/>
                  </a:lnTo>
                  <a:lnTo>
                    <a:pt x="171" y="876"/>
                  </a:lnTo>
                  <a:lnTo>
                    <a:pt x="180" y="902"/>
                  </a:lnTo>
                  <a:lnTo>
                    <a:pt x="233" y="929"/>
                  </a:lnTo>
                  <a:lnTo>
                    <a:pt x="287" y="911"/>
                  </a:lnTo>
                  <a:lnTo>
                    <a:pt x="313" y="858"/>
                  </a:lnTo>
                  <a:lnTo>
                    <a:pt x="313" y="822"/>
                  </a:lnTo>
                  <a:lnTo>
                    <a:pt x="153" y="45"/>
                  </a:lnTo>
                  <a:lnTo>
                    <a:pt x="135" y="18"/>
                  </a:lnTo>
                  <a:lnTo>
                    <a:pt x="90"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600;p33">
              <a:extLst>
                <a:ext uri="{FF2B5EF4-FFF2-40B4-BE49-F238E27FC236}">
                  <a16:creationId xmlns:a16="http://schemas.microsoft.com/office/drawing/2014/main" id="{6979547D-91F6-435A-A59F-691C5C38DD90}"/>
                </a:ext>
              </a:extLst>
            </p:cNvPr>
            <p:cNvSpPr/>
            <p:nvPr/>
          </p:nvSpPr>
          <p:spPr>
            <a:xfrm>
              <a:off x="4348540" y="4397578"/>
              <a:ext cx="26700" cy="69070"/>
            </a:xfrm>
            <a:custGeom>
              <a:avLst/>
              <a:gdLst/>
              <a:ahLst/>
              <a:cxnLst/>
              <a:rect l="l" t="t" r="r" b="b"/>
              <a:pathLst>
                <a:path w="518" h="1340" extrusionOk="0">
                  <a:moveTo>
                    <a:pt x="80" y="0"/>
                  </a:moveTo>
                  <a:lnTo>
                    <a:pt x="27" y="18"/>
                  </a:lnTo>
                  <a:lnTo>
                    <a:pt x="0" y="72"/>
                  </a:lnTo>
                  <a:lnTo>
                    <a:pt x="0" y="98"/>
                  </a:lnTo>
                  <a:lnTo>
                    <a:pt x="188" y="697"/>
                  </a:lnTo>
                  <a:lnTo>
                    <a:pt x="366" y="1286"/>
                  </a:lnTo>
                  <a:lnTo>
                    <a:pt x="384" y="1313"/>
                  </a:lnTo>
                  <a:lnTo>
                    <a:pt x="438" y="1340"/>
                  </a:lnTo>
                  <a:lnTo>
                    <a:pt x="491" y="1322"/>
                  </a:lnTo>
                  <a:lnTo>
                    <a:pt x="518" y="1268"/>
                  </a:lnTo>
                  <a:lnTo>
                    <a:pt x="509" y="1232"/>
                  </a:lnTo>
                  <a:lnTo>
                    <a:pt x="143" y="54"/>
                  </a:lnTo>
                  <a:lnTo>
                    <a:pt x="134" y="18"/>
                  </a:lnTo>
                  <a:lnTo>
                    <a:pt x="80"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601;p33">
              <a:extLst>
                <a:ext uri="{FF2B5EF4-FFF2-40B4-BE49-F238E27FC236}">
                  <a16:creationId xmlns:a16="http://schemas.microsoft.com/office/drawing/2014/main" id="{C002B571-0BD9-4749-9164-BA37A1E1FF03}"/>
                </a:ext>
              </a:extLst>
            </p:cNvPr>
            <p:cNvSpPr/>
            <p:nvPr/>
          </p:nvSpPr>
          <p:spPr>
            <a:xfrm>
              <a:off x="3907582" y="4232328"/>
              <a:ext cx="78297" cy="65411"/>
            </a:xfrm>
            <a:custGeom>
              <a:avLst/>
              <a:gdLst/>
              <a:ahLst/>
              <a:cxnLst/>
              <a:rect l="l" t="t" r="r" b="b"/>
              <a:pathLst>
                <a:path w="1519" h="1269" extrusionOk="0">
                  <a:moveTo>
                    <a:pt x="63" y="0"/>
                  </a:moveTo>
                  <a:lnTo>
                    <a:pt x="18" y="27"/>
                  </a:lnTo>
                  <a:lnTo>
                    <a:pt x="0" y="81"/>
                  </a:lnTo>
                  <a:lnTo>
                    <a:pt x="18" y="116"/>
                  </a:lnTo>
                  <a:lnTo>
                    <a:pt x="161" y="295"/>
                  </a:lnTo>
                  <a:lnTo>
                    <a:pt x="473" y="625"/>
                  </a:lnTo>
                  <a:lnTo>
                    <a:pt x="822" y="911"/>
                  </a:lnTo>
                  <a:lnTo>
                    <a:pt x="1206" y="1161"/>
                  </a:lnTo>
                  <a:lnTo>
                    <a:pt x="1411" y="1259"/>
                  </a:lnTo>
                  <a:lnTo>
                    <a:pt x="1447" y="1268"/>
                  </a:lnTo>
                  <a:lnTo>
                    <a:pt x="1500" y="1250"/>
                  </a:lnTo>
                  <a:lnTo>
                    <a:pt x="1518" y="1197"/>
                  </a:lnTo>
                  <a:lnTo>
                    <a:pt x="1509" y="1143"/>
                  </a:lnTo>
                  <a:lnTo>
                    <a:pt x="1483" y="1125"/>
                  </a:lnTo>
                  <a:lnTo>
                    <a:pt x="1286" y="1027"/>
                  </a:lnTo>
                  <a:lnTo>
                    <a:pt x="920" y="795"/>
                  </a:lnTo>
                  <a:lnTo>
                    <a:pt x="581" y="518"/>
                  </a:lnTo>
                  <a:lnTo>
                    <a:pt x="277" y="206"/>
                  </a:lnTo>
                  <a:lnTo>
                    <a:pt x="143" y="27"/>
                  </a:lnTo>
                  <a:lnTo>
                    <a:pt x="116"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602;p33">
              <a:extLst>
                <a:ext uri="{FF2B5EF4-FFF2-40B4-BE49-F238E27FC236}">
                  <a16:creationId xmlns:a16="http://schemas.microsoft.com/office/drawing/2014/main" id="{F1DDBDA2-27A3-4F5C-AFB6-BBCBC66FC7BC}"/>
                </a:ext>
              </a:extLst>
            </p:cNvPr>
            <p:cNvSpPr/>
            <p:nvPr/>
          </p:nvSpPr>
          <p:spPr>
            <a:xfrm>
              <a:off x="4019896" y="4310108"/>
              <a:ext cx="96235" cy="52060"/>
            </a:xfrm>
            <a:custGeom>
              <a:avLst/>
              <a:gdLst/>
              <a:ahLst/>
              <a:cxnLst/>
              <a:rect l="l" t="t" r="r" b="b"/>
              <a:pathLst>
                <a:path w="1867" h="1010" extrusionOk="0">
                  <a:moveTo>
                    <a:pt x="71" y="0"/>
                  </a:moveTo>
                  <a:lnTo>
                    <a:pt x="18" y="18"/>
                  </a:lnTo>
                  <a:lnTo>
                    <a:pt x="0" y="72"/>
                  </a:lnTo>
                  <a:lnTo>
                    <a:pt x="9" y="125"/>
                  </a:lnTo>
                  <a:lnTo>
                    <a:pt x="36" y="143"/>
                  </a:lnTo>
                  <a:lnTo>
                    <a:pt x="893" y="572"/>
                  </a:lnTo>
                  <a:lnTo>
                    <a:pt x="1750" y="1001"/>
                  </a:lnTo>
                  <a:lnTo>
                    <a:pt x="1786" y="1009"/>
                  </a:lnTo>
                  <a:lnTo>
                    <a:pt x="1840" y="983"/>
                  </a:lnTo>
                  <a:lnTo>
                    <a:pt x="1866" y="938"/>
                  </a:lnTo>
                  <a:lnTo>
                    <a:pt x="1849" y="884"/>
                  </a:lnTo>
                  <a:lnTo>
                    <a:pt x="1822" y="867"/>
                  </a:lnTo>
                  <a:lnTo>
                    <a:pt x="107" y="9"/>
                  </a:lnTo>
                  <a:lnTo>
                    <a:pt x="71"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603;p33">
              <a:extLst>
                <a:ext uri="{FF2B5EF4-FFF2-40B4-BE49-F238E27FC236}">
                  <a16:creationId xmlns:a16="http://schemas.microsoft.com/office/drawing/2014/main" id="{BFA986E8-1C3F-4CB3-9DEF-A1561E041FB5}"/>
                </a:ext>
              </a:extLst>
            </p:cNvPr>
            <p:cNvSpPr/>
            <p:nvPr/>
          </p:nvSpPr>
          <p:spPr>
            <a:xfrm>
              <a:off x="3992269" y="4250730"/>
              <a:ext cx="85668" cy="52988"/>
            </a:xfrm>
            <a:custGeom>
              <a:avLst/>
              <a:gdLst/>
              <a:ahLst/>
              <a:cxnLst/>
              <a:rect l="l" t="t" r="r" b="b"/>
              <a:pathLst>
                <a:path w="1662" h="1028" extrusionOk="0">
                  <a:moveTo>
                    <a:pt x="81" y="0"/>
                  </a:moveTo>
                  <a:lnTo>
                    <a:pt x="27" y="27"/>
                  </a:lnTo>
                  <a:lnTo>
                    <a:pt x="0" y="72"/>
                  </a:lnTo>
                  <a:lnTo>
                    <a:pt x="18" y="134"/>
                  </a:lnTo>
                  <a:lnTo>
                    <a:pt x="45" y="152"/>
                  </a:lnTo>
                  <a:lnTo>
                    <a:pt x="795" y="581"/>
                  </a:lnTo>
                  <a:lnTo>
                    <a:pt x="1554" y="1010"/>
                  </a:lnTo>
                  <a:lnTo>
                    <a:pt x="1581" y="1027"/>
                  </a:lnTo>
                  <a:lnTo>
                    <a:pt x="1634" y="1001"/>
                  </a:lnTo>
                  <a:lnTo>
                    <a:pt x="1661" y="956"/>
                  </a:lnTo>
                  <a:lnTo>
                    <a:pt x="1643" y="893"/>
                  </a:lnTo>
                  <a:lnTo>
                    <a:pt x="1617" y="876"/>
                  </a:lnTo>
                  <a:lnTo>
                    <a:pt x="866" y="447"/>
                  </a:lnTo>
                  <a:lnTo>
                    <a:pt x="107" y="18"/>
                  </a:lnTo>
                  <a:lnTo>
                    <a:pt x="81"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604;p33">
              <a:extLst>
                <a:ext uri="{FF2B5EF4-FFF2-40B4-BE49-F238E27FC236}">
                  <a16:creationId xmlns:a16="http://schemas.microsoft.com/office/drawing/2014/main" id="{E5350D4A-C591-429A-9CF6-62788D958EE4}"/>
                </a:ext>
              </a:extLst>
            </p:cNvPr>
            <p:cNvSpPr/>
            <p:nvPr/>
          </p:nvSpPr>
          <p:spPr>
            <a:xfrm>
              <a:off x="5079433" y="3127174"/>
              <a:ext cx="151491" cy="123399"/>
            </a:xfrm>
            <a:custGeom>
              <a:avLst/>
              <a:gdLst/>
              <a:ahLst/>
              <a:cxnLst/>
              <a:rect l="l" t="t" r="r" b="b"/>
              <a:pathLst>
                <a:path w="2939" h="2394" extrusionOk="0">
                  <a:moveTo>
                    <a:pt x="72" y="0"/>
                  </a:moveTo>
                  <a:lnTo>
                    <a:pt x="19" y="18"/>
                  </a:lnTo>
                  <a:lnTo>
                    <a:pt x="1" y="72"/>
                  </a:lnTo>
                  <a:lnTo>
                    <a:pt x="10" y="125"/>
                  </a:lnTo>
                  <a:lnTo>
                    <a:pt x="37" y="143"/>
                  </a:lnTo>
                  <a:lnTo>
                    <a:pt x="438" y="358"/>
                  </a:lnTo>
                  <a:lnTo>
                    <a:pt x="1180" y="840"/>
                  </a:lnTo>
                  <a:lnTo>
                    <a:pt x="1876" y="1402"/>
                  </a:lnTo>
                  <a:lnTo>
                    <a:pt x="2510" y="2028"/>
                  </a:lnTo>
                  <a:lnTo>
                    <a:pt x="2796" y="2367"/>
                  </a:lnTo>
                  <a:lnTo>
                    <a:pt x="2823" y="2394"/>
                  </a:lnTo>
                  <a:lnTo>
                    <a:pt x="2885" y="2394"/>
                  </a:lnTo>
                  <a:lnTo>
                    <a:pt x="2930" y="2367"/>
                  </a:lnTo>
                  <a:lnTo>
                    <a:pt x="2939" y="2313"/>
                  </a:lnTo>
                  <a:lnTo>
                    <a:pt x="2921" y="2287"/>
                  </a:lnTo>
                  <a:lnTo>
                    <a:pt x="2626" y="1938"/>
                  </a:lnTo>
                  <a:lnTo>
                    <a:pt x="1974" y="1295"/>
                  </a:lnTo>
                  <a:lnTo>
                    <a:pt x="1269" y="724"/>
                  </a:lnTo>
                  <a:lnTo>
                    <a:pt x="510" y="224"/>
                  </a:lnTo>
                  <a:lnTo>
                    <a:pt x="108" y="9"/>
                  </a:lnTo>
                  <a:lnTo>
                    <a:pt x="72"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605;p33">
              <a:extLst>
                <a:ext uri="{FF2B5EF4-FFF2-40B4-BE49-F238E27FC236}">
                  <a16:creationId xmlns:a16="http://schemas.microsoft.com/office/drawing/2014/main" id="{DFC98665-85D2-4DF4-8FC7-811CCFA9488B}"/>
                </a:ext>
              </a:extLst>
            </p:cNvPr>
            <p:cNvSpPr/>
            <p:nvPr/>
          </p:nvSpPr>
          <p:spPr>
            <a:xfrm>
              <a:off x="5262207" y="3284126"/>
              <a:ext cx="77369" cy="98090"/>
            </a:xfrm>
            <a:custGeom>
              <a:avLst/>
              <a:gdLst/>
              <a:ahLst/>
              <a:cxnLst/>
              <a:rect l="l" t="t" r="r" b="b"/>
              <a:pathLst>
                <a:path w="1501" h="1903" extrusionOk="0">
                  <a:moveTo>
                    <a:pt x="54" y="1"/>
                  </a:moveTo>
                  <a:lnTo>
                    <a:pt x="9" y="36"/>
                  </a:lnTo>
                  <a:lnTo>
                    <a:pt x="0" y="90"/>
                  </a:lnTo>
                  <a:lnTo>
                    <a:pt x="18" y="117"/>
                  </a:lnTo>
                  <a:lnTo>
                    <a:pt x="688" y="992"/>
                  </a:lnTo>
                  <a:lnTo>
                    <a:pt x="1357" y="1876"/>
                  </a:lnTo>
                  <a:lnTo>
                    <a:pt x="1384" y="1894"/>
                  </a:lnTo>
                  <a:lnTo>
                    <a:pt x="1447" y="1903"/>
                  </a:lnTo>
                  <a:lnTo>
                    <a:pt x="1491" y="1867"/>
                  </a:lnTo>
                  <a:lnTo>
                    <a:pt x="1500" y="1813"/>
                  </a:lnTo>
                  <a:lnTo>
                    <a:pt x="1482" y="1787"/>
                  </a:lnTo>
                  <a:lnTo>
                    <a:pt x="813" y="911"/>
                  </a:lnTo>
                  <a:lnTo>
                    <a:pt x="143" y="36"/>
                  </a:lnTo>
                  <a:lnTo>
                    <a:pt x="116" y="9"/>
                  </a:lnTo>
                  <a:lnTo>
                    <a:pt x="54"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606;p33">
              <a:extLst>
                <a:ext uri="{FF2B5EF4-FFF2-40B4-BE49-F238E27FC236}">
                  <a16:creationId xmlns:a16="http://schemas.microsoft.com/office/drawing/2014/main" id="{59416C53-1422-4ED5-A92C-3EC68E6B2AD4}"/>
                </a:ext>
              </a:extLst>
            </p:cNvPr>
            <p:cNvSpPr/>
            <p:nvPr/>
          </p:nvSpPr>
          <p:spPr>
            <a:xfrm>
              <a:off x="5155408" y="3243148"/>
              <a:ext cx="91183" cy="73709"/>
            </a:xfrm>
            <a:custGeom>
              <a:avLst/>
              <a:gdLst/>
              <a:ahLst/>
              <a:cxnLst/>
              <a:rect l="l" t="t" r="r" b="b"/>
              <a:pathLst>
                <a:path w="1769" h="1430" extrusionOk="0">
                  <a:moveTo>
                    <a:pt x="99" y="1"/>
                  </a:moveTo>
                  <a:lnTo>
                    <a:pt x="36" y="10"/>
                  </a:lnTo>
                  <a:lnTo>
                    <a:pt x="0" y="54"/>
                  </a:lnTo>
                  <a:lnTo>
                    <a:pt x="0" y="108"/>
                  </a:lnTo>
                  <a:lnTo>
                    <a:pt x="27" y="135"/>
                  </a:lnTo>
                  <a:lnTo>
                    <a:pt x="840" y="778"/>
                  </a:lnTo>
                  <a:lnTo>
                    <a:pt x="1643" y="1412"/>
                  </a:lnTo>
                  <a:lnTo>
                    <a:pt x="1679" y="1430"/>
                  </a:lnTo>
                  <a:lnTo>
                    <a:pt x="1733" y="1421"/>
                  </a:lnTo>
                  <a:lnTo>
                    <a:pt x="1768" y="1376"/>
                  </a:lnTo>
                  <a:lnTo>
                    <a:pt x="1768" y="1322"/>
                  </a:lnTo>
                  <a:lnTo>
                    <a:pt x="1742" y="1296"/>
                  </a:lnTo>
                  <a:lnTo>
                    <a:pt x="938" y="662"/>
                  </a:lnTo>
                  <a:lnTo>
                    <a:pt x="125" y="19"/>
                  </a:lnTo>
                  <a:lnTo>
                    <a:pt x="99"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607;p33">
              <a:extLst>
                <a:ext uri="{FF2B5EF4-FFF2-40B4-BE49-F238E27FC236}">
                  <a16:creationId xmlns:a16="http://schemas.microsoft.com/office/drawing/2014/main" id="{E2B13D05-892B-4796-90EC-67160DDB2724}"/>
                </a:ext>
              </a:extLst>
            </p:cNvPr>
            <p:cNvSpPr/>
            <p:nvPr/>
          </p:nvSpPr>
          <p:spPr>
            <a:xfrm>
              <a:off x="5350554" y="3410718"/>
              <a:ext cx="34587" cy="64947"/>
            </a:xfrm>
            <a:custGeom>
              <a:avLst/>
              <a:gdLst/>
              <a:ahLst/>
              <a:cxnLst/>
              <a:rect l="l" t="t" r="r" b="b"/>
              <a:pathLst>
                <a:path w="671" h="1260" extrusionOk="0">
                  <a:moveTo>
                    <a:pt x="81" y="0"/>
                  </a:moveTo>
                  <a:lnTo>
                    <a:pt x="27" y="18"/>
                  </a:lnTo>
                  <a:lnTo>
                    <a:pt x="1" y="63"/>
                  </a:lnTo>
                  <a:lnTo>
                    <a:pt x="10" y="99"/>
                  </a:lnTo>
                  <a:lnTo>
                    <a:pt x="268" y="652"/>
                  </a:lnTo>
                  <a:lnTo>
                    <a:pt x="519" y="1206"/>
                  </a:lnTo>
                  <a:lnTo>
                    <a:pt x="536" y="1233"/>
                  </a:lnTo>
                  <a:lnTo>
                    <a:pt x="599" y="1259"/>
                  </a:lnTo>
                  <a:lnTo>
                    <a:pt x="652" y="1233"/>
                  </a:lnTo>
                  <a:lnTo>
                    <a:pt x="670" y="1188"/>
                  </a:lnTo>
                  <a:lnTo>
                    <a:pt x="661" y="1161"/>
                  </a:lnTo>
                  <a:lnTo>
                    <a:pt x="411" y="599"/>
                  </a:lnTo>
                  <a:lnTo>
                    <a:pt x="152" y="45"/>
                  </a:lnTo>
                  <a:lnTo>
                    <a:pt x="135" y="18"/>
                  </a:lnTo>
                  <a:lnTo>
                    <a:pt x="81" y="0"/>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608;p33">
              <a:extLst>
                <a:ext uri="{FF2B5EF4-FFF2-40B4-BE49-F238E27FC236}">
                  <a16:creationId xmlns:a16="http://schemas.microsoft.com/office/drawing/2014/main" id="{5B2C03CA-1599-4B99-868D-BA28AB93B845}"/>
                </a:ext>
              </a:extLst>
            </p:cNvPr>
            <p:cNvSpPr/>
            <p:nvPr/>
          </p:nvSpPr>
          <p:spPr>
            <a:xfrm>
              <a:off x="3988094" y="2081863"/>
              <a:ext cx="156594" cy="286796"/>
            </a:xfrm>
            <a:custGeom>
              <a:avLst/>
              <a:gdLst/>
              <a:ahLst/>
              <a:cxnLst/>
              <a:rect l="l" t="t" r="r" b="b"/>
              <a:pathLst>
                <a:path w="3038" h="5564" extrusionOk="0">
                  <a:moveTo>
                    <a:pt x="1" y="1"/>
                  </a:moveTo>
                  <a:lnTo>
                    <a:pt x="287" y="90"/>
                  </a:lnTo>
                  <a:lnTo>
                    <a:pt x="555" y="224"/>
                  </a:lnTo>
                  <a:lnTo>
                    <a:pt x="814" y="402"/>
                  </a:lnTo>
                  <a:lnTo>
                    <a:pt x="1171" y="751"/>
                  </a:lnTo>
                  <a:lnTo>
                    <a:pt x="1573" y="1358"/>
                  </a:lnTo>
                  <a:lnTo>
                    <a:pt x="1903" y="2090"/>
                  </a:lnTo>
                  <a:lnTo>
                    <a:pt x="2135" y="2947"/>
                  </a:lnTo>
                  <a:lnTo>
                    <a:pt x="2260" y="3903"/>
                  </a:lnTo>
                  <a:lnTo>
                    <a:pt x="2287" y="4930"/>
                  </a:lnTo>
                  <a:lnTo>
                    <a:pt x="2251" y="5466"/>
                  </a:lnTo>
                  <a:lnTo>
                    <a:pt x="3001" y="5564"/>
                  </a:lnTo>
                  <a:lnTo>
                    <a:pt x="3037" y="5028"/>
                  </a:lnTo>
                  <a:lnTo>
                    <a:pt x="3019" y="3992"/>
                  </a:lnTo>
                  <a:lnTo>
                    <a:pt x="2885" y="3046"/>
                  </a:lnTo>
                  <a:lnTo>
                    <a:pt x="2653" y="2188"/>
                  </a:lnTo>
                  <a:lnTo>
                    <a:pt x="2332" y="1447"/>
                  </a:lnTo>
                  <a:lnTo>
                    <a:pt x="1921" y="849"/>
                  </a:lnTo>
                  <a:lnTo>
                    <a:pt x="1573" y="501"/>
                  </a:lnTo>
                  <a:lnTo>
                    <a:pt x="1314" y="322"/>
                  </a:lnTo>
                  <a:lnTo>
                    <a:pt x="1046" y="188"/>
                  </a:lnTo>
                  <a:lnTo>
                    <a:pt x="760" y="99"/>
                  </a:lnTo>
                  <a:lnTo>
                    <a:pt x="608" y="72"/>
                  </a:lnTo>
                  <a:lnTo>
                    <a:pt x="1"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609;p33">
              <a:extLst>
                <a:ext uri="{FF2B5EF4-FFF2-40B4-BE49-F238E27FC236}">
                  <a16:creationId xmlns:a16="http://schemas.microsoft.com/office/drawing/2014/main" id="{76D0FB1A-9389-466E-A8A0-0301BE6C6268}"/>
                </a:ext>
              </a:extLst>
            </p:cNvPr>
            <p:cNvSpPr/>
            <p:nvPr/>
          </p:nvSpPr>
          <p:spPr>
            <a:xfrm>
              <a:off x="3909850" y="2363550"/>
              <a:ext cx="232983" cy="284992"/>
            </a:xfrm>
            <a:custGeom>
              <a:avLst/>
              <a:gdLst/>
              <a:ahLst/>
              <a:cxnLst/>
              <a:rect l="l" t="t" r="r" b="b"/>
              <a:pathLst>
                <a:path w="4520" h="5529" extrusionOk="0">
                  <a:moveTo>
                    <a:pt x="3769" y="1"/>
                  </a:moveTo>
                  <a:lnTo>
                    <a:pt x="3707" y="563"/>
                  </a:lnTo>
                  <a:lnTo>
                    <a:pt x="3483" y="1635"/>
                  </a:lnTo>
                  <a:lnTo>
                    <a:pt x="3162" y="2608"/>
                  </a:lnTo>
                  <a:lnTo>
                    <a:pt x="2751" y="3483"/>
                  </a:lnTo>
                  <a:lnTo>
                    <a:pt x="2269" y="4216"/>
                  </a:lnTo>
                  <a:lnTo>
                    <a:pt x="1724" y="4796"/>
                  </a:lnTo>
                  <a:lnTo>
                    <a:pt x="1287" y="5118"/>
                  </a:lnTo>
                  <a:lnTo>
                    <a:pt x="974" y="5278"/>
                  </a:lnTo>
                  <a:lnTo>
                    <a:pt x="671" y="5377"/>
                  </a:lnTo>
                  <a:lnTo>
                    <a:pt x="349" y="5430"/>
                  </a:lnTo>
                  <a:lnTo>
                    <a:pt x="188" y="5439"/>
                  </a:lnTo>
                  <a:lnTo>
                    <a:pt x="90" y="5430"/>
                  </a:lnTo>
                  <a:lnTo>
                    <a:pt x="1" y="5421"/>
                  </a:lnTo>
                  <a:lnTo>
                    <a:pt x="751" y="5519"/>
                  </a:lnTo>
                  <a:lnTo>
                    <a:pt x="849" y="5528"/>
                  </a:lnTo>
                  <a:lnTo>
                    <a:pt x="1108" y="5528"/>
                  </a:lnTo>
                  <a:lnTo>
                    <a:pt x="1421" y="5475"/>
                  </a:lnTo>
                  <a:lnTo>
                    <a:pt x="1733" y="5368"/>
                  </a:lnTo>
                  <a:lnTo>
                    <a:pt x="2037" y="5216"/>
                  </a:lnTo>
                  <a:lnTo>
                    <a:pt x="2474" y="4894"/>
                  </a:lnTo>
                  <a:lnTo>
                    <a:pt x="3019" y="4314"/>
                  </a:lnTo>
                  <a:lnTo>
                    <a:pt x="3510" y="3573"/>
                  </a:lnTo>
                  <a:lnTo>
                    <a:pt x="3921" y="2706"/>
                  </a:lnTo>
                  <a:lnTo>
                    <a:pt x="4243" y="1724"/>
                  </a:lnTo>
                  <a:lnTo>
                    <a:pt x="4457" y="661"/>
                  </a:lnTo>
                  <a:lnTo>
                    <a:pt x="4519" y="99"/>
                  </a:lnTo>
                  <a:lnTo>
                    <a:pt x="3769"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610;p33">
              <a:extLst>
                <a:ext uri="{FF2B5EF4-FFF2-40B4-BE49-F238E27FC236}">
                  <a16:creationId xmlns:a16="http://schemas.microsoft.com/office/drawing/2014/main" id="{E4F791FC-2C10-4E29-91A0-E38669AD7749}"/>
                </a:ext>
              </a:extLst>
            </p:cNvPr>
            <p:cNvSpPr/>
            <p:nvPr/>
          </p:nvSpPr>
          <p:spPr>
            <a:xfrm>
              <a:off x="3784186" y="2080007"/>
              <a:ext cx="321795" cy="563954"/>
            </a:xfrm>
            <a:custGeom>
              <a:avLst/>
              <a:gdLst/>
              <a:ahLst/>
              <a:cxnLst/>
              <a:rect l="l" t="t" r="r" b="b"/>
              <a:pathLst>
                <a:path w="6243" h="10941" extrusionOk="0">
                  <a:moveTo>
                    <a:pt x="3609" y="1"/>
                  </a:moveTo>
                  <a:lnTo>
                    <a:pt x="3457" y="10"/>
                  </a:lnTo>
                  <a:lnTo>
                    <a:pt x="3135" y="54"/>
                  </a:lnTo>
                  <a:lnTo>
                    <a:pt x="2823" y="162"/>
                  </a:lnTo>
                  <a:lnTo>
                    <a:pt x="2519" y="322"/>
                  </a:lnTo>
                  <a:lnTo>
                    <a:pt x="2082" y="635"/>
                  </a:lnTo>
                  <a:lnTo>
                    <a:pt x="1537" y="1224"/>
                  </a:lnTo>
                  <a:lnTo>
                    <a:pt x="1055" y="1956"/>
                  </a:lnTo>
                  <a:lnTo>
                    <a:pt x="644" y="2823"/>
                  </a:lnTo>
                  <a:lnTo>
                    <a:pt x="322" y="3805"/>
                  </a:lnTo>
                  <a:lnTo>
                    <a:pt x="99" y="4868"/>
                  </a:lnTo>
                  <a:lnTo>
                    <a:pt x="37" y="5430"/>
                  </a:lnTo>
                  <a:lnTo>
                    <a:pt x="1" y="5993"/>
                  </a:lnTo>
                  <a:lnTo>
                    <a:pt x="28" y="7064"/>
                  </a:lnTo>
                  <a:lnTo>
                    <a:pt x="171" y="8047"/>
                  </a:lnTo>
                  <a:lnTo>
                    <a:pt x="430" y="8922"/>
                  </a:lnTo>
                  <a:lnTo>
                    <a:pt x="778" y="9672"/>
                  </a:lnTo>
                  <a:lnTo>
                    <a:pt x="1099" y="10127"/>
                  </a:lnTo>
                  <a:lnTo>
                    <a:pt x="1340" y="10386"/>
                  </a:lnTo>
                  <a:lnTo>
                    <a:pt x="1599" y="10592"/>
                  </a:lnTo>
                  <a:lnTo>
                    <a:pt x="1876" y="10761"/>
                  </a:lnTo>
                  <a:lnTo>
                    <a:pt x="2162" y="10869"/>
                  </a:lnTo>
                  <a:lnTo>
                    <a:pt x="2475" y="10931"/>
                  </a:lnTo>
                  <a:lnTo>
                    <a:pt x="2626" y="10940"/>
                  </a:lnTo>
                  <a:lnTo>
                    <a:pt x="2787" y="10931"/>
                  </a:lnTo>
                  <a:lnTo>
                    <a:pt x="3109" y="10878"/>
                  </a:lnTo>
                  <a:lnTo>
                    <a:pt x="3412" y="10779"/>
                  </a:lnTo>
                  <a:lnTo>
                    <a:pt x="3725" y="10619"/>
                  </a:lnTo>
                  <a:lnTo>
                    <a:pt x="4162" y="10297"/>
                  </a:lnTo>
                  <a:lnTo>
                    <a:pt x="4707" y="9717"/>
                  </a:lnTo>
                  <a:lnTo>
                    <a:pt x="5189" y="8984"/>
                  </a:lnTo>
                  <a:lnTo>
                    <a:pt x="5600" y="8109"/>
                  </a:lnTo>
                  <a:lnTo>
                    <a:pt x="5921" y="7136"/>
                  </a:lnTo>
                  <a:lnTo>
                    <a:pt x="6145" y="6064"/>
                  </a:lnTo>
                  <a:lnTo>
                    <a:pt x="6207" y="5502"/>
                  </a:lnTo>
                  <a:lnTo>
                    <a:pt x="6243" y="4948"/>
                  </a:lnTo>
                  <a:lnTo>
                    <a:pt x="6216" y="3876"/>
                  </a:lnTo>
                  <a:lnTo>
                    <a:pt x="6073" y="2894"/>
                  </a:lnTo>
                  <a:lnTo>
                    <a:pt x="5814" y="2019"/>
                  </a:lnTo>
                  <a:lnTo>
                    <a:pt x="5466" y="1269"/>
                  </a:lnTo>
                  <a:lnTo>
                    <a:pt x="5145" y="813"/>
                  </a:lnTo>
                  <a:lnTo>
                    <a:pt x="4903" y="554"/>
                  </a:lnTo>
                  <a:lnTo>
                    <a:pt x="4644" y="349"/>
                  </a:lnTo>
                  <a:lnTo>
                    <a:pt x="4368" y="179"/>
                  </a:lnTo>
                  <a:lnTo>
                    <a:pt x="4073" y="72"/>
                  </a:lnTo>
                  <a:lnTo>
                    <a:pt x="3769" y="10"/>
                  </a:lnTo>
                  <a:lnTo>
                    <a:pt x="3609"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611;p33">
              <a:extLst>
                <a:ext uri="{FF2B5EF4-FFF2-40B4-BE49-F238E27FC236}">
                  <a16:creationId xmlns:a16="http://schemas.microsoft.com/office/drawing/2014/main" id="{F2944E16-582F-4072-8A27-A898C9ABD845}"/>
                </a:ext>
              </a:extLst>
            </p:cNvPr>
            <p:cNvSpPr/>
            <p:nvPr/>
          </p:nvSpPr>
          <p:spPr>
            <a:xfrm>
              <a:off x="3803103" y="2128819"/>
              <a:ext cx="267931" cy="468647"/>
            </a:xfrm>
            <a:custGeom>
              <a:avLst/>
              <a:gdLst/>
              <a:ahLst/>
              <a:cxnLst/>
              <a:rect l="l" t="t" r="r" b="b"/>
              <a:pathLst>
                <a:path w="5198" h="9092" extrusionOk="0">
                  <a:moveTo>
                    <a:pt x="2875" y="0"/>
                  </a:moveTo>
                  <a:lnTo>
                    <a:pt x="2617" y="45"/>
                  </a:lnTo>
                  <a:lnTo>
                    <a:pt x="2224" y="188"/>
                  </a:lnTo>
                  <a:lnTo>
                    <a:pt x="1732" y="527"/>
                  </a:lnTo>
                  <a:lnTo>
                    <a:pt x="1277" y="1009"/>
                  </a:lnTo>
                  <a:lnTo>
                    <a:pt x="875" y="1626"/>
                  </a:lnTo>
                  <a:lnTo>
                    <a:pt x="536" y="2349"/>
                  </a:lnTo>
                  <a:lnTo>
                    <a:pt x="268" y="3162"/>
                  </a:lnTo>
                  <a:lnTo>
                    <a:pt x="89" y="4046"/>
                  </a:lnTo>
                  <a:lnTo>
                    <a:pt x="36" y="4519"/>
                  </a:lnTo>
                  <a:lnTo>
                    <a:pt x="0" y="4983"/>
                  </a:lnTo>
                  <a:lnTo>
                    <a:pt x="27" y="5867"/>
                  </a:lnTo>
                  <a:lnTo>
                    <a:pt x="143" y="6689"/>
                  </a:lnTo>
                  <a:lnTo>
                    <a:pt x="357" y="7421"/>
                  </a:lnTo>
                  <a:lnTo>
                    <a:pt x="652" y="8037"/>
                  </a:lnTo>
                  <a:lnTo>
                    <a:pt x="1018" y="8537"/>
                  </a:lnTo>
                  <a:lnTo>
                    <a:pt x="1331" y="8805"/>
                  </a:lnTo>
                  <a:lnTo>
                    <a:pt x="1563" y="8948"/>
                  </a:lnTo>
                  <a:lnTo>
                    <a:pt x="1804" y="9038"/>
                  </a:lnTo>
                  <a:lnTo>
                    <a:pt x="2063" y="9091"/>
                  </a:lnTo>
                  <a:lnTo>
                    <a:pt x="2322" y="9091"/>
                  </a:lnTo>
                  <a:lnTo>
                    <a:pt x="2590" y="9046"/>
                  </a:lnTo>
                  <a:lnTo>
                    <a:pt x="2974" y="8904"/>
                  </a:lnTo>
                  <a:lnTo>
                    <a:pt x="3465" y="8564"/>
                  </a:lnTo>
                  <a:lnTo>
                    <a:pt x="3920" y="8082"/>
                  </a:lnTo>
                  <a:lnTo>
                    <a:pt x="4322" y="7466"/>
                  </a:lnTo>
                  <a:lnTo>
                    <a:pt x="4661" y="6743"/>
                  </a:lnTo>
                  <a:lnTo>
                    <a:pt x="4929" y="5930"/>
                  </a:lnTo>
                  <a:lnTo>
                    <a:pt x="5108" y="5046"/>
                  </a:lnTo>
                  <a:lnTo>
                    <a:pt x="5162" y="4573"/>
                  </a:lnTo>
                  <a:lnTo>
                    <a:pt x="5197" y="4108"/>
                  </a:lnTo>
                  <a:lnTo>
                    <a:pt x="5170" y="3224"/>
                  </a:lnTo>
                  <a:lnTo>
                    <a:pt x="5054" y="2403"/>
                  </a:lnTo>
                  <a:lnTo>
                    <a:pt x="4840" y="1670"/>
                  </a:lnTo>
                  <a:lnTo>
                    <a:pt x="4545" y="1054"/>
                  </a:lnTo>
                  <a:lnTo>
                    <a:pt x="4179" y="554"/>
                  </a:lnTo>
                  <a:lnTo>
                    <a:pt x="3867" y="286"/>
                  </a:lnTo>
                  <a:lnTo>
                    <a:pt x="3635" y="152"/>
                  </a:lnTo>
                  <a:lnTo>
                    <a:pt x="3393" y="54"/>
                  </a:lnTo>
                  <a:lnTo>
                    <a:pt x="3143"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612;p33">
              <a:extLst>
                <a:ext uri="{FF2B5EF4-FFF2-40B4-BE49-F238E27FC236}">
                  <a16:creationId xmlns:a16="http://schemas.microsoft.com/office/drawing/2014/main" id="{1A63BB2C-694D-467F-B988-D21C294CA22E}"/>
                </a:ext>
              </a:extLst>
            </p:cNvPr>
            <p:cNvSpPr/>
            <p:nvPr/>
          </p:nvSpPr>
          <p:spPr>
            <a:xfrm>
              <a:off x="4008814" y="2599209"/>
              <a:ext cx="42422" cy="14330"/>
            </a:xfrm>
            <a:custGeom>
              <a:avLst/>
              <a:gdLst/>
              <a:ahLst/>
              <a:cxnLst/>
              <a:rect l="l" t="t" r="r" b="b"/>
              <a:pathLst>
                <a:path w="823" h="278" extrusionOk="0">
                  <a:moveTo>
                    <a:pt x="72" y="1"/>
                  </a:moveTo>
                  <a:lnTo>
                    <a:pt x="19" y="45"/>
                  </a:lnTo>
                  <a:lnTo>
                    <a:pt x="1" y="108"/>
                  </a:lnTo>
                  <a:lnTo>
                    <a:pt x="28" y="170"/>
                  </a:lnTo>
                  <a:lnTo>
                    <a:pt x="72" y="179"/>
                  </a:lnTo>
                  <a:lnTo>
                    <a:pt x="394" y="224"/>
                  </a:lnTo>
                  <a:lnTo>
                    <a:pt x="715" y="278"/>
                  </a:lnTo>
                  <a:lnTo>
                    <a:pt x="751" y="278"/>
                  </a:lnTo>
                  <a:lnTo>
                    <a:pt x="804" y="233"/>
                  </a:lnTo>
                  <a:lnTo>
                    <a:pt x="822" y="170"/>
                  </a:lnTo>
                  <a:lnTo>
                    <a:pt x="795" y="117"/>
                  </a:lnTo>
                  <a:lnTo>
                    <a:pt x="760" y="99"/>
                  </a:lnTo>
                  <a:lnTo>
                    <a:pt x="438" y="54"/>
                  </a:lnTo>
                  <a:lnTo>
                    <a:pt x="11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613;p33">
              <a:extLst>
                <a:ext uri="{FF2B5EF4-FFF2-40B4-BE49-F238E27FC236}">
                  <a16:creationId xmlns:a16="http://schemas.microsoft.com/office/drawing/2014/main" id="{EAB00CD6-E775-4721-9B5A-143C899F8188}"/>
                </a:ext>
              </a:extLst>
            </p:cNvPr>
            <p:cNvSpPr/>
            <p:nvPr/>
          </p:nvSpPr>
          <p:spPr>
            <a:xfrm>
              <a:off x="4050720" y="2544006"/>
              <a:ext cx="38246" cy="17061"/>
            </a:xfrm>
            <a:custGeom>
              <a:avLst/>
              <a:gdLst/>
              <a:ahLst/>
              <a:cxnLst/>
              <a:rect l="l" t="t" r="r" b="b"/>
              <a:pathLst>
                <a:path w="742" h="331" extrusionOk="0">
                  <a:moveTo>
                    <a:pt x="81" y="0"/>
                  </a:moveTo>
                  <a:lnTo>
                    <a:pt x="18" y="45"/>
                  </a:lnTo>
                  <a:lnTo>
                    <a:pt x="0" y="107"/>
                  </a:lnTo>
                  <a:lnTo>
                    <a:pt x="36" y="170"/>
                  </a:lnTo>
                  <a:lnTo>
                    <a:pt x="72" y="179"/>
                  </a:lnTo>
                  <a:lnTo>
                    <a:pt x="349" y="250"/>
                  </a:lnTo>
                  <a:lnTo>
                    <a:pt x="625" y="322"/>
                  </a:lnTo>
                  <a:lnTo>
                    <a:pt x="661" y="331"/>
                  </a:lnTo>
                  <a:lnTo>
                    <a:pt x="724" y="286"/>
                  </a:lnTo>
                  <a:lnTo>
                    <a:pt x="742" y="223"/>
                  </a:lnTo>
                  <a:lnTo>
                    <a:pt x="706" y="161"/>
                  </a:lnTo>
                  <a:lnTo>
                    <a:pt x="670" y="152"/>
                  </a:lnTo>
                  <a:lnTo>
                    <a:pt x="393" y="81"/>
                  </a:lnTo>
                  <a:lnTo>
                    <a:pt x="116" y="9"/>
                  </a:lnTo>
                  <a:lnTo>
                    <a:pt x="81"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614;p33">
              <a:extLst>
                <a:ext uri="{FF2B5EF4-FFF2-40B4-BE49-F238E27FC236}">
                  <a16:creationId xmlns:a16="http://schemas.microsoft.com/office/drawing/2014/main" id="{6FC52D0C-304F-4197-9D99-217CB251C194}"/>
                </a:ext>
              </a:extLst>
            </p:cNvPr>
            <p:cNvSpPr/>
            <p:nvPr/>
          </p:nvSpPr>
          <p:spPr>
            <a:xfrm>
              <a:off x="4074172" y="2497049"/>
              <a:ext cx="41958" cy="15670"/>
            </a:xfrm>
            <a:custGeom>
              <a:avLst/>
              <a:gdLst/>
              <a:ahLst/>
              <a:cxnLst/>
              <a:rect l="l" t="t" r="r" b="b"/>
              <a:pathLst>
                <a:path w="814" h="304" extrusionOk="0">
                  <a:moveTo>
                    <a:pt x="72" y="0"/>
                  </a:moveTo>
                  <a:lnTo>
                    <a:pt x="19" y="36"/>
                  </a:lnTo>
                  <a:lnTo>
                    <a:pt x="1" y="99"/>
                  </a:lnTo>
                  <a:lnTo>
                    <a:pt x="28" y="161"/>
                  </a:lnTo>
                  <a:lnTo>
                    <a:pt x="63" y="170"/>
                  </a:lnTo>
                  <a:lnTo>
                    <a:pt x="697" y="304"/>
                  </a:lnTo>
                  <a:lnTo>
                    <a:pt x="733" y="304"/>
                  </a:lnTo>
                  <a:lnTo>
                    <a:pt x="796" y="268"/>
                  </a:lnTo>
                  <a:lnTo>
                    <a:pt x="813" y="197"/>
                  </a:lnTo>
                  <a:lnTo>
                    <a:pt x="778" y="143"/>
                  </a:lnTo>
                  <a:lnTo>
                    <a:pt x="742" y="125"/>
                  </a:lnTo>
                  <a:lnTo>
                    <a:pt x="117"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615;p33">
              <a:extLst>
                <a:ext uri="{FF2B5EF4-FFF2-40B4-BE49-F238E27FC236}">
                  <a16:creationId xmlns:a16="http://schemas.microsoft.com/office/drawing/2014/main" id="{7A88ABC3-546E-41A4-97EB-ED88D5B2AAD7}"/>
                </a:ext>
              </a:extLst>
            </p:cNvPr>
            <p:cNvSpPr/>
            <p:nvPr/>
          </p:nvSpPr>
          <p:spPr>
            <a:xfrm>
              <a:off x="4098604" y="2440402"/>
              <a:ext cx="32731" cy="14793"/>
            </a:xfrm>
            <a:custGeom>
              <a:avLst/>
              <a:gdLst/>
              <a:ahLst/>
              <a:cxnLst/>
              <a:rect l="l" t="t" r="r" b="b"/>
              <a:pathLst>
                <a:path w="635" h="287" extrusionOk="0">
                  <a:moveTo>
                    <a:pt x="72" y="1"/>
                  </a:moveTo>
                  <a:lnTo>
                    <a:pt x="18" y="37"/>
                  </a:lnTo>
                  <a:lnTo>
                    <a:pt x="0" y="108"/>
                  </a:lnTo>
                  <a:lnTo>
                    <a:pt x="27" y="162"/>
                  </a:lnTo>
                  <a:lnTo>
                    <a:pt x="72" y="180"/>
                  </a:lnTo>
                  <a:lnTo>
                    <a:pt x="295" y="233"/>
                  </a:lnTo>
                  <a:lnTo>
                    <a:pt x="527" y="287"/>
                  </a:lnTo>
                  <a:lnTo>
                    <a:pt x="563" y="287"/>
                  </a:lnTo>
                  <a:lnTo>
                    <a:pt x="625" y="251"/>
                  </a:lnTo>
                  <a:lnTo>
                    <a:pt x="634" y="180"/>
                  </a:lnTo>
                  <a:lnTo>
                    <a:pt x="607" y="126"/>
                  </a:lnTo>
                  <a:lnTo>
                    <a:pt x="572" y="108"/>
                  </a:lnTo>
                  <a:lnTo>
                    <a:pt x="116"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616;p33">
              <a:extLst>
                <a:ext uri="{FF2B5EF4-FFF2-40B4-BE49-F238E27FC236}">
                  <a16:creationId xmlns:a16="http://schemas.microsoft.com/office/drawing/2014/main" id="{020A7B28-D472-47F8-9094-4C7206624AA7}"/>
                </a:ext>
              </a:extLst>
            </p:cNvPr>
            <p:cNvSpPr/>
            <p:nvPr/>
          </p:nvSpPr>
          <p:spPr>
            <a:xfrm>
              <a:off x="4097676" y="2376900"/>
              <a:ext cx="40566" cy="19381"/>
            </a:xfrm>
            <a:custGeom>
              <a:avLst/>
              <a:gdLst/>
              <a:ahLst/>
              <a:cxnLst/>
              <a:rect l="l" t="t" r="r" b="b"/>
              <a:pathLst>
                <a:path w="787" h="376" extrusionOk="0">
                  <a:moveTo>
                    <a:pt x="72" y="1"/>
                  </a:moveTo>
                  <a:lnTo>
                    <a:pt x="18" y="36"/>
                  </a:lnTo>
                  <a:lnTo>
                    <a:pt x="0" y="99"/>
                  </a:lnTo>
                  <a:lnTo>
                    <a:pt x="27" y="161"/>
                  </a:lnTo>
                  <a:lnTo>
                    <a:pt x="63" y="179"/>
                  </a:lnTo>
                  <a:lnTo>
                    <a:pt x="366" y="277"/>
                  </a:lnTo>
                  <a:lnTo>
                    <a:pt x="670" y="367"/>
                  </a:lnTo>
                  <a:lnTo>
                    <a:pt x="715" y="376"/>
                  </a:lnTo>
                  <a:lnTo>
                    <a:pt x="768" y="340"/>
                  </a:lnTo>
                  <a:lnTo>
                    <a:pt x="786" y="277"/>
                  </a:lnTo>
                  <a:lnTo>
                    <a:pt x="750" y="215"/>
                  </a:lnTo>
                  <a:lnTo>
                    <a:pt x="715" y="197"/>
                  </a:lnTo>
                  <a:lnTo>
                    <a:pt x="411" y="99"/>
                  </a:lnTo>
                  <a:lnTo>
                    <a:pt x="10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617;p33">
              <a:extLst>
                <a:ext uri="{FF2B5EF4-FFF2-40B4-BE49-F238E27FC236}">
                  <a16:creationId xmlns:a16="http://schemas.microsoft.com/office/drawing/2014/main" id="{D63117C7-6FFF-4D58-B240-8FD45EF337E8}"/>
                </a:ext>
              </a:extLst>
            </p:cNvPr>
            <p:cNvSpPr/>
            <p:nvPr/>
          </p:nvSpPr>
          <p:spPr>
            <a:xfrm>
              <a:off x="4099944" y="2326748"/>
              <a:ext cx="40566" cy="19845"/>
            </a:xfrm>
            <a:custGeom>
              <a:avLst/>
              <a:gdLst/>
              <a:ahLst/>
              <a:cxnLst/>
              <a:rect l="l" t="t" r="r" b="b"/>
              <a:pathLst>
                <a:path w="787" h="385" extrusionOk="0">
                  <a:moveTo>
                    <a:pt x="72" y="0"/>
                  </a:moveTo>
                  <a:lnTo>
                    <a:pt x="19" y="36"/>
                  </a:lnTo>
                  <a:lnTo>
                    <a:pt x="1" y="99"/>
                  </a:lnTo>
                  <a:lnTo>
                    <a:pt x="28" y="161"/>
                  </a:lnTo>
                  <a:lnTo>
                    <a:pt x="63" y="179"/>
                  </a:lnTo>
                  <a:lnTo>
                    <a:pt x="671" y="375"/>
                  </a:lnTo>
                  <a:lnTo>
                    <a:pt x="715" y="384"/>
                  </a:lnTo>
                  <a:lnTo>
                    <a:pt x="769" y="349"/>
                  </a:lnTo>
                  <a:lnTo>
                    <a:pt x="787" y="286"/>
                  </a:lnTo>
                  <a:lnTo>
                    <a:pt x="760" y="224"/>
                  </a:lnTo>
                  <a:lnTo>
                    <a:pt x="724" y="206"/>
                  </a:lnTo>
                  <a:lnTo>
                    <a:pt x="108" y="9"/>
                  </a:lnTo>
                  <a:lnTo>
                    <a:pt x="72"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618;p33">
              <a:extLst>
                <a:ext uri="{FF2B5EF4-FFF2-40B4-BE49-F238E27FC236}">
                  <a16:creationId xmlns:a16="http://schemas.microsoft.com/office/drawing/2014/main" id="{FE52558D-D26E-4478-9BE0-D68D09355025}"/>
                </a:ext>
              </a:extLst>
            </p:cNvPr>
            <p:cNvSpPr/>
            <p:nvPr/>
          </p:nvSpPr>
          <p:spPr>
            <a:xfrm>
              <a:off x="4108243" y="2283451"/>
              <a:ext cx="38710" cy="14793"/>
            </a:xfrm>
            <a:custGeom>
              <a:avLst/>
              <a:gdLst/>
              <a:ahLst/>
              <a:cxnLst/>
              <a:rect l="l" t="t" r="r" b="b"/>
              <a:pathLst>
                <a:path w="751" h="287" extrusionOk="0">
                  <a:moveTo>
                    <a:pt x="81" y="1"/>
                  </a:moveTo>
                  <a:lnTo>
                    <a:pt x="18" y="46"/>
                  </a:lnTo>
                  <a:lnTo>
                    <a:pt x="1" y="108"/>
                  </a:lnTo>
                  <a:lnTo>
                    <a:pt x="36" y="162"/>
                  </a:lnTo>
                  <a:lnTo>
                    <a:pt x="72" y="179"/>
                  </a:lnTo>
                  <a:lnTo>
                    <a:pt x="358" y="233"/>
                  </a:lnTo>
                  <a:lnTo>
                    <a:pt x="635" y="287"/>
                  </a:lnTo>
                  <a:lnTo>
                    <a:pt x="679" y="287"/>
                  </a:lnTo>
                  <a:lnTo>
                    <a:pt x="733" y="242"/>
                  </a:lnTo>
                  <a:lnTo>
                    <a:pt x="751" y="179"/>
                  </a:lnTo>
                  <a:lnTo>
                    <a:pt x="724" y="117"/>
                  </a:lnTo>
                  <a:lnTo>
                    <a:pt x="688" y="108"/>
                  </a:lnTo>
                  <a:lnTo>
                    <a:pt x="402" y="54"/>
                  </a:lnTo>
                  <a:lnTo>
                    <a:pt x="117"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619;p33">
              <a:extLst>
                <a:ext uri="{FF2B5EF4-FFF2-40B4-BE49-F238E27FC236}">
                  <a16:creationId xmlns:a16="http://schemas.microsoft.com/office/drawing/2014/main" id="{2E7D474B-8863-4F32-89D7-D785F99EA1DC}"/>
                </a:ext>
              </a:extLst>
            </p:cNvPr>
            <p:cNvSpPr/>
            <p:nvPr/>
          </p:nvSpPr>
          <p:spPr>
            <a:xfrm>
              <a:off x="4104119" y="2238814"/>
              <a:ext cx="35927" cy="11082"/>
            </a:xfrm>
            <a:custGeom>
              <a:avLst/>
              <a:gdLst/>
              <a:ahLst/>
              <a:cxnLst/>
              <a:rect l="l" t="t" r="r" b="b"/>
              <a:pathLst>
                <a:path w="697" h="215" extrusionOk="0">
                  <a:moveTo>
                    <a:pt x="45" y="1"/>
                  </a:moveTo>
                  <a:lnTo>
                    <a:pt x="0" y="45"/>
                  </a:lnTo>
                  <a:lnTo>
                    <a:pt x="0" y="117"/>
                  </a:lnTo>
                  <a:lnTo>
                    <a:pt x="36" y="170"/>
                  </a:lnTo>
                  <a:lnTo>
                    <a:pt x="81" y="179"/>
                  </a:lnTo>
                  <a:lnTo>
                    <a:pt x="349" y="197"/>
                  </a:lnTo>
                  <a:lnTo>
                    <a:pt x="616" y="215"/>
                  </a:lnTo>
                  <a:lnTo>
                    <a:pt x="652" y="215"/>
                  </a:lnTo>
                  <a:lnTo>
                    <a:pt x="697" y="170"/>
                  </a:lnTo>
                  <a:lnTo>
                    <a:pt x="697" y="99"/>
                  </a:lnTo>
                  <a:lnTo>
                    <a:pt x="652" y="45"/>
                  </a:lnTo>
                  <a:lnTo>
                    <a:pt x="616" y="36"/>
                  </a:lnTo>
                  <a:lnTo>
                    <a:pt x="349" y="19"/>
                  </a:lnTo>
                  <a:lnTo>
                    <a:pt x="8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620;p33">
              <a:extLst>
                <a:ext uri="{FF2B5EF4-FFF2-40B4-BE49-F238E27FC236}">
                  <a16:creationId xmlns:a16="http://schemas.microsoft.com/office/drawing/2014/main" id="{EB81C431-6DA0-426A-B41C-02925F845FF5}"/>
                </a:ext>
              </a:extLst>
            </p:cNvPr>
            <p:cNvSpPr/>
            <p:nvPr/>
          </p:nvSpPr>
          <p:spPr>
            <a:xfrm>
              <a:off x="4090769" y="2193249"/>
              <a:ext cx="37782" cy="9742"/>
            </a:xfrm>
            <a:custGeom>
              <a:avLst/>
              <a:gdLst/>
              <a:ahLst/>
              <a:cxnLst/>
              <a:rect l="l" t="t" r="r" b="b"/>
              <a:pathLst>
                <a:path w="733" h="189" extrusionOk="0">
                  <a:moveTo>
                    <a:pt x="81" y="1"/>
                  </a:moveTo>
                  <a:lnTo>
                    <a:pt x="45" y="10"/>
                  </a:lnTo>
                  <a:lnTo>
                    <a:pt x="0" y="63"/>
                  </a:lnTo>
                  <a:lnTo>
                    <a:pt x="0" y="126"/>
                  </a:lnTo>
                  <a:lnTo>
                    <a:pt x="36" y="179"/>
                  </a:lnTo>
                  <a:lnTo>
                    <a:pt x="81" y="188"/>
                  </a:lnTo>
                  <a:lnTo>
                    <a:pt x="366" y="179"/>
                  </a:lnTo>
                  <a:lnTo>
                    <a:pt x="688" y="179"/>
                  </a:lnTo>
                  <a:lnTo>
                    <a:pt x="733" y="126"/>
                  </a:lnTo>
                  <a:lnTo>
                    <a:pt x="733" y="54"/>
                  </a:lnTo>
                  <a:lnTo>
                    <a:pt x="688" y="10"/>
                  </a:lnTo>
                  <a:lnTo>
                    <a:pt x="652"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621;p33">
              <a:extLst>
                <a:ext uri="{FF2B5EF4-FFF2-40B4-BE49-F238E27FC236}">
                  <a16:creationId xmlns:a16="http://schemas.microsoft.com/office/drawing/2014/main" id="{FF44EF71-0463-4D6E-A4BC-6A102AA91543}"/>
                </a:ext>
              </a:extLst>
            </p:cNvPr>
            <p:cNvSpPr/>
            <p:nvPr/>
          </p:nvSpPr>
          <p:spPr>
            <a:xfrm>
              <a:off x="4072780" y="2152736"/>
              <a:ext cx="38762" cy="10670"/>
            </a:xfrm>
            <a:custGeom>
              <a:avLst/>
              <a:gdLst/>
              <a:ahLst/>
              <a:cxnLst/>
              <a:rect l="l" t="t" r="r" b="b"/>
              <a:pathLst>
                <a:path w="752" h="207" extrusionOk="0">
                  <a:moveTo>
                    <a:pt x="46" y="1"/>
                  </a:moveTo>
                  <a:lnTo>
                    <a:pt x="1" y="45"/>
                  </a:lnTo>
                  <a:lnTo>
                    <a:pt x="1" y="117"/>
                  </a:lnTo>
                  <a:lnTo>
                    <a:pt x="46" y="170"/>
                  </a:lnTo>
                  <a:lnTo>
                    <a:pt x="81" y="179"/>
                  </a:lnTo>
                  <a:lnTo>
                    <a:pt x="671" y="206"/>
                  </a:lnTo>
                  <a:lnTo>
                    <a:pt x="715" y="206"/>
                  </a:lnTo>
                  <a:lnTo>
                    <a:pt x="751" y="153"/>
                  </a:lnTo>
                  <a:lnTo>
                    <a:pt x="751" y="90"/>
                  </a:lnTo>
                  <a:lnTo>
                    <a:pt x="715" y="36"/>
                  </a:lnTo>
                  <a:lnTo>
                    <a:pt x="671" y="28"/>
                  </a:lnTo>
                  <a:lnTo>
                    <a:pt x="81"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622;p33">
              <a:extLst>
                <a:ext uri="{FF2B5EF4-FFF2-40B4-BE49-F238E27FC236}">
                  <a16:creationId xmlns:a16="http://schemas.microsoft.com/office/drawing/2014/main" id="{32E18AD7-3B75-4066-866F-E8F77BF6CB60}"/>
                </a:ext>
              </a:extLst>
            </p:cNvPr>
            <p:cNvSpPr/>
            <p:nvPr/>
          </p:nvSpPr>
          <p:spPr>
            <a:xfrm>
              <a:off x="4047008" y="2110882"/>
              <a:ext cx="35051" cy="9690"/>
            </a:xfrm>
            <a:custGeom>
              <a:avLst/>
              <a:gdLst/>
              <a:ahLst/>
              <a:cxnLst/>
              <a:rect l="l" t="t" r="r" b="b"/>
              <a:pathLst>
                <a:path w="680" h="188" extrusionOk="0">
                  <a:moveTo>
                    <a:pt x="340" y="0"/>
                  </a:moveTo>
                  <a:lnTo>
                    <a:pt x="81" y="9"/>
                  </a:lnTo>
                  <a:lnTo>
                    <a:pt x="46" y="9"/>
                  </a:lnTo>
                  <a:lnTo>
                    <a:pt x="1" y="63"/>
                  </a:lnTo>
                  <a:lnTo>
                    <a:pt x="1" y="134"/>
                  </a:lnTo>
                  <a:lnTo>
                    <a:pt x="46" y="179"/>
                  </a:lnTo>
                  <a:lnTo>
                    <a:pt x="81" y="188"/>
                  </a:lnTo>
                  <a:lnTo>
                    <a:pt x="590" y="188"/>
                  </a:lnTo>
                  <a:lnTo>
                    <a:pt x="635" y="179"/>
                  </a:lnTo>
                  <a:lnTo>
                    <a:pt x="680" y="125"/>
                  </a:lnTo>
                  <a:lnTo>
                    <a:pt x="680" y="63"/>
                  </a:lnTo>
                  <a:lnTo>
                    <a:pt x="635" y="9"/>
                  </a:lnTo>
                  <a:lnTo>
                    <a:pt x="599"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623;p33">
              <a:extLst>
                <a:ext uri="{FF2B5EF4-FFF2-40B4-BE49-F238E27FC236}">
                  <a16:creationId xmlns:a16="http://schemas.microsoft.com/office/drawing/2014/main" id="{FC31CDF6-39A2-4C67-B678-953763C83973}"/>
                </a:ext>
              </a:extLst>
            </p:cNvPr>
            <p:cNvSpPr/>
            <p:nvPr/>
          </p:nvSpPr>
          <p:spPr>
            <a:xfrm>
              <a:off x="5447198" y="4397114"/>
              <a:ext cx="437359" cy="87472"/>
            </a:xfrm>
            <a:custGeom>
              <a:avLst/>
              <a:gdLst/>
              <a:ahLst/>
              <a:cxnLst/>
              <a:rect l="l" t="t" r="r" b="b"/>
              <a:pathLst>
                <a:path w="8485" h="1697" extrusionOk="0">
                  <a:moveTo>
                    <a:pt x="1" y="0"/>
                  </a:moveTo>
                  <a:lnTo>
                    <a:pt x="1" y="1697"/>
                  </a:lnTo>
                  <a:lnTo>
                    <a:pt x="8484" y="1697"/>
                  </a:lnTo>
                  <a:lnTo>
                    <a:pt x="8484" y="0"/>
                  </a:lnTo>
                  <a:lnTo>
                    <a:pt x="8440" y="27"/>
                  </a:lnTo>
                  <a:lnTo>
                    <a:pt x="7886" y="286"/>
                  </a:lnTo>
                  <a:lnTo>
                    <a:pt x="7118" y="554"/>
                  </a:lnTo>
                  <a:lnTo>
                    <a:pt x="6448" y="715"/>
                  </a:lnTo>
                  <a:lnTo>
                    <a:pt x="5662" y="849"/>
                  </a:lnTo>
                  <a:lnTo>
                    <a:pt x="4752" y="929"/>
                  </a:lnTo>
                  <a:lnTo>
                    <a:pt x="4243" y="938"/>
                  </a:lnTo>
                  <a:lnTo>
                    <a:pt x="3734" y="929"/>
                  </a:lnTo>
                  <a:lnTo>
                    <a:pt x="2823" y="849"/>
                  </a:lnTo>
                  <a:lnTo>
                    <a:pt x="2028" y="715"/>
                  </a:lnTo>
                  <a:lnTo>
                    <a:pt x="1367" y="554"/>
                  </a:lnTo>
                  <a:lnTo>
                    <a:pt x="590" y="286"/>
                  </a:lnTo>
                  <a:lnTo>
                    <a:pt x="46"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624;p33">
              <a:extLst>
                <a:ext uri="{FF2B5EF4-FFF2-40B4-BE49-F238E27FC236}">
                  <a16:creationId xmlns:a16="http://schemas.microsoft.com/office/drawing/2014/main" id="{E1363AE8-0C61-405B-87C1-0BE60D5B8FAF}"/>
                </a:ext>
              </a:extLst>
            </p:cNvPr>
            <p:cNvSpPr/>
            <p:nvPr/>
          </p:nvSpPr>
          <p:spPr>
            <a:xfrm>
              <a:off x="5447198" y="4397114"/>
              <a:ext cx="437359" cy="48349"/>
            </a:xfrm>
            <a:custGeom>
              <a:avLst/>
              <a:gdLst/>
              <a:ahLst/>
              <a:cxnLst/>
              <a:rect l="l" t="t" r="r" b="b"/>
              <a:pathLst>
                <a:path w="8485" h="938" extrusionOk="0">
                  <a:moveTo>
                    <a:pt x="1" y="0"/>
                  </a:moveTo>
                  <a:lnTo>
                    <a:pt x="46" y="27"/>
                  </a:lnTo>
                  <a:lnTo>
                    <a:pt x="590" y="286"/>
                  </a:lnTo>
                  <a:lnTo>
                    <a:pt x="1367" y="554"/>
                  </a:lnTo>
                  <a:lnTo>
                    <a:pt x="2028" y="715"/>
                  </a:lnTo>
                  <a:lnTo>
                    <a:pt x="2823" y="849"/>
                  </a:lnTo>
                  <a:lnTo>
                    <a:pt x="3734" y="929"/>
                  </a:lnTo>
                  <a:lnTo>
                    <a:pt x="4243" y="938"/>
                  </a:lnTo>
                  <a:lnTo>
                    <a:pt x="4752" y="929"/>
                  </a:lnTo>
                  <a:lnTo>
                    <a:pt x="5662" y="849"/>
                  </a:lnTo>
                  <a:lnTo>
                    <a:pt x="6448" y="715"/>
                  </a:lnTo>
                  <a:lnTo>
                    <a:pt x="7118" y="554"/>
                  </a:lnTo>
                  <a:lnTo>
                    <a:pt x="7886" y="286"/>
                  </a:lnTo>
                  <a:lnTo>
                    <a:pt x="8440"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625;p33">
              <a:extLst>
                <a:ext uri="{FF2B5EF4-FFF2-40B4-BE49-F238E27FC236}">
                  <a16:creationId xmlns:a16="http://schemas.microsoft.com/office/drawing/2014/main" id="{F83F550A-946E-4A8E-BA79-CEC5CBA24085}"/>
                </a:ext>
              </a:extLst>
            </p:cNvPr>
            <p:cNvSpPr/>
            <p:nvPr/>
          </p:nvSpPr>
          <p:spPr>
            <a:xfrm>
              <a:off x="5447198" y="4484069"/>
              <a:ext cx="437359" cy="87987"/>
            </a:xfrm>
            <a:custGeom>
              <a:avLst/>
              <a:gdLst/>
              <a:ahLst/>
              <a:cxnLst/>
              <a:rect l="l" t="t" r="r" b="b"/>
              <a:pathLst>
                <a:path w="8485" h="1707" extrusionOk="0">
                  <a:moveTo>
                    <a:pt x="1" y="1"/>
                  </a:moveTo>
                  <a:lnTo>
                    <a:pt x="1" y="1707"/>
                  </a:lnTo>
                  <a:lnTo>
                    <a:pt x="8484" y="1707"/>
                  </a:lnTo>
                  <a:lnTo>
                    <a:pt x="8484" y="1"/>
                  </a:lnTo>
                  <a:lnTo>
                    <a:pt x="8440" y="37"/>
                  </a:lnTo>
                  <a:lnTo>
                    <a:pt x="7886" y="296"/>
                  </a:lnTo>
                  <a:lnTo>
                    <a:pt x="7118" y="564"/>
                  </a:lnTo>
                  <a:lnTo>
                    <a:pt x="6448" y="724"/>
                  </a:lnTo>
                  <a:lnTo>
                    <a:pt x="5662" y="858"/>
                  </a:lnTo>
                  <a:lnTo>
                    <a:pt x="4752" y="939"/>
                  </a:lnTo>
                  <a:lnTo>
                    <a:pt x="3734" y="939"/>
                  </a:lnTo>
                  <a:lnTo>
                    <a:pt x="2823" y="858"/>
                  </a:lnTo>
                  <a:lnTo>
                    <a:pt x="2028" y="724"/>
                  </a:lnTo>
                  <a:lnTo>
                    <a:pt x="1367" y="564"/>
                  </a:lnTo>
                  <a:lnTo>
                    <a:pt x="590" y="296"/>
                  </a:lnTo>
                  <a:lnTo>
                    <a:pt x="46" y="37"/>
                  </a:lnTo>
                  <a:lnTo>
                    <a:pt x="1"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626;p33">
              <a:extLst>
                <a:ext uri="{FF2B5EF4-FFF2-40B4-BE49-F238E27FC236}">
                  <a16:creationId xmlns:a16="http://schemas.microsoft.com/office/drawing/2014/main" id="{3C3C5D61-2B74-4AA3-AE91-36832831D7F4}"/>
                </a:ext>
              </a:extLst>
            </p:cNvPr>
            <p:cNvSpPr/>
            <p:nvPr/>
          </p:nvSpPr>
          <p:spPr>
            <a:xfrm>
              <a:off x="5447198" y="4484069"/>
              <a:ext cx="437359" cy="48401"/>
            </a:xfrm>
            <a:custGeom>
              <a:avLst/>
              <a:gdLst/>
              <a:ahLst/>
              <a:cxnLst/>
              <a:rect l="l" t="t" r="r" b="b"/>
              <a:pathLst>
                <a:path w="8485" h="939" extrusionOk="0">
                  <a:moveTo>
                    <a:pt x="1" y="1"/>
                  </a:moveTo>
                  <a:lnTo>
                    <a:pt x="46" y="37"/>
                  </a:lnTo>
                  <a:lnTo>
                    <a:pt x="590" y="296"/>
                  </a:lnTo>
                  <a:lnTo>
                    <a:pt x="1367" y="564"/>
                  </a:lnTo>
                  <a:lnTo>
                    <a:pt x="2028" y="724"/>
                  </a:lnTo>
                  <a:lnTo>
                    <a:pt x="2823" y="858"/>
                  </a:lnTo>
                  <a:lnTo>
                    <a:pt x="3734" y="939"/>
                  </a:lnTo>
                  <a:lnTo>
                    <a:pt x="4752" y="939"/>
                  </a:lnTo>
                  <a:lnTo>
                    <a:pt x="5662" y="858"/>
                  </a:lnTo>
                  <a:lnTo>
                    <a:pt x="6448" y="724"/>
                  </a:lnTo>
                  <a:lnTo>
                    <a:pt x="7118" y="564"/>
                  </a:lnTo>
                  <a:lnTo>
                    <a:pt x="7886" y="296"/>
                  </a:lnTo>
                  <a:lnTo>
                    <a:pt x="8440" y="37"/>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627;p33">
              <a:extLst>
                <a:ext uri="{FF2B5EF4-FFF2-40B4-BE49-F238E27FC236}">
                  <a16:creationId xmlns:a16="http://schemas.microsoft.com/office/drawing/2014/main" id="{E4A90609-C6AD-4AC3-98D6-3DB883FA33D0}"/>
                </a:ext>
              </a:extLst>
            </p:cNvPr>
            <p:cNvSpPr/>
            <p:nvPr/>
          </p:nvSpPr>
          <p:spPr>
            <a:xfrm>
              <a:off x="5841664" y="4411804"/>
              <a:ext cx="12474" cy="76029"/>
            </a:xfrm>
            <a:custGeom>
              <a:avLst/>
              <a:gdLst/>
              <a:ahLst/>
              <a:cxnLst/>
              <a:rect l="l" t="t" r="r" b="b"/>
              <a:pathLst>
                <a:path w="242" h="1475" extrusionOk="0">
                  <a:moveTo>
                    <a:pt x="144" y="1"/>
                  </a:moveTo>
                  <a:lnTo>
                    <a:pt x="99" y="28"/>
                  </a:lnTo>
                  <a:lnTo>
                    <a:pt x="90" y="63"/>
                  </a:lnTo>
                  <a:lnTo>
                    <a:pt x="46" y="733"/>
                  </a:lnTo>
                  <a:lnTo>
                    <a:pt x="1" y="1394"/>
                  </a:lnTo>
                  <a:lnTo>
                    <a:pt x="1" y="1430"/>
                  </a:lnTo>
                  <a:lnTo>
                    <a:pt x="46" y="1465"/>
                  </a:lnTo>
                  <a:lnTo>
                    <a:pt x="99" y="1474"/>
                  </a:lnTo>
                  <a:lnTo>
                    <a:pt x="144" y="1439"/>
                  </a:lnTo>
                  <a:lnTo>
                    <a:pt x="153" y="1403"/>
                  </a:lnTo>
                  <a:lnTo>
                    <a:pt x="197" y="742"/>
                  </a:lnTo>
                  <a:lnTo>
                    <a:pt x="242" y="72"/>
                  </a:lnTo>
                  <a:lnTo>
                    <a:pt x="242" y="46"/>
                  </a:lnTo>
                  <a:lnTo>
                    <a:pt x="19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628;p33">
              <a:extLst>
                <a:ext uri="{FF2B5EF4-FFF2-40B4-BE49-F238E27FC236}">
                  <a16:creationId xmlns:a16="http://schemas.microsoft.com/office/drawing/2014/main" id="{35FB002C-04C7-4435-B05C-8B18DF907227}"/>
                </a:ext>
              </a:extLst>
            </p:cNvPr>
            <p:cNvSpPr/>
            <p:nvPr/>
          </p:nvSpPr>
          <p:spPr>
            <a:xfrm>
              <a:off x="5791975" y="4426082"/>
              <a:ext cx="10154" cy="60359"/>
            </a:xfrm>
            <a:custGeom>
              <a:avLst/>
              <a:gdLst/>
              <a:ahLst/>
              <a:cxnLst/>
              <a:rect l="l" t="t" r="r" b="b"/>
              <a:pathLst>
                <a:path w="197" h="1171" extrusionOk="0">
                  <a:moveTo>
                    <a:pt x="99" y="1"/>
                  </a:moveTo>
                  <a:lnTo>
                    <a:pt x="54" y="36"/>
                  </a:lnTo>
                  <a:lnTo>
                    <a:pt x="45" y="72"/>
                  </a:lnTo>
                  <a:lnTo>
                    <a:pt x="27" y="581"/>
                  </a:lnTo>
                  <a:lnTo>
                    <a:pt x="0" y="1090"/>
                  </a:lnTo>
                  <a:lnTo>
                    <a:pt x="9" y="1126"/>
                  </a:lnTo>
                  <a:lnTo>
                    <a:pt x="45" y="1162"/>
                  </a:lnTo>
                  <a:lnTo>
                    <a:pt x="99" y="1171"/>
                  </a:lnTo>
                  <a:lnTo>
                    <a:pt x="143" y="1135"/>
                  </a:lnTo>
                  <a:lnTo>
                    <a:pt x="152" y="1099"/>
                  </a:lnTo>
                  <a:lnTo>
                    <a:pt x="170" y="590"/>
                  </a:lnTo>
                  <a:lnTo>
                    <a:pt x="197" y="81"/>
                  </a:lnTo>
                  <a:lnTo>
                    <a:pt x="188" y="45"/>
                  </a:lnTo>
                  <a:lnTo>
                    <a:pt x="152" y="10"/>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629;p33">
              <a:extLst>
                <a:ext uri="{FF2B5EF4-FFF2-40B4-BE49-F238E27FC236}">
                  <a16:creationId xmlns:a16="http://schemas.microsoft.com/office/drawing/2014/main" id="{6D05481E-42D0-47AC-A828-89A04DF9FF31}"/>
                </a:ext>
              </a:extLst>
            </p:cNvPr>
            <p:cNvSpPr/>
            <p:nvPr/>
          </p:nvSpPr>
          <p:spPr>
            <a:xfrm>
              <a:off x="5748730" y="4439896"/>
              <a:ext cx="8299" cy="42885"/>
            </a:xfrm>
            <a:custGeom>
              <a:avLst/>
              <a:gdLst/>
              <a:ahLst/>
              <a:cxnLst/>
              <a:rect l="l" t="t" r="r" b="b"/>
              <a:pathLst>
                <a:path w="161" h="832" extrusionOk="0">
                  <a:moveTo>
                    <a:pt x="63" y="1"/>
                  </a:moveTo>
                  <a:lnTo>
                    <a:pt x="18" y="36"/>
                  </a:lnTo>
                  <a:lnTo>
                    <a:pt x="9" y="72"/>
                  </a:lnTo>
                  <a:lnTo>
                    <a:pt x="9" y="411"/>
                  </a:lnTo>
                  <a:lnTo>
                    <a:pt x="0" y="751"/>
                  </a:lnTo>
                  <a:lnTo>
                    <a:pt x="9" y="786"/>
                  </a:lnTo>
                  <a:lnTo>
                    <a:pt x="45" y="831"/>
                  </a:lnTo>
                  <a:lnTo>
                    <a:pt x="107" y="831"/>
                  </a:lnTo>
                  <a:lnTo>
                    <a:pt x="143" y="795"/>
                  </a:lnTo>
                  <a:lnTo>
                    <a:pt x="152" y="769"/>
                  </a:lnTo>
                  <a:lnTo>
                    <a:pt x="161" y="420"/>
                  </a:lnTo>
                  <a:lnTo>
                    <a:pt x="161" y="81"/>
                  </a:lnTo>
                  <a:lnTo>
                    <a:pt x="161" y="45"/>
                  </a:lnTo>
                  <a:lnTo>
                    <a:pt x="116" y="10"/>
                  </a:lnTo>
                  <a:lnTo>
                    <a:pt x="6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630;p33">
              <a:extLst>
                <a:ext uri="{FF2B5EF4-FFF2-40B4-BE49-F238E27FC236}">
                  <a16:creationId xmlns:a16="http://schemas.microsoft.com/office/drawing/2014/main" id="{C802BB5A-1596-43F6-A99A-F1ED4AE68120}"/>
                </a:ext>
              </a:extLst>
            </p:cNvPr>
            <p:cNvSpPr/>
            <p:nvPr/>
          </p:nvSpPr>
          <p:spPr>
            <a:xfrm>
              <a:off x="5699918" y="4444071"/>
              <a:ext cx="8814" cy="40978"/>
            </a:xfrm>
            <a:custGeom>
              <a:avLst/>
              <a:gdLst/>
              <a:ahLst/>
              <a:cxnLst/>
              <a:rect l="l" t="t" r="r" b="b"/>
              <a:pathLst>
                <a:path w="171" h="795" extrusionOk="0">
                  <a:moveTo>
                    <a:pt x="72" y="0"/>
                  </a:moveTo>
                  <a:lnTo>
                    <a:pt x="27" y="36"/>
                  </a:lnTo>
                  <a:lnTo>
                    <a:pt x="27" y="71"/>
                  </a:lnTo>
                  <a:lnTo>
                    <a:pt x="9" y="393"/>
                  </a:lnTo>
                  <a:lnTo>
                    <a:pt x="0" y="714"/>
                  </a:lnTo>
                  <a:lnTo>
                    <a:pt x="9" y="750"/>
                  </a:lnTo>
                  <a:lnTo>
                    <a:pt x="45" y="786"/>
                  </a:lnTo>
                  <a:lnTo>
                    <a:pt x="99" y="795"/>
                  </a:lnTo>
                  <a:lnTo>
                    <a:pt x="143" y="759"/>
                  </a:lnTo>
                  <a:lnTo>
                    <a:pt x="152" y="723"/>
                  </a:lnTo>
                  <a:lnTo>
                    <a:pt x="161" y="402"/>
                  </a:lnTo>
                  <a:lnTo>
                    <a:pt x="170" y="80"/>
                  </a:lnTo>
                  <a:lnTo>
                    <a:pt x="170" y="45"/>
                  </a:lnTo>
                  <a:lnTo>
                    <a:pt x="125" y="9"/>
                  </a:lnTo>
                  <a:lnTo>
                    <a:pt x="72"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631;p33">
              <a:extLst>
                <a:ext uri="{FF2B5EF4-FFF2-40B4-BE49-F238E27FC236}">
                  <a16:creationId xmlns:a16="http://schemas.microsoft.com/office/drawing/2014/main" id="{BED19FF1-0E41-4B99-B78E-95B8FB595E3E}"/>
                </a:ext>
              </a:extLst>
            </p:cNvPr>
            <p:cNvSpPr/>
            <p:nvPr/>
          </p:nvSpPr>
          <p:spPr>
            <a:xfrm>
              <a:off x="5654353" y="4443607"/>
              <a:ext cx="7422" cy="42834"/>
            </a:xfrm>
            <a:custGeom>
              <a:avLst/>
              <a:gdLst/>
              <a:ahLst/>
              <a:cxnLst/>
              <a:rect l="l" t="t" r="r" b="b"/>
              <a:pathLst>
                <a:path w="144" h="831" extrusionOk="0">
                  <a:moveTo>
                    <a:pt x="45" y="0"/>
                  </a:moveTo>
                  <a:lnTo>
                    <a:pt x="0" y="36"/>
                  </a:lnTo>
                  <a:lnTo>
                    <a:pt x="0" y="63"/>
                  </a:lnTo>
                  <a:lnTo>
                    <a:pt x="0" y="750"/>
                  </a:lnTo>
                  <a:lnTo>
                    <a:pt x="0" y="786"/>
                  </a:lnTo>
                  <a:lnTo>
                    <a:pt x="45" y="822"/>
                  </a:lnTo>
                  <a:lnTo>
                    <a:pt x="99" y="831"/>
                  </a:lnTo>
                  <a:lnTo>
                    <a:pt x="143" y="795"/>
                  </a:lnTo>
                  <a:lnTo>
                    <a:pt x="143" y="759"/>
                  </a:lnTo>
                  <a:lnTo>
                    <a:pt x="143" y="80"/>
                  </a:lnTo>
                  <a:lnTo>
                    <a:pt x="143" y="45"/>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632;p33">
              <a:extLst>
                <a:ext uri="{FF2B5EF4-FFF2-40B4-BE49-F238E27FC236}">
                  <a16:creationId xmlns:a16="http://schemas.microsoft.com/office/drawing/2014/main" id="{3F3392C4-CE9C-4AE1-9CFC-73EAED65FABD}"/>
                </a:ext>
              </a:extLst>
            </p:cNvPr>
            <p:cNvSpPr/>
            <p:nvPr/>
          </p:nvSpPr>
          <p:spPr>
            <a:xfrm>
              <a:off x="5602345" y="4440824"/>
              <a:ext cx="8763" cy="44690"/>
            </a:xfrm>
            <a:custGeom>
              <a:avLst/>
              <a:gdLst/>
              <a:ahLst/>
              <a:cxnLst/>
              <a:rect l="l" t="t" r="r" b="b"/>
              <a:pathLst>
                <a:path w="170" h="867" extrusionOk="0">
                  <a:moveTo>
                    <a:pt x="72" y="1"/>
                  </a:moveTo>
                  <a:lnTo>
                    <a:pt x="27" y="36"/>
                  </a:lnTo>
                  <a:lnTo>
                    <a:pt x="18" y="63"/>
                  </a:lnTo>
                  <a:lnTo>
                    <a:pt x="9" y="429"/>
                  </a:lnTo>
                  <a:lnTo>
                    <a:pt x="0" y="786"/>
                  </a:lnTo>
                  <a:lnTo>
                    <a:pt x="9" y="822"/>
                  </a:lnTo>
                  <a:lnTo>
                    <a:pt x="45" y="867"/>
                  </a:lnTo>
                  <a:lnTo>
                    <a:pt x="107" y="867"/>
                  </a:lnTo>
                  <a:lnTo>
                    <a:pt x="143" y="831"/>
                  </a:lnTo>
                  <a:lnTo>
                    <a:pt x="152" y="804"/>
                  </a:lnTo>
                  <a:lnTo>
                    <a:pt x="161" y="438"/>
                  </a:lnTo>
                  <a:lnTo>
                    <a:pt x="170" y="72"/>
                  </a:lnTo>
                  <a:lnTo>
                    <a:pt x="170" y="45"/>
                  </a:lnTo>
                  <a:lnTo>
                    <a:pt x="12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633;p33">
              <a:extLst>
                <a:ext uri="{FF2B5EF4-FFF2-40B4-BE49-F238E27FC236}">
                  <a16:creationId xmlns:a16="http://schemas.microsoft.com/office/drawing/2014/main" id="{44D6DB81-691A-45CE-A12F-1606F15772DD}"/>
                </a:ext>
              </a:extLst>
            </p:cNvPr>
            <p:cNvSpPr/>
            <p:nvPr/>
          </p:nvSpPr>
          <p:spPr>
            <a:xfrm>
              <a:off x="5556317" y="4435772"/>
              <a:ext cx="8763" cy="48349"/>
            </a:xfrm>
            <a:custGeom>
              <a:avLst/>
              <a:gdLst/>
              <a:ahLst/>
              <a:cxnLst/>
              <a:rect l="l" t="t" r="r" b="b"/>
              <a:pathLst>
                <a:path w="170" h="938" extrusionOk="0">
                  <a:moveTo>
                    <a:pt x="45" y="0"/>
                  </a:moveTo>
                  <a:lnTo>
                    <a:pt x="9" y="36"/>
                  </a:lnTo>
                  <a:lnTo>
                    <a:pt x="0" y="72"/>
                  </a:lnTo>
                  <a:lnTo>
                    <a:pt x="9" y="465"/>
                  </a:lnTo>
                  <a:lnTo>
                    <a:pt x="18" y="858"/>
                  </a:lnTo>
                  <a:lnTo>
                    <a:pt x="18" y="893"/>
                  </a:lnTo>
                  <a:lnTo>
                    <a:pt x="63" y="938"/>
                  </a:lnTo>
                  <a:lnTo>
                    <a:pt x="116" y="938"/>
                  </a:lnTo>
                  <a:lnTo>
                    <a:pt x="161" y="902"/>
                  </a:lnTo>
                  <a:lnTo>
                    <a:pt x="170" y="875"/>
                  </a:lnTo>
                  <a:lnTo>
                    <a:pt x="152" y="81"/>
                  </a:lnTo>
                  <a:lnTo>
                    <a:pt x="143" y="45"/>
                  </a:lnTo>
                  <a:lnTo>
                    <a:pt x="107"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634;p33">
              <a:extLst>
                <a:ext uri="{FF2B5EF4-FFF2-40B4-BE49-F238E27FC236}">
                  <a16:creationId xmlns:a16="http://schemas.microsoft.com/office/drawing/2014/main" id="{C600C52E-6B65-4C50-807D-679EB7A63BC1}"/>
                </a:ext>
              </a:extLst>
            </p:cNvPr>
            <p:cNvSpPr/>
            <p:nvPr/>
          </p:nvSpPr>
          <p:spPr>
            <a:xfrm>
              <a:off x="5510288" y="4427010"/>
              <a:ext cx="9227" cy="54380"/>
            </a:xfrm>
            <a:custGeom>
              <a:avLst/>
              <a:gdLst/>
              <a:ahLst/>
              <a:cxnLst/>
              <a:rect l="l" t="t" r="r" b="b"/>
              <a:pathLst>
                <a:path w="179" h="1055" extrusionOk="0">
                  <a:moveTo>
                    <a:pt x="45" y="1"/>
                  </a:moveTo>
                  <a:lnTo>
                    <a:pt x="9" y="27"/>
                  </a:lnTo>
                  <a:lnTo>
                    <a:pt x="0" y="63"/>
                  </a:lnTo>
                  <a:lnTo>
                    <a:pt x="18" y="519"/>
                  </a:lnTo>
                  <a:lnTo>
                    <a:pt x="27" y="974"/>
                  </a:lnTo>
                  <a:lnTo>
                    <a:pt x="36" y="1010"/>
                  </a:lnTo>
                  <a:lnTo>
                    <a:pt x="81" y="1054"/>
                  </a:lnTo>
                  <a:lnTo>
                    <a:pt x="134" y="1054"/>
                  </a:lnTo>
                  <a:lnTo>
                    <a:pt x="170" y="1019"/>
                  </a:lnTo>
                  <a:lnTo>
                    <a:pt x="179" y="992"/>
                  </a:lnTo>
                  <a:lnTo>
                    <a:pt x="152" y="72"/>
                  </a:lnTo>
                  <a:lnTo>
                    <a:pt x="143" y="45"/>
                  </a:lnTo>
                  <a:lnTo>
                    <a:pt x="10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635;p33">
              <a:extLst>
                <a:ext uri="{FF2B5EF4-FFF2-40B4-BE49-F238E27FC236}">
                  <a16:creationId xmlns:a16="http://schemas.microsoft.com/office/drawing/2014/main" id="{EB57D211-B2AD-4E37-BDE1-B0D8C22626F4}"/>
                </a:ext>
              </a:extLst>
            </p:cNvPr>
            <p:cNvSpPr/>
            <p:nvPr/>
          </p:nvSpPr>
          <p:spPr>
            <a:xfrm>
              <a:off x="5467919" y="4408145"/>
              <a:ext cx="10670" cy="80616"/>
            </a:xfrm>
            <a:custGeom>
              <a:avLst/>
              <a:gdLst/>
              <a:ahLst/>
              <a:cxnLst/>
              <a:rect l="l" t="t" r="r" b="b"/>
              <a:pathLst>
                <a:path w="207" h="1564" extrusionOk="0">
                  <a:moveTo>
                    <a:pt x="36" y="0"/>
                  </a:moveTo>
                  <a:lnTo>
                    <a:pt x="1" y="36"/>
                  </a:lnTo>
                  <a:lnTo>
                    <a:pt x="1" y="63"/>
                  </a:lnTo>
                  <a:lnTo>
                    <a:pt x="28" y="777"/>
                  </a:lnTo>
                  <a:lnTo>
                    <a:pt x="63" y="1492"/>
                  </a:lnTo>
                  <a:lnTo>
                    <a:pt x="63" y="1527"/>
                  </a:lnTo>
                  <a:lnTo>
                    <a:pt x="108" y="1563"/>
                  </a:lnTo>
                  <a:lnTo>
                    <a:pt x="161" y="1563"/>
                  </a:lnTo>
                  <a:lnTo>
                    <a:pt x="206" y="1536"/>
                  </a:lnTo>
                  <a:lnTo>
                    <a:pt x="206" y="1501"/>
                  </a:lnTo>
                  <a:lnTo>
                    <a:pt x="179" y="786"/>
                  </a:lnTo>
                  <a:lnTo>
                    <a:pt x="144" y="81"/>
                  </a:lnTo>
                  <a:lnTo>
                    <a:pt x="144" y="45"/>
                  </a:lnTo>
                  <a:lnTo>
                    <a:pt x="99" y="9"/>
                  </a:lnTo>
                  <a:lnTo>
                    <a:pt x="3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636;p33">
              <a:extLst>
                <a:ext uri="{FF2B5EF4-FFF2-40B4-BE49-F238E27FC236}">
                  <a16:creationId xmlns:a16="http://schemas.microsoft.com/office/drawing/2014/main" id="{087DA097-1842-41CA-868F-445BAAAE4DF1}"/>
                </a:ext>
              </a:extLst>
            </p:cNvPr>
            <p:cNvSpPr/>
            <p:nvPr/>
          </p:nvSpPr>
          <p:spPr>
            <a:xfrm>
              <a:off x="5860529" y="4494687"/>
              <a:ext cx="8814" cy="75513"/>
            </a:xfrm>
            <a:custGeom>
              <a:avLst/>
              <a:gdLst/>
              <a:ahLst/>
              <a:cxnLst/>
              <a:rect l="l" t="t" r="r" b="b"/>
              <a:pathLst>
                <a:path w="171" h="1465" extrusionOk="0">
                  <a:moveTo>
                    <a:pt x="72" y="0"/>
                  </a:moveTo>
                  <a:lnTo>
                    <a:pt x="28" y="36"/>
                  </a:lnTo>
                  <a:lnTo>
                    <a:pt x="28" y="72"/>
                  </a:lnTo>
                  <a:lnTo>
                    <a:pt x="1" y="1384"/>
                  </a:lnTo>
                  <a:lnTo>
                    <a:pt x="10" y="1420"/>
                  </a:lnTo>
                  <a:lnTo>
                    <a:pt x="46" y="1456"/>
                  </a:lnTo>
                  <a:lnTo>
                    <a:pt x="99" y="1465"/>
                  </a:lnTo>
                  <a:lnTo>
                    <a:pt x="144" y="1429"/>
                  </a:lnTo>
                  <a:lnTo>
                    <a:pt x="153" y="1393"/>
                  </a:lnTo>
                  <a:lnTo>
                    <a:pt x="171" y="81"/>
                  </a:lnTo>
                  <a:lnTo>
                    <a:pt x="171" y="45"/>
                  </a:lnTo>
                  <a:lnTo>
                    <a:pt x="126" y="9"/>
                  </a:lnTo>
                  <a:lnTo>
                    <a:pt x="72"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637;p33">
              <a:extLst>
                <a:ext uri="{FF2B5EF4-FFF2-40B4-BE49-F238E27FC236}">
                  <a16:creationId xmlns:a16="http://schemas.microsoft.com/office/drawing/2014/main" id="{787418DE-9020-4358-8954-59A9DE43A115}"/>
                </a:ext>
              </a:extLst>
            </p:cNvPr>
            <p:cNvSpPr/>
            <p:nvPr/>
          </p:nvSpPr>
          <p:spPr>
            <a:xfrm>
              <a:off x="5809913" y="4514016"/>
              <a:ext cx="8814" cy="60359"/>
            </a:xfrm>
            <a:custGeom>
              <a:avLst/>
              <a:gdLst/>
              <a:ahLst/>
              <a:cxnLst/>
              <a:rect l="l" t="t" r="r" b="b"/>
              <a:pathLst>
                <a:path w="171" h="1171" extrusionOk="0">
                  <a:moveTo>
                    <a:pt x="72" y="0"/>
                  </a:moveTo>
                  <a:lnTo>
                    <a:pt x="27" y="36"/>
                  </a:lnTo>
                  <a:lnTo>
                    <a:pt x="19" y="72"/>
                  </a:lnTo>
                  <a:lnTo>
                    <a:pt x="10" y="581"/>
                  </a:lnTo>
                  <a:lnTo>
                    <a:pt x="1" y="1090"/>
                  </a:lnTo>
                  <a:lnTo>
                    <a:pt x="10" y="1126"/>
                  </a:lnTo>
                  <a:lnTo>
                    <a:pt x="45" y="1161"/>
                  </a:lnTo>
                  <a:lnTo>
                    <a:pt x="108" y="1170"/>
                  </a:lnTo>
                  <a:lnTo>
                    <a:pt x="144" y="1134"/>
                  </a:lnTo>
                  <a:lnTo>
                    <a:pt x="153" y="1099"/>
                  </a:lnTo>
                  <a:lnTo>
                    <a:pt x="161" y="590"/>
                  </a:lnTo>
                  <a:lnTo>
                    <a:pt x="170" y="81"/>
                  </a:lnTo>
                  <a:lnTo>
                    <a:pt x="170" y="45"/>
                  </a:lnTo>
                  <a:lnTo>
                    <a:pt x="126" y="9"/>
                  </a:lnTo>
                  <a:lnTo>
                    <a:pt x="72"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638;p33">
              <a:extLst>
                <a:ext uri="{FF2B5EF4-FFF2-40B4-BE49-F238E27FC236}">
                  <a16:creationId xmlns:a16="http://schemas.microsoft.com/office/drawing/2014/main" id="{BEC70580-EB8F-4445-A9F4-6ED1A3FDEDCE}"/>
                </a:ext>
              </a:extLst>
            </p:cNvPr>
            <p:cNvSpPr/>
            <p:nvPr/>
          </p:nvSpPr>
          <p:spPr>
            <a:xfrm>
              <a:off x="5755173" y="4528758"/>
              <a:ext cx="8763" cy="46957"/>
            </a:xfrm>
            <a:custGeom>
              <a:avLst/>
              <a:gdLst/>
              <a:ahLst/>
              <a:cxnLst/>
              <a:rect l="l" t="t" r="r" b="b"/>
              <a:pathLst>
                <a:path w="170" h="911" extrusionOk="0">
                  <a:moveTo>
                    <a:pt x="45" y="0"/>
                  </a:moveTo>
                  <a:lnTo>
                    <a:pt x="0" y="36"/>
                  </a:lnTo>
                  <a:lnTo>
                    <a:pt x="0" y="63"/>
                  </a:lnTo>
                  <a:lnTo>
                    <a:pt x="9" y="447"/>
                  </a:lnTo>
                  <a:lnTo>
                    <a:pt x="27" y="831"/>
                  </a:lnTo>
                  <a:lnTo>
                    <a:pt x="27" y="866"/>
                  </a:lnTo>
                  <a:lnTo>
                    <a:pt x="71" y="902"/>
                  </a:lnTo>
                  <a:lnTo>
                    <a:pt x="125" y="911"/>
                  </a:lnTo>
                  <a:lnTo>
                    <a:pt x="170" y="875"/>
                  </a:lnTo>
                  <a:lnTo>
                    <a:pt x="170" y="840"/>
                  </a:lnTo>
                  <a:lnTo>
                    <a:pt x="161" y="456"/>
                  </a:lnTo>
                  <a:lnTo>
                    <a:pt x="152" y="80"/>
                  </a:lnTo>
                  <a:lnTo>
                    <a:pt x="143" y="45"/>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639;p33">
              <a:extLst>
                <a:ext uri="{FF2B5EF4-FFF2-40B4-BE49-F238E27FC236}">
                  <a16:creationId xmlns:a16="http://schemas.microsoft.com/office/drawing/2014/main" id="{278B5CAD-F843-46C2-9803-04C2CA363DDA}"/>
                </a:ext>
              </a:extLst>
            </p:cNvPr>
            <p:cNvSpPr/>
            <p:nvPr/>
          </p:nvSpPr>
          <p:spPr>
            <a:xfrm>
              <a:off x="5704042" y="4532881"/>
              <a:ext cx="7886" cy="40566"/>
            </a:xfrm>
            <a:custGeom>
              <a:avLst/>
              <a:gdLst/>
              <a:ahLst/>
              <a:cxnLst/>
              <a:rect l="l" t="t" r="r" b="b"/>
              <a:pathLst>
                <a:path w="153" h="787" extrusionOk="0">
                  <a:moveTo>
                    <a:pt x="45" y="0"/>
                  </a:moveTo>
                  <a:lnTo>
                    <a:pt x="1" y="36"/>
                  </a:lnTo>
                  <a:lnTo>
                    <a:pt x="1" y="63"/>
                  </a:lnTo>
                  <a:lnTo>
                    <a:pt x="1" y="715"/>
                  </a:lnTo>
                  <a:lnTo>
                    <a:pt x="1" y="742"/>
                  </a:lnTo>
                  <a:lnTo>
                    <a:pt x="45" y="786"/>
                  </a:lnTo>
                  <a:lnTo>
                    <a:pt x="99" y="786"/>
                  </a:lnTo>
                  <a:lnTo>
                    <a:pt x="144" y="751"/>
                  </a:lnTo>
                  <a:lnTo>
                    <a:pt x="153" y="724"/>
                  </a:lnTo>
                  <a:lnTo>
                    <a:pt x="153" y="81"/>
                  </a:lnTo>
                  <a:lnTo>
                    <a:pt x="144" y="45"/>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640;p33">
              <a:extLst>
                <a:ext uri="{FF2B5EF4-FFF2-40B4-BE49-F238E27FC236}">
                  <a16:creationId xmlns:a16="http://schemas.microsoft.com/office/drawing/2014/main" id="{46F5FE35-0F30-43C6-B9A1-7E3D41914DAA}"/>
                </a:ext>
              </a:extLst>
            </p:cNvPr>
            <p:cNvSpPr/>
            <p:nvPr/>
          </p:nvSpPr>
          <p:spPr>
            <a:xfrm>
              <a:off x="5655745" y="4532881"/>
              <a:ext cx="8299" cy="39174"/>
            </a:xfrm>
            <a:custGeom>
              <a:avLst/>
              <a:gdLst/>
              <a:ahLst/>
              <a:cxnLst/>
              <a:rect l="l" t="t" r="r" b="b"/>
              <a:pathLst>
                <a:path w="161" h="760" extrusionOk="0">
                  <a:moveTo>
                    <a:pt x="45" y="0"/>
                  </a:moveTo>
                  <a:lnTo>
                    <a:pt x="9" y="36"/>
                  </a:lnTo>
                  <a:lnTo>
                    <a:pt x="0" y="63"/>
                  </a:lnTo>
                  <a:lnTo>
                    <a:pt x="9" y="679"/>
                  </a:lnTo>
                  <a:lnTo>
                    <a:pt x="18" y="715"/>
                  </a:lnTo>
                  <a:lnTo>
                    <a:pt x="54" y="760"/>
                  </a:lnTo>
                  <a:lnTo>
                    <a:pt x="116" y="760"/>
                  </a:lnTo>
                  <a:lnTo>
                    <a:pt x="152" y="724"/>
                  </a:lnTo>
                  <a:lnTo>
                    <a:pt x="161" y="697"/>
                  </a:lnTo>
                  <a:lnTo>
                    <a:pt x="152" y="81"/>
                  </a:lnTo>
                  <a:lnTo>
                    <a:pt x="143" y="45"/>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641;p33">
              <a:extLst>
                <a:ext uri="{FF2B5EF4-FFF2-40B4-BE49-F238E27FC236}">
                  <a16:creationId xmlns:a16="http://schemas.microsoft.com/office/drawing/2014/main" id="{8C7F652D-F88E-4B4B-B7D9-2D6444132B10}"/>
                </a:ext>
              </a:extLst>
            </p:cNvPr>
            <p:cNvSpPr/>
            <p:nvPr/>
          </p:nvSpPr>
          <p:spPr>
            <a:xfrm>
              <a:off x="5612912" y="4530098"/>
              <a:ext cx="7886" cy="39174"/>
            </a:xfrm>
            <a:custGeom>
              <a:avLst/>
              <a:gdLst/>
              <a:ahLst/>
              <a:cxnLst/>
              <a:rect l="l" t="t" r="r" b="b"/>
              <a:pathLst>
                <a:path w="153" h="760" extrusionOk="0">
                  <a:moveTo>
                    <a:pt x="45" y="1"/>
                  </a:moveTo>
                  <a:lnTo>
                    <a:pt x="1" y="37"/>
                  </a:lnTo>
                  <a:lnTo>
                    <a:pt x="1" y="63"/>
                  </a:lnTo>
                  <a:lnTo>
                    <a:pt x="10" y="680"/>
                  </a:lnTo>
                  <a:lnTo>
                    <a:pt x="10" y="715"/>
                  </a:lnTo>
                  <a:lnTo>
                    <a:pt x="54" y="760"/>
                  </a:lnTo>
                  <a:lnTo>
                    <a:pt x="108" y="760"/>
                  </a:lnTo>
                  <a:lnTo>
                    <a:pt x="152" y="724"/>
                  </a:lnTo>
                  <a:lnTo>
                    <a:pt x="152" y="697"/>
                  </a:lnTo>
                  <a:lnTo>
                    <a:pt x="152" y="81"/>
                  </a:lnTo>
                  <a:lnTo>
                    <a:pt x="144" y="46"/>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642;p33">
              <a:extLst>
                <a:ext uri="{FF2B5EF4-FFF2-40B4-BE49-F238E27FC236}">
                  <a16:creationId xmlns:a16="http://schemas.microsoft.com/office/drawing/2014/main" id="{B8C47F65-2BF1-490D-9351-545093472973}"/>
                </a:ext>
              </a:extLst>
            </p:cNvPr>
            <p:cNvSpPr/>
            <p:nvPr/>
          </p:nvSpPr>
          <p:spPr>
            <a:xfrm>
              <a:off x="5566883" y="4529222"/>
              <a:ext cx="8350" cy="43762"/>
            </a:xfrm>
            <a:custGeom>
              <a:avLst/>
              <a:gdLst/>
              <a:ahLst/>
              <a:cxnLst/>
              <a:rect l="l" t="t" r="r" b="b"/>
              <a:pathLst>
                <a:path w="162" h="849" extrusionOk="0">
                  <a:moveTo>
                    <a:pt x="63" y="0"/>
                  </a:moveTo>
                  <a:lnTo>
                    <a:pt x="19" y="36"/>
                  </a:lnTo>
                  <a:lnTo>
                    <a:pt x="10" y="71"/>
                  </a:lnTo>
                  <a:lnTo>
                    <a:pt x="1" y="768"/>
                  </a:lnTo>
                  <a:lnTo>
                    <a:pt x="1" y="804"/>
                  </a:lnTo>
                  <a:lnTo>
                    <a:pt x="45" y="839"/>
                  </a:lnTo>
                  <a:lnTo>
                    <a:pt x="99" y="848"/>
                  </a:lnTo>
                  <a:lnTo>
                    <a:pt x="144" y="813"/>
                  </a:lnTo>
                  <a:lnTo>
                    <a:pt x="144" y="777"/>
                  </a:lnTo>
                  <a:lnTo>
                    <a:pt x="161" y="80"/>
                  </a:lnTo>
                  <a:lnTo>
                    <a:pt x="152" y="45"/>
                  </a:lnTo>
                  <a:lnTo>
                    <a:pt x="117" y="9"/>
                  </a:lnTo>
                  <a:lnTo>
                    <a:pt x="63"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643;p33">
              <a:extLst>
                <a:ext uri="{FF2B5EF4-FFF2-40B4-BE49-F238E27FC236}">
                  <a16:creationId xmlns:a16="http://schemas.microsoft.com/office/drawing/2014/main" id="{6E2C3B56-5E07-4499-94FB-23ED8F81CEA1}"/>
                </a:ext>
              </a:extLst>
            </p:cNvPr>
            <p:cNvSpPr/>
            <p:nvPr/>
          </p:nvSpPr>
          <p:spPr>
            <a:xfrm>
              <a:off x="5512556" y="4511233"/>
              <a:ext cx="9278" cy="57627"/>
            </a:xfrm>
            <a:custGeom>
              <a:avLst/>
              <a:gdLst/>
              <a:ahLst/>
              <a:cxnLst/>
              <a:rect l="l" t="t" r="r" b="b"/>
              <a:pathLst>
                <a:path w="180" h="1118" extrusionOk="0">
                  <a:moveTo>
                    <a:pt x="46" y="1"/>
                  </a:moveTo>
                  <a:lnTo>
                    <a:pt x="10" y="37"/>
                  </a:lnTo>
                  <a:lnTo>
                    <a:pt x="1" y="72"/>
                  </a:lnTo>
                  <a:lnTo>
                    <a:pt x="19" y="554"/>
                  </a:lnTo>
                  <a:lnTo>
                    <a:pt x="28" y="1037"/>
                  </a:lnTo>
                  <a:lnTo>
                    <a:pt x="28" y="1072"/>
                  </a:lnTo>
                  <a:lnTo>
                    <a:pt x="72" y="1108"/>
                  </a:lnTo>
                  <a:lnTo>
                    <a:pt x="126" y="1117"/>
                  </a:lnTo>
                  <a:lnTo>
                    <a:pt x="171" y="1081"/>
                  </a:lnTo>
                  <a:lnTo>
                    <a:pt x="180" y="1046"/>
                  </a:lnTo>
                  <a:lnTo>
                    <a:pt x="162" y="563"/>
                  </a:lnTo>
                  <a:lnTo>
                    <a:pt x="153" y="81"/>
                  </a:lnTo>
                  <a:lnTo>
                    <a:pt x="153" y="45"/>
                  </a:lnTo>
                  <a:lnTo>
                    <a:pt x="108" y="10"/>
                  </a:lnTo>
                  <a:lnTo>
                    <a:pt x="4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644;p33">
              <a:extLst>
                <a:ext uri="{FF2B5EF4-FFF2-40B4-BE49-F238E27FC236}">
                  <a16:creationId xmlns:a16="http://schemas.microsoft.com/office/drawing/2014/main" id="{8D53AD69-760B-49CF-AFE9-BE0A97EFF946}"/>
                </a:ext>
              </a:extLst>
            </p:cNvPr>
            <p:cNvSpPr/>
            <p:nvPr/>
          </p:nvSpPr>
          <p:spPr>
            <a:xfrm>
              <a:off x="5460084" y="4495151"/>
              <a:ext cx="13866" cy="79225"/>
            </a:xfrm>
            <a:custGeom>
              <a:avLst/>
              <a:gdLst/>
              <a:ahLst/>
              <a:cxnLst/>
              <a:rect l="l" t="t" r="r" b="b"/>
              <a:pathLst>
                <a:path w="269" h="1537" extrusionOk="0">
                  <a:moveTo>
                    <a:pt x="99" y="0"/>
                  </a:moveTo>
                  <a:lnTo>
                    <a:pt x="46" y="18"/>
                  </a:lnTo>
                  <a:lnTo>
                    <a:pt x="1" y="63"/>
                  </a:lnTo>
                  <a:lnTo>
                    <a:pt x="1" y="90"/>
                  </a:lnTo>
                  <a:lnTo>
                    <a:pt x="63" y="786"/>
                  </a:lnTo>
                  <a:lnTo>
                    <a:pt x="126" y="1474"/>
                  </a:lnTo>
                  <a:lnTo>
                    <a:pt x="135" y="1509"/>
                  </a:lnTo>
                  <a:lnTo>
                    <a:pt x="180" y="1536"/>
                  </a:lnTo>
                  <a:lnTo>
                    <a:pt x="233" y="1527"/>
                  </a:lnTo>
                  <a:lnTo>
                    <a:pt x="269" y="1483"/>
                  </a:lnTo>
                  <a:lnTo>
                    <a:pt x="269" y="1447"/>
                  </a:lnTo>
                  <a:lnTo>
                    <a:pt x="153" y="63"/>
                  </a:lnTo>
                  <a:lnTo>
                    <a:pt x="144" y="36"/>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645;p33">
              <a:extLst>
                <a:ext uri="{FF2B5EF4-FFF2-40B4-BE49-F238E27FC236}">
                  <a16:creationId xmlns:a16="http://schemas.microsoft.com/office/drawing/2014/main" id="{4101266D-7F30-43B0-AA53-F17B1A2E879C}"/>
                </a:ext>
              </a:extLst>
            </p:cNvPr>
            <p:cNvSpPr/>
            <p:nvPr/>
          </p:nvSpPr>
          <p:spPr>
            <a:xfrm>
              <a:off x="5410396" y="4221246"/>
              <a:ext cx="437772" cy="87987"/>
            </a:xfrm>
            <a:custGeom>
              <a:avLst/>
              <a:gdLst/>
              <a:ahLst/>
              <a:cxnLst/>
              <a:rect l="l" t="t" r="r" b="b"/>
              <a:pathLst>
                <a:path w="8493" h="1707" extrusionOk="0">
                  <a:moveTo>
                    <a:pt x="0" y="1"/>
                  </a:moveTo>
                  <a:lnTo>
                    <a:pt x="0" y="1707"/>
                  </a:lnTo>
                  <a:lnTo>
                    <a:pt x="8493" y="1707"/>
                  </a:lnTo>
                  <a:lnTo>
                    <a:pt x="8493" y="1"/>
                  </a:lnTo>
                  <a:lnTo>
                    <a:pt x="8439" y="37"/>
                  </a:lnTo>
                  <a:lnTo>
                    <a:pt x="7895" y="296"/>
                  </a:lnTo>
                  <a:lnTo>
                    <a:pt x="7127" y="564"/>
                  </a:lnTo>
                  <a:lnTo>
                    <a:pt x="6457" y="724"/>
                  </a:lnTo>
                  <a:lnTo>
                    <a:pt x="5671" y="858"/>
                  </a:lnTo>
                  <a:lnTo>
                    <a:pt x="4751" y="939"/>
                  </a:lnTo>
                  <a:lnTo>
                    <a:pt x="3742" y="939"/>
                  </a:lnTo>
                  <a:lnTo>
                    <a:pt x="2822" y="858"/>
                  </a:lnTo>
                  <a:lnTo>
                    <a:pt x="2037" y="724"/>
                  </a:lnTo>
                  <a:lnTo>
                    <a:pt x="1367" y="564"/>
                  </a:lnTo>
                  <a:lnTo>
                    <a:pt x="599" y="296"/>
                  </a:lnTo>
                  <a:lnTo>
                    <a:pt x="54" y="37"/>
                  </a:lnTo>
                  <a:lnTo>
                    <a:pt x="0"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646;p33">
              <a:extLst>
                <a:ext uri="{FF2B5EF4-FFF2-40B4-BE49-F238E27FC236}">
                  <a16:creationId xmlns:a16="http://schemas.microsoft.com/office/drawing/2014/main" id="{9F14588A-A3EF-4DAF-A8B1-D04C105E0952}"/>
                </a:ext>
              </a:extLst>
            </p:cNvPr>
            <p:cNvSpPr/>
            <p:nvPr/>
          </p:nvSpPr>
          <p:spPr>
            <a:xfrm>
              <a:off x="5410396" y="4221246"/>
              <a:ext cx="437772" cy="48401"/>
            </a:xfrm>
            <a:custGeom>
              <a:avLst/>
              <a:gdLst/>
              <a:ahLst/>
              <a:cxnLst/>
              <a:rect l="l" t="t" r="r" b="b"/>
              <a:pathLst>
                <a:path w="8493" h="939" extrusionOk="0">
                  <a:moveTo>
                    <a:pt x="0" y="1"/>
                  </a:moveTo>
                  <a:lnTo>
                    <a:pt x="54" y="37"/>
                  </a:lnTo>
                  <a:lnTo>
                    <a:pt x="599" y="296"/>
                  </a:lnTo>
                  <a:lnTo>
                    <a:pt x="1367" y="564"/>
                  </a:lnTo>
                  <a:lnTo>
                    <a:pt x="2037" y="724"/>
                  </a:lnTo>
                  <a:lnTo>
                    <a:pt x="2822" y="858"/>
                  </a:lnTo>
                  <a:lnTo>
                    <a:pt x="3742" y="939"/>
                  </a:lnTo>
                  <a:lnTo>
                    <a:pt x="4751" y="939"/>
                  </a:lnTo>
                  <a:lnTo>
                    <a:pt x="5671" y="858"/>
                  </a:lnTo>
                  <a:lnTo>
                    <a:pt x="6457" y="724"/>
                  </a:lnTo>
                  <a:lnTo>
                    <a:pt x="7127" y="564"/>
                  </a:lnTo>
                  <a:lnTo>
                    <a:pt x="7895" y="296"/>
                  </a:lnTo>
                  <a:lnTo>
                    <a:pt x="8439" y="37"/>
                  </a:lnTo>
                  <a:lnTo>
                    <a:pt x="8493"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647;p33">
              <a:extLst>
                <a:ext uri="{FF2B5EF4-FFF2-40B4-BE49-F238E27FC236}">
                  <a16:creationId xmlns:a16="http://schemas.microsoft.com/office/drawing/2014/main" id="{EEFCDC79-D86A-462F-92A8-0D50F66C4B6B}"/>
                </a:ext>
              </a:extLst>
            </p:cNvPr>
            <p:cNvSpPr/>
            <p:nvPr/>
          </p:nvSpPr>
          <p:spPr>
            <a:xfrm>
              <a:off x="5410396" y="4308717"/>
              <a:ext cx="437772" cy="87987"/>
            </a:xfrm>
            <a:custGeom>
              <a:avLst/>
              <a:gdLst/>
              <a:ahLst/>
              <a:cxnLst/>
              <a:rect l="l" t="t" r="r" b="b"/>
              <a:pathLst>
                <a:path w="8493" h="1707" extrusionOk="0">
                  <a:moveTo>
                    <a:pt x="0" y="1"/>
                  </a:moveTo>
                  <a:lnTo>
                    <a:pt x="0" y="1706"/>
                  </a:lnTo>
                  <a:lnTo>
                    <a:pt x="8493" y="1706"/>
                  </a:lnTo>
                  <a:lnTo>
                    <a:pt x="8493" y="1"/>
                  </a:lnTo>
                  <a:lnTo>
                    <a:pt x="8439" y="27"/>
                  </a:lnTo>
                  <a:lnTo>
                    <a:pt x="7895" y="295"/>
                  </a:lnTo>
                  <a:lnTo>
                    <a:pt x="7127" y="563"/>
                  </a:lnTo>
                  <a:lnTo>
                    <a:pt x="6457" y="724"/>
                  </a:lnTo>
                  <a:lnTo>
                    <a:pt x="5671" y="858"/>
                  </a:lnTo>
                  <a:lnTo>
                    <a:pt x="4751" y="929"/>
                  </a:lnTo>
                  <a:lnTo>
                    <a:pt x="4242" y="938"/>
                  </a:lnTo>
                  <a:lnTo>
                    <a:pt x="3742" y="929"/>
                  </a:lnTo>
                  <a:lnTo>
                    <a:pt x="2822" y="858"/>
                  </a:lnTo>
                  <a:lnTo>
                    <a:pt x="2037" y="724"/>
                  </a:lnTo>
                  <a:lnTo>
                    <a:pt x="1367" y="563"/>
                  </a:lnTo>
                  <a:lnTo>
                    <a:pt x="599" y="295"/>
                  </a:lnTo>
                  <a:lnTo>
                    <a:pt x="54" y="27"/>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648;p33">
              <a:extLst>
                <a:ext uri="{FF2B5EF4-FFF2-40B4-BE49-F238E27FC236}">
                  <a16:creationId xmlns:a16="http://schemas.microsoft.com/office/drawing/2014/main" id="{26EFA1C9-F1B5-4427-98B2-39CDBE7960A9}"/>
                </a:ext>
              </a:extLst>
            </p:cNvPr>
            <p:cNvSpPr/>
            <p:nvPr/>
          </p:nvSpPr>
          <p:spPr>
            <a:xfrm>
              <a:off x="5410396" y="4308717"/>
              <a:ext cx="437772" cy="48401"/>
            </a:xfrm>
            <a:custGeom>
              <a:avLst/>
              <a:gdLst/>
              <a:ahLst/>
              <a:cxnLst/>
              <a:rect l="l" t="t" r="r" b="b"/>
              <a:pathLst>
                <a:path w="8493" h="939" extrusionOk="0">
                  <a:moveTo>
                    <a:pt x="0" y="1"/>
                  </a:moveTo>
                  <a:lnTo>
                    <a:pt x="54" y="27"/>
                  </a:lnTo>
                  <a:lnTo>
                    <a:pt x="599" y="295"/>
                  </a:lnTo>
                  <a:lnTo>
                    <a:pt x="1367" y="563"/>
                  </a:lnTo>
                  <a:lnTo>
                    <a:pt x="2037" y="724"/>
                  </a:lnTo>
                  <a:lnTo>
                    <a:pt x="2822" y="858"/>
                  </a:lnTo>
                  <a:lnTo>
                    <a:pt x="3742" y="929"/>
                  </a:lnTo>
                  <a:lnTo>
                    <a:pt x="4242" y="938"/>
                  </a:lnTo>
                  <a:lnTo>
                    <a:pt x="4751" y="929"/>
                  </a:lnTo>
                  <a:lnTo>
                    <a:pt x="5671" y="858"/>
                  </a:lnTo>
                  <a:lnTo>
                    <a:pt x="6457" y="724"/>
                  </a:lnTo>
                  <a:lnTo>
                    <a:pt x="7127" y="563"/>
                  </a:lnTo>
                  <a:lnTo>
                    <a:pt x="7895" y="295"/>
                  </a:lnTo>
                  <a:lnTo>
                    <a:pt x="8439" y="27"/>
                  </a:lnTo>
                  <a:lnTo>
                    <a:pt x="8493"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649;p33">
              <a:extLst>
                <a:ext uri="{FF2B5EF4-FFF2-40B4-BE49-F238E27FC236}">
                  <a16:creationId xmlns:a16="http://schemas.microsoft.com/office/drawing/2014/main" id="{0DB5416D-E1E4-47FF-AC41-F36966C5C142}"/>
                </a:ext>
              </a:extLst>
            </p:cNvPr>
            <p:cNvSpPr/>
            <p:nvPr/>
          </p:nvSpPr>
          <p:spPr>
            <a:xfrm>
              <a:off x="5440755" y="4236452"/>
              <a:ext cx="12474" cy="75565"/>
            </a:xfrm>
            <a:custGeom>
              <a:avLst/>
              <a:gdLst/>
              <a:ahLst/>
              <a:cxnLst/>
              <a:rect l="l" t="t" r="r" b="b"/>
              <a:pathLst>
                <a:path w="242" h="1466" extrusionOk="0">
                  <a:moveTo>
                    <a:pt x="46" y="1"/>
                  </a:moveTo>
                  <a:lnTo>
                    <a:pt x="10" y="36"/>
                  </a:lnTo>
                  <a:lnTo>
                    <a:pt x="1" y="72"/>
                  </a:lnTo>
                  <a:lnTo>
                    <a:pt x="46" y="742"/>
                  </a:lnTo>
                  <a:lnTo>
                    <a:pt x="99" y="1403"/>
                  </a:lnTo>
                  <a:lnTo>
                    <a:pt x="99" y="1438"/>
                  </a:lnTo>
                  <a:lnTo>
                    <a:pt x="144" y="1465"/>
                  </a:lnTo>
                  <a:lnTo>
                    <a:pt x="206" y="1465"/>
                  </a:lnTo>
                  <a:lnTo>
                    <a:pt x="242" y="1429"/>
                  </a:lnTo>
                  <a:lnTo>
                    <a:pt x="242" y="1394"/>
                  </a:lnTo>
                  <a:lnTo>
                    <a:pt x="197" y="724"/>
                  </a:lnTo>
                  <a:lnTo>
                    <a:pt x="153" y="63"/>
                  </a:lnTo>
                  <a:lnTo>
                    <a:pt x="144" y="27"/>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650;p33">
              <a:extLst>
                <a:ext uri="{FF2B5EF4-FFF2-40B4-BE49-F238E27FC236}">
                  <a16:creationId xmlns:a16="http://schemas.microsoft.com/office/drawing/2014/main" id="{411D2ED5-2854-4C85-B4A9-9882F3034AA2}"/>
                </a:ext>
              </a:extLst>
            </p:cNvPr>
            <p:cNvSpPr/>
            <p:nvPr/>
          </p:nvSpPr>
          <p:spPr>
            <a:xfrm>
              <a:off x="5492763" y="4250730"/>
              <a:ext cx="10206" cy="59895"/>
            </a:xfrm>
            <a:custGeom>
              <a:avLst/>
              <a:gdLst/>
              <a:ahLst/>
              <a:cxnLst/>
              <a:rect l="l" t="t" r="r" b="b"/>
              <a:pathLst>
                <a:path w="198" h="1162" extrusionOk="0">
                  <a:moveTo>
                    <a:pt x="108" y="0"/>
                  </a:moveTo>
                  <a:lnTo>
                    <a:pt x="46" y="9"/>
                  </a:lnTo>
                  <a:lnTo>
                    <a:pt x="10" y="45"/>
                  </a:lnTo>
                  <a:lnTo>
                    <a:pt x="1" y="81"/>
                  </a:lnTo>
                  <a:lnTo>
                    <a:pt x="28" y="590"/>
                  </a:lnTo>
                  <a:lnTo>
                    <a:pt x="46" y="1099"/>
                  </a:lnTo>
                  <a:lnTo>
                    <a:pt x="55" y="1135"/>
                  </a:lnTo>
                  <a:lnTo>
                    <a:pt x="99" y="1161"/>
                  </a:lnTo>
                  <a:lnTo>
                    <a:pt x="153" y="1161"/>
                  </a:lnTo>
                  <a:lnTo>
                    <a:pt x="197" y="1126"/>
                  </a:lnTo>
                  <a:lnTo>
                    <a:pt x="197" y="1090"/>
                  </a:lnTo>
                  <a:lnTo>
                    <a:pt x="180" y="581"/>
                  </a:lnTo>
                  <a:lnTo>
                    <a:pt x="153" y="63"/>
                  </a:lnTo>
                  <a:lnTo>
                    <a:pt x="144"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651;p33">
              <a:extLst>
                <a:ext uri="{FF2B5EF4-FFF2-40B4-BE49-F238E27FC236}">
                  <a16:creationId xmlns:a16="http://schemas.microsoft.com/office/drawing/2014/main" id="{59D2518E-E792-416B-BAC3-2AB641B13A89}"/>
                </a:ext>
              </a:extLst>
            </p:cNvPr>
            <p:cNvSpPr/>
            <p:nvPr/>
          </p:nvSpPr>
          <p:spPr>
            <a:xfrm>
              <a:off x="5537916" y="4264543"/>
              <a:ext cx="8299" cy="42834"/>
            </a:xfrm>
            <a:custGeom>
              <a:avLst/>
              <a:gdLst/>
              <a:ahLst/>
              <a:cxnLst/>
              <a:rect l="l" t="t" r="r" b="b"/>
              <a:pathLst>
                <a:path w="161" h="831" extrusionOk="0">
                  <a:moveTo>
                    <a:pt x="107" y="0"/>
                  </a:moveTo>
                  <a:lnTo>
                    <a:pt x="45" y="9"/>
                  </a:lnTo>
                  <a:lnTo>
                    <a:pt x="9" y="45"/>
                  </a:lnTo>
                  <a:lnTo>
                    <a:pt x="0" y="81"/>
                  </a:lnTo>
                  <a:lnTo>
                    <a:pt x="9" y="420"/>
                  </a:lnTo>
                  <a:lnTo>
                    <a:pt x="9" y="768"/>
                  </a:lnTo>
                  <a:lnTo>
                    <a:pt x="18" y="795"/>
                  </a:lnTo>
                  <a:lnTo>
                    <a:pt x="63" y="831"/>
                  </a:lnTo>
                  <a:lnTo>
                    <a:pt x="116" y="822"/>
                  </a:lnTo>
                  <a:lnTo>
                    <a:pt x="152" y="786"/>
                  </a:lnTo>
                  <a:lnTo>
                    <a:pt x="161" y="750"/>
                  </a:lnTo>
                  <a:lnTo>
                    <a:pt x="152" y="411"/>
                  </a:lnTo>
                  <a:lnTo>
                    <a:pt x="152" y="72"/>
                  </a:lnTo>
                  <a:lnTo>
                    <a:pt x="143" y="36"/>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652;p33">
              <a:extLst>
                <a:ext uri="{FF2B5EF4-FFF2-40B4-BE49-F238E27FC236}">
                  <a16:creationId xmlns:a16="http://schemas.microsoft.com/office/drawing/2014/main" id="{87505B7D-0309-4223-A9DF-F2A088EA821B}"/>
                </a:ext>
              </a:extLst>
            </p:cNvPr>
            <p:cNvSpPr/>
            <p:nvPr/>
          </p:nvSpPr>
          <p:spPr>
            <a:xfrm>
              <a:off x="5586212" y="4268667"/>
              <a:ext cx="8814" cy="40566"/>
            </a:xfrm>
            <a:custGeom>
              <a:avLst/>
              <a:gdLst/>
              <a:ahLst/>
              <a:cxnLst/>
              <a:rect l="l" t="t" r="r" b="b"/>
              <a:pathLst>
                <a:path w="171" h="787" extrusionOk="0">
                  <a:moveTo>
                    <a:pt x="99" y="1"/>
                  </a:moveTo>
                  <a:lnTo>
                    <a:pt x="45" y="10"/>
                  </a:lnTo>
                  <a:lnTo>
                    <a:pt x="1" y="45"/>
                  </a:lnTo>
                  <a:lnTo>
                    <a:pt x="1" y="81"/>
                  </a:lnTo>
                  <a:lnTo>
                    <a:pt x="10" y="403"/>
                  </a:lnTo>
                  <a:lnTo>
                    <a:pt x="19" y="724"/>
                  </a:lnTo>
                  <a:lnTo>
                    <a:pt x="28" y="760"/>
                  </a:lnTo>
                  <a:lnTo>
                    <a:pt x="72" y="787"/>
                  </a:lnTo>
                  <a:lnTo>
                    <a:pt x="126" y="787"/>
                  </a:lnTo>
                  <a:lnTo>
                    <a:pt x="170" y="751"/>
                  </a:lnTo>
                  <a:lnTo>
                    <a:pt x="170" y="715"/>
                  </a:lnTo>
                  <a:lnTo>
                    <a:pt x="161" y="394"/>
                  </a:lnTo>
                  <a:lnTo>
                    <a:pt x="153" y="72"/>
                  </a:lnTo>
                  <a:lnTo>
                    <a:pt x="144"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653;p33">
              <a:extLst>
                <a:ext uri="{FF2B5EF4-FFF2-40B4-BE49-F238E27FC236}">
                  <a16:creationId xmlns:a16="http://schemas.microsoft.com/office/drawing/2014/main" id="{6C674011-A828-4DC0-9B88-F654967D9ABD}"/>
                </a:ext>
              </a:extLst>
            </p:cNvPr>
            <p:cNvSpPr/>
            <p:nvPr/>
          </p:nvSpPr>
          <p:spPr>
            <a:xfrm>
              <a:off x="5633169" y="4268203"/>
              <a:ext cx="7886" cy="42422"/>
            </a:xfrm>
            <a:custGeom>
              <a:avLst/>
              <a:gdLst/>
              <a:ahLst/>
              <a:cxnLst/>
              <a:rect l="l" t="t" r="r" b="b"/>
              <a:pathLst>
                <a:path w="153" h="823" extrusionOk="0">
                  <a:moveTo>
                    <a:pt x="45" y="1"/>
                  </a:moveTo>
                  <a:lnTo>
                    <a:pt x="10" y="45"/>
                  </a:lnTo>
                  <a:lnTo>
                    <a:pt x="1" y="72"/>
                  </a:lnTo>
                  <a:lnTo>
                    <a:pt x="1" y="760"/>
                  </a:lnTo>
                  <a:lnTo>
                    <a:pt x="10" y="796"/>
                  </a:lnTo>
                  <a:lnTo>
                    <a:pt x="45" y="822"/>
                  </a:lnTo>
                  <a:lnTo>
                    <a:pt x="108" y="822"/>
                  </a:lnTo>
                  <a:lnTo>
                    <a:pt x="143" y="787"/>
                  </a:lnTo>
                  <a:lnTo>
                    <a:pt x="152" y="751"/>
                  </a:lnTo>
                  <a:lnTo>
                    <a:pt x="152" y="63"/>
                  </a:lnTo>
                  <a:lnTo>
                    <a:pt x="143" y="28"/>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654;p33">
              <a:extLst>
                <a:ext uri="{FF2B5EF4-FFF2-40B4-BE49-F238E27FC236}">
                  <a16:creationId xmlns:a16="http://schemas.microsoft.com/office/drawing/2014/main" id="{B444402D-5B87-4A61-BD82-14147E4A4063}"/>
                </a:ext>
              </a:extLst>
            </p:cNvPr>
            <p:cNvSpPr/>
            <p:nvPr/>
          </p:nvSpPr>
          <p:spPr>
            <a:xfrm>
              <a:off x="5683785" y="4265471"/>
              <a:ext cx="8814" cy="44690"/>
            </a:xfrm>
            <a:custGeom>
              <a:avLst/>
              <a:gdLst/>
              <a:ahLst/>
              <a:cxnLst/>
              <a:rect l="l" t="t" r="r" b="b"/>
              <a:pathLst>
                <a:path w="171" h="867" extrusionOk="0">
                  <a:moveTo>
                    <a:pt x="46" y="0"/>
                  </a:moveTo>
                  <a:lnTo>
                    <a:pt x="10" y="45"/>
                  </a:lnTo>
                  <a:lnTo>
                    <a:pt x="1" y="72"/>
                  </a:lnTo>
                  <a:lnTo>
                    <a:pt x="10" y="438"/>
                  </a:lnTo>
                  <a:lnTo>
                    <a:pt x="19" y="804"/>
                  </a:lnTo>
                  <a:lnTo>
                    <a:pt x="28" y="831"/>
                  </a:lnTo>
                  <a:lnTo>
                    <a:pt x="72" y="866"/>
                  </a:lnTo>
                  <a:lnTo>
                    <a:pt x="126" y="857"/>
                  </a:lnTo>
                  <a:lnTo>
                    <a:pt x="171" y="822"/>
                  </a:lnTo>
                  <a:lnTo>
                    <a:pt x="171" y="786"/>
                  </a:lnTo>
                  <a:lnTo>
                    <a:pt x="162" y="429"/>
                  </a:lnTo>
                  <a:lnTo>
                    <a:pt x="153" y="63"/>
                  </a:lnTo>
                  <a:lnTo>
                    <a:pt x="144" y="27"/>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55;p33">
              <a:extLst>
                <a:ext uri="{FF2B5EF4-FFF2-40B4-BE49-F238E27FC236}">
                  <a16:creationId xmlns:a16="http://schemas.microsoft.com/office/drawing/2014/main" id="{1EDA7F54-D21F-420F-9F0F-FC1AC7E54B43}"/>
                </a:ext>
              </a:extLst>
            </p:cNvPr>
            <p:cNvSpPr/>
            <p:nvPr/>
          </p:nvSpPr>
          <p:spPr>
            <a:xfrm>
              <a:off x="5730277" y="4260368"/>
              <a:ext cx="8350" cy="48401"/>
            </a:xfrm>
            <a:custGeom>
              <a:avLst/>
              <a:gdLst/>
              <a:ahLst/>
              <a:cxnLst/>
              <a:rect l="l" t="t" r="r" b="b"/>
              <a:pathLst>
                <a:path w="162" h="939" extrusionOk="0">
                  <a:moveTo>
                    <a:pt x="117" y="1"/>
                  </a:moveTo>
                  <a:lnTo>
                    <a:pt x="63" y="10"/>
                  </a:lnTo>
                  <a:lnTo>
                    <a:pt x="19" y="46"/>
                  </a:lnTo>
                  <a:lnTo>
                    <a:pt x="10" y="81"/>
                  </a:lnTo>
                  <a:lnTo>
                    <a:pt x="10" y="474"/>
                  </a:lnTo>
                  <a:lnTo>
                    <a:pt x="1" y="876"/>
                  </a:lnTo>
                  <a:lnTo>
                    <a:pt x="1" y="903"/>
                  </a:lnTo>
                  <a:lnTo>
                    <a:pt x="45" y="939"/>
                  </a:lnTo>
                  <a:lnTo>
                    <a:pt x="99" y="930"/>
                  </a:lnTo>
                  <a:lnTo>
                    <a:pt x="144" y="894"/>
                  </a:lnTo>
                  <a:lnTo>
                    <a:pt x="144" y="858"/>
                  </a:lnTo>
                  <a:lnTo>
                    <a:pt x="153" y="465"/>
                  </a:lnTo>
                  <a:lnTo>
                    <a:pt x="162" y="72"/>
                  </a:lnTo>
                  <a:lnTo>
                    <a:pt x="162" y="37"/>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56;p33">
              <a:extLst>
                <a:ext uri="{FF2B5EF4-FFF2-40B4-BE49-F238E27FC236}">
                  <a16:creationId xmlns:a16="http://schemas.microsoft.com/office/drawing/2014/main" id="{80AEBC2B-9168-4B20-8482-CE24131D4331}"/>
                </a:ext>
              </a:extLst>
            </p:cNvPr>
            <p:cNvSpPr/>
            <p:nvPr/>
          </p:nvSpPr>
          <p:spPr>
            <a:xfrm>
              <a:off x="5775378" y="4251657"/>
              <a:ext cx="9278" cy="54380"/>
            </a:xfrm>
            <a:custGeom>
              <a:avLst/>
              <a:gdLst/>
              <a:ahLst/>
              <a:cxnLst/>
              <a:rect l="l" t="t" r="r" b="b"/>
              <a:pathLst>
                <a:path w="180" h="1055" extrusionOk="0">
                  <a:moveTo>
                    <a:pt x="81" y="0"/>
                  </a:moveTo>
                  <a:lnTo>
                    <a:pt x="37" y="36"/>
                  </a:lnTo>
                  <a:lnTo>
                    <a:pt x="28" y="72"/>
                  </a:lnTo>
                  <a:lnTo>
                    <a:pt x="19" y="527"/>
                  </a:lnTo>
                  <a:lnTo>
                    <a:pt x="1" y="983"/>
                  </a:lnTo>
                  <a:lnTo>
                    <a:pt x="10" y="1018"/>
                  </a:lnTo>
                  <a:lnTo>
                    <a:pt x="46" y="1054"/>
                  </a:lnTo>
                  <a:lnTo>
                    <a:pt x="108" y="1045"/>
                  </a:lnTo>
                  <a:lnTo>
                    <a:pt x="144" y="1009"/>
                  </a:lnTo>
                  <a:lnTo>
                    <a:pt x="153" y="974"/>
                  </a:lnTo>
                  <a:lnTo>
                    <a:pt x="180" y="63"/>
                  </a:lnTo>
                  <a:lnTo>
                    <a:pt x="171" y="27"/>
                  </a:lnTo>
                  <a:lnTo>
                    <a:pt x="13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57;p33">
              <a:extLst>
                <a:ext uri="{FF2B5EF4-FFF2-40B4-BE49-F238E27FC236}">
                  <a16:creationId xmlns:a16="http://schemas.microsoft.com/office/drawing/2014/main" id="{CBE0F385-4013-451A-87A7-9F1632FFDC51}"/>
                </a:ext>
              </a:extLst>
            </p:cNvPr>
            <p:cNvSpPr/>
            <p:nvPr/>
          </p:nvSpPr>
          <p:spPr>
            <a:xfrm>
              <a:off x="5816356" y="4232792"/>
              <a:ext cx="11134" cy="80565"/>
            </a:xfrm>
            <a:custGeom>
              <a:avLst/>
              <a:gdLst/>
              <a:ahLst/>
              <a:cxnLst/>
              <a:rect l="l" t="t" r="r" b="b"/>
              <a:pathLst>
                <a:path w="216" h="1563" extrusionOk="0">
                  <a:moveTo>
                    <a:pt x="117" y="0"/>
                  </a:moveTo>
                  <a:lnTo>
                    <a:pt x="72" y="45"/>
                  </a:lnTo>
                  <a:lnTo>
                    <a:pt x="63" y="81"/>
                  </a:lnTo>
                  <a:lnTo>
                    <a:pt x="36" y="786"/>
                  </a:lnTo>
                  <a:lnTo>
                    <a:pt x="1" y="1500"/>
                  </a:lnTo>
                  <a:lnTo>
                    <a:pt x="1" y="1536"/>
                  </a:lnTo>
                  <a:lnTo>
                    <a:pt x="45" y="1563"/>
                  </a:lnTo>
                  <a:lnTo>
                    <a:pt x="99" y="1563"/>
                  </a:lnTo>
                  <a:lnTo>
                    <a:pt x="144" y="1518"/>
                  </a:lnTo>
                  <a:lnTo>
                    <a:pt x="153" y="1491"/>
                  </a:lnTo>
                  <a:lnTo>
                    <a:pt x="179" y="777"/>
                  </a:lnTo>
                  <a:lnTo>
                    <a:pt x="215" y="63"/>
                  </a:lnTo>
                  <a:lnTo>
                    <a:pt x="206" y="36"/>
                  </a:lnTo>
                  <a:lnTo>
                    <a:pt x="170"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58;p33">
              <a:extLst>
                <a:ext uri="{FF2B5EF4-FFF2-40B4-BE49-F238E27FC236}">
                  <a16:creationId xmlns:a16="http://schemas.microsoft.com/office/drawing/2014/main" id="{B832E686-25CF-4C14-9E07-6B4AF07C7503}"/>
                </a:ext>
              </a:extLst>
            </p:cNvPr>
            <p:cNvSpPr/>
            <p:nvPr/>
          </p:nvSpPr>
          <p:spPr>
            <a:xfrm>
              <a:off x="5425601" y="4319283"/>
              <a:ext cx="8763" cy="75101"/>
            </a:xfrm>
            <a:custGeom>
              <a:avLst/>
              <a:gdLst/>
              <a:ahLst/>
              <a:cxnLst/>
              <a:rect l="l" t="t" r="r" b="b"/>
              <a:pathLst>
                <a:path w="170" h="1457" extrusionOk="0">
                  <a:moveTo>
                    <a:pt x="98" y="1"/>
                  </a:moveTo>
                  <a:lnTo>
                    <a:pt x="45" y="10"/>
                  </a:lnTo>
                  <a:lnTo>
                    <a:pt x="0" y="46"/>
                  </a:lnTo>
                  <a:lnTo>
                    <a:pt x="0" y="81"/>
                  </a:lnTo>
                  <a:lnTo>
                    <a:pt x="18" y="1394"/>
                  </a:lnTo>
                  <a:lnTo>
                    <a:pt x="27" y="1430"/>
                  </a:lnTo>
                  <a:lnTo>
                    <a:pt x="72" y="1457"/>
                  </a:lnTo>
                  <a:lnTo>
                    <a:pt x="125" y="1457"/>
                  </a:lnTo>
                  <a:lnTo>
                    <a:pt x="170" y="1421"/>
                  </a:lnTo>
                  <a:lnTo>
                    <a:pt x="170" y="1385"/>
                  </a:lnTo>
                  <a:lnTo>
                    <a:pt x="152" y="64"/>
                  </a:lnTo>
                  <a:lnTo>
                    <a:pt x="143" y="37"/>
                  </a:lnTo>
                  <a:lnTo>
                    <a:pt x="9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59;p33">
              <a:extLst>
                <a:ext uri="{FF2B5EF4-FFF2-40B4-BE49-F238E27FC236}">
                  <a16:creationId xmlns:a16="http://schemas.microsoft.com/office/drawing/2014/main" id="{6F263511-6447-48C9-9E6A-983A128B8A50}"/>
                </a:ext>
              </a:extLst>
            </p:cNvPr>
            <p:cNvSpPr/>
            <p:nvPr/>
          </p:nvSpPr>
          <p:spPr>
            <a:xfrm>
              <a:off x="5476218" y="4338664"/>
              <a:ext cx="8814" cy="59844"/>
            </a:xfrm>
            <a:custGeom>
              <a:avLst/>
              <a:gdLst/>
              <a:ahLst/>
              <a:cxnLst/>
              <a:rect l="l" t="t" r="r" b="b"/>
              <a:pathLst>
                <a:path w="171" h="1161" extrusionOk="0">
                  <a:moveTo>
                    <a:pt x="108" y="0"/>
                  </a:moveTo>
                  <a:lnTo>
                    <a:pt x="45" y="9"/>
                  </a:lnTo>
                  <a:lnTo>
                    <a:pt x="9" y="45"/>
                  </a:lnTo>
                  <a:lnTo>
                    <a:pt x="0" y="80"/>
                  </a:lnTo>
                  <a:lnTo>
                    <a:pt x="9" y="589"/>
                  </a:lnTo>
                  <a:lnTo>
                    <a:pt x="18" y="1098"/>
                  </a:lnTo>
                  <a:lnTo>
                    <a:pt x="27" y="1134"/>
                  </a:lnTo>
                  <a:lnTo>
                    <a:pt x="72" y="1161"/>
                  </a:lnTo>
                  <a:lnTo>
                    <a:pt x="125" y="1161"/>
                  </a:lnTo>
                  <a:lnTo>
                    <a:pt x="170" y="1125"/>
                  </a:lnTo>
                  <a:lnTo>
                    <a:pt x="170" y="1090"/>
                  </a:lnTo>
                  <a:lnTo>
                    <a:pt x="161" y="581"/>
                  </a:lnTo>
                  <a:lnTo>
                    <a:pt x="152" y="63"/>
                  </a:lnTo>
                  <a:lnTo>
                    <a:pt x="143" y="36"/>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60;p33">
              <a:extLst>
                <a:ext uri="{FF2B5EF4-FFF2-40B4-BE49-F238E27FC236}">
                  <a16:creationId xmlns:a16="http://schemas.microsoft.com/office/drawing/2014/main" id="{B2CFAE3F-B7FE-4F18-88F2-0DF04BC80454}"/>
                </a:ext>
              </a:extLst>
            </p:cNvPr>
            <p:cNvSpPr/>
            <p:nvPr/>
          </p:nvSpPr>
          <p:spPr>
            <a:xfrm>
              <a:off x="5531009" y="4353354"/>
              <a:ext cx="8763" cy="46545"/>
            </a:xfrm>
            <a:custGeom>
              <a:avLst/>
              <a:gdLst/>
              <a:ahLst/>
              <a:cxnLst/>
              <a:rect l="l" t="t" r="r" b="b"/>
              <a:pathLst>
                <a:path w="170" h="903" extrusionOk="0">
                  <a:moveTo>
                    <a:pt x="72" y="1"/>
                  </a:moveTo>
                  <a:lnTo>
                    <a:pt x="27" y="45"/>
                  </a:lnTo>
                  <a:lnTo>
                    <a:pt x="27" y="72"/>
                  </a:lnTo>
                  <a:lnTo>
                    <a:pt x="9" y="456"/>
                  </a:lnTo>
                  <a:lnTo>
                    <a:pt x="0" y="840"/>
                  </a:lnTo>
                  <a:lnTo>
                    <a:pt x="0" y="876"/>
                  </a:lnTo>
                  <a:lnTo>
                    <a:pt x="45" y="903"/>
                  </a:lnTo>
                  <a:lnTo>
                    <a:pt x="98" y="903"/>
                  </a:lnTo>
                  <a:lnTo>
                    <a:pt x="143" y="867"/>
                  </a:lnTo>
                  <a:lnTo>
                    <a:pt x="152" y="831"/>
                  </a:lnTo>
                  <a:lnTo>
                    <a:pt x="161" y="447"/>
                  </a:lnTo>
                  <a:lnTo>
                    <a:pt x="170" y="63"/>
                  </a:lnTo>
                  <a:lnTo>
                    <a:pt x="170" y="28"/>
                  </a:lnTo>
                  <a:lnTo>
                    <a:pt x="12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1;p33">
              <a:extLst>
                <a:ext uri="{FF2B5EF4-FFF2-40B4-BE49-F238E27FC236}">
                  <a16:creationId xmlns:a16="http://schemas.microsoft.com/office/drawing/2014/main" id="{C08353D8-9D87-4643-BAA7-221529A7B56A}"/>
                </a:ext>
              </a:extLst>
            </p:cNvPr>
            <p:cNvSpPr/>
            <p:nvPr/>
          </p:nvSpPr>
          <p:spPr>
            <a:xfrm>
              <a:off x="5583480" y="4357529"/>
              <a:ext cx="7422" cy="40566"/>
            </a:xfrm>
            <a:custGeom>
              <a:avLst/>
              <a:gdLst/>
              <a:ahLst/>
              <a:cxnLst/>
              <a:rect l="l" t="t" r="r" b="b"/>
              <a:pathLst>
                <a:path w="144" h="787" extrusionOk="0">
                  <a:moveTo>
                    <a:pt x="45" y="0"/>
                  </a:moveTo>
                  <a:lnTo>
                    <a:pt x="0" y="45"/>
                  </a:lnTo>
                  <a:lnTo>
                    <a:pt x="0" y="72"/>
                  </a:lnTo>
                  <a:lnTo>
                    <a:pt x="0" y="724"/>
                  </a:lnTo>
                  <a:lnTo>
                    <a:pt x="0" y="750"/>
                  </a:lnTo>
                  <a:lnTo>
                    <a:pt x="45" y="786"/>
                  </a:lnTo>
                  <a:lnTo>
                    <a:pt x="98" y="777"/>
                  </a:lnTo>
                  <a:lnTo>
                    <a:pt x="143" y="741"/>
                  </a:lnTo>
                  <a:lnTo>
                    <a:pt x="143" y="706"/>
                  </a:lnTo>
                  <a:lnTo>
                    <a:pt x="143" y="63"/>
                  </a:lnTo>
                  <a:lnTo>
                    <a:pt x="143" y="27"/>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62;p33">
              <a:extLst>
                <a:ext uri="{FF2B5EF4-FFF2-40B4-BE49-F238E27FC236}">
                  <a16:creationId xmlns:a16="http://schemas.microsoft.com/office/drawing/2014/main" id="{01ECDB0F-F2CC-4A39-817C-301391562460}"/>
                </a:ext>
              </a:extLst>
            </p:cNvPr>
            <p:cNvSpPr/>
            <p:nvPr/>
          </p:nvSpPr>
          <p:spPr>
            <a:xfrm>
              <a:off x="5631313" y="4357529"/>
              <a:ext cx="7886" cy="39174"/>
            </a:xfrm>
            <a:custGeom>
              <a:avLst/>
              <a:gdLst/>
              <a:ahLst/>
              <a:cxnLst/>
              <a:rect l="l" t="t" r="r" b="b"/>
              <a:pathLst>
                <a:path w="153" h="760" extrusionOk="0">
                  <a:moveTo>
                    <a:pt x="54" y="0"/>
                  </a:moveTo>
                  <a:lnTo>
                    <a:pt x="10" y="45"/>
                  </a:lnTo>
                  <a:lnTo>
                    <a:pt x="10" y="72"/>
                  </a:lnTo>
                  <a:lnTo>
                    <a:pt x="1" y="697"/>
                  </a:lnTo>
                  <a:lnTo>
                    <a:pt x="1" y="724"/>
                  </a:lnTo>
                  <a:lnTo>
                    <a:pt x="46" y="759"/>
                  </a:lnTo>
                  <a:lnTo>
                    <a:pt x="99" y="750"/>
                  </a:lnTo>
                  <a:lnTo>
                    <a:pt x="144" y="715"/>
                  </a:lnTo>
                  <a:lnTo>
                    <a:pt x="144" y="679"/>
                  </a:lnTo>
                  <a:lnTo>
                    <a:pt x="153" y="63"/>
                  </a:lnTo>
                  <a:lnTo>
                    <a:pt x="153" y="27"/>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63;p33">
              <a:extLst>
                <a:ext uri="{FF2B5EF4-FFF2-40B4-BE49-F238E27FC236}">
                  <a16:creationId xmlns:a16="http://schemas.microsoft.com/office/drawing/2014/main" id="{462764A8-F9CE-4B94-9EFB-1061E7B5BBD8}"/>
                </a:ext>
              </a:extLst>
            </p:cNvPr>
            <p:cNvSpPr/>
            <p:nvPr/>
          </p:nvSpPr>
          <p:spPr>
            <a:xfrm>
              <a:off x="5674146" y="4354745"/>
              <a:ext cx="7886" cy="39174"/>
            </a:xfrm>
            <a:custGeom>
              <a:avLst/>
              <a:gdLst/>
              <a:ahLst/>
              <a:cxnLst/>
              <a:rect l="l" t="t" r="r" b="b"/>
              <a:pathLst>
                <a:path w="153" h="760" extrusionOk="0">
                  <a:moveTo>
                    <a:pt x="54" y="1"/>
                  </a:moveTo>
                  <a:lnTo>
                    <a:pt x="9" y="45"/>
                  </a:lnTo>
                  <a:lnTo>
                    <a:pt x="9" y="72"/>
                  </a:lnTo>
                  <a:lnTo>
                    <a:pt x="0" y="697"/>
                  </a:lnTo>
                  <a:lnTo>
                    <a:pt x="0" y="724"/>
                  </a:lnTo>
                  <a:lnTo>
                    <a:pt x="45" y="760"/>
                  </a:lnTo>
                  <a:lnTo>
                    <a:pt x="99" y="751"/>
                  </a:lnTo>
                  <a:lnTo>
                    <a:pt x="143" y="715"/>
                  </a:lnTo>
                  <a:lnTo>
                    <a:pt x="152" y="679"/>
                  </a:lnTo>
                  <a:lnTo>
                    <a:pt x="152" y="376"/>
                  </a:lnTo>
                  <a:lnTo>
                    <a:pt x="152" y="63"/>
                  </a:lnTo>
                  <a:lnTo>
                    <a:pt x="152" y="27"/>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64;p33">
              <a:extLst>
                <a:ext uri="{FF2B5EF4-FFF2-40B4-BE49-F238E27FC236}">
                  <a16:creationId xmlns:a16="http://schemas.microsoft.com/office/drawing/2014/main" id="{093C59ED-DB81-4F42-A58B-2700D8606BC1}"/>
                </a:ext>
              </a:extLst>
            </p:cNvPr>
            <p:cNvSpPr/>
            <p:nvPr/>
          </p:nvSpPr>
          <p:spPr>
            <a:xfrm>
              <a:off x="5719711" y="4353818"/>
              <a:ext cx="8814" cy="43349"/>
            </a:xfrm>
            <a:custGeom>
              <a:avLst/>
              <a:gdLst/>
              <a:ahLst/>
              <a:cxnLst/>
              <a:rect l="l" t="t" r="r" b="b"/>
              <a:pathLst>
                <a:path w="171" h="841" extrusionOk="0">
                  <a:moveTo>
                    <a:pt x="108" y="1"/>
                  </a:moveTo>
                  <a:lnTo>
                    <a:pt x="45" y="10"/>
                  </a:lnTo>
                  <a:lnTo>
                    <a:pt x="9" y="45"/>
                  </a:lnTo>
                  <a:lnTo>
                    <a:pt x="0" y="81"/>
                  </a:lnTo>
                  <a:lnTo>
                    <a:pt x="18" y="778"/>
                  </a:lnTo>
                  <a:lnTo>
                    <a:pt x="18" y="813"/>
                  </a:lnTo>
                  <a:lnTo>
                    <a:pt x="63" y="840"/>
                  </a:lnTo>
                  <a:lnTo>
                    <a:pt x="117" y="840"/>
                  </a:lnTo>
                  <a:lnTo>
                    <a:pt x="161" y="804"/>
                  </a:lnTo>
                  <a:lnTo>
                    <a:pt x="170" y="769"/>
                  </a:lnTo>
                  <a:lnTo>
                    <a:pt x="152" y="72"/>
                  </a:lnTo>
                  <a:lnTo>
                    <a:pt x="143"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665;p33">
              <a:extLst>
                <a:ext uri="{FF2B5EF4-FFF2-40B4-BE49-F238E27FC236}">
                  <a16:creationId xmlns:a16="http://schemas.microsoft.com/office/drawing/2014/main" id="{A324A423-8129-412B-89CA-9B1F2E35ADD5}"/>
                </a:ext>
              </a:extLst>
            </p:cNvPr>
            <p:cNvSpPr/>
            <p:nvPr/>
          </p:nvSpPr>
          <p:spPr>
            <a:xfrm>
              <a:off x="5773574" y="4335880"/>
              <a:ext cx="8763" cy="57112"/>
            </a:xfrm>
            <a:custGeom>
              <a:avLst/>
              <a:gdLst/>
              <a:ahLst/>
              <a:cxnLst/>
              <a:rect l="l" t="t" r="r" b="b"/>
              <a:pathLst>
                <a:path w="170" h="1108" extrusionOk="0">
                  <a:moveTo>
                    <a:pt x="125" y="0"/>
                  </a:moveTo>
                  <a:lnTo>
                    <a:pt x="72" y="9"/>
                  </a:lnTo>
                  <a:lnTo>
                    <a:pt x="27" y="45"/>
                  </a:lnTo>
                  <a:lnTo>
                    <a:pt x="18" y="81"/>
                  </a:lnTo>
                  <a:lnTo>
                    <a:pt x="9" y="563"/>
                  </a:lnTo>
                  <a:lnTo>
                    <a:pt x="0" y="1045"/>
                  </a:lnTo>
                  <a:lnTo>
                    <a:pt x="0" y="1081"/>
                  </a:lnTo>
                  <a:lnTo>
                    <a:pt x="45" y="1108"/>
                  </a:lnTo>
                  <a:lnTo>
                    <a:pt x="98" y="1108"/>
                  </a:lnTo>
                  <a:lnTo>
                    <a:pt x="143" y="1063"/>
                  </a:lnTo>
                  <a:lnTo>
                    <a:pt x="143" y="1036"/>
                  </a:lnTo>
                  <a:lnTo>
                    <a:pt x="161" y="554"/>
                  </a:lnTo>
                  <a:lnTo>
                    <a:pt x="170" y="63"/>
                  </a:lnTo>
                  <a:lnTo>
                    <a:pt x="161" y="36"/>
                  </a:lnTo>
                  <a:lnTo>
                    <a:pt x="12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666;p33">
              <a:extLst>
                <a:ext uri="{FF2B5EF4-FFF2-40B4-BE49-F238E27FC236}">
                  <a16:creationId xmlns:a16="http://schemas.microsoft.com/office/drawing/2014/main" id="{DCBAAB61-4D6D-489D-8BEF-0F715D7A59E0}"/>
                </a:ext>
              </a:extLst>
            </p:cNvPr>
            <p:cNvSpPr/>
            <p:nvPr/>
          </p:nvSpPr>
          <p:spPr>
            <a:xfrm>
              <a:off x="5820995" y="4319747"/>
              <a:ext cx="13814" cy="79225"/>
            </a:xfrm>
            <a:custGeom>
              <a:avLst/>
              <a:gdLst/>
              <a:ahLst/>
              <a:cxnLst/>
              <a:rect l="l" t="t" r="r" b="b"/>
              <a:pathLst>
                <a:path w="268" h="1537" extrusionOk="0">
                  <a:moveTo>
                    <a:pt x="170" y="1"/>
                  </a:moveTo>
                  <a:lnTo>
                    <a:pt x="125" y="28"/>
                  </a:lnTo>
                  <a:lnTo>
                    <a:pt x="125" y="63"/>
                  </a:lnTo>
                  <a:lnTo>
                    <a:pt x="0" y="1448"/>
                  </a:lnTo>
                  <a:lnTo>
                    <a:pt x="0" y="1483"/>
                  </a:lnTo>
                  <a:lnTo>
                    <a:pt x="45" y="1528"/>
                  </a:lnTo>
                  <a:lnTo>
                    <a:pt x="98" y="1537"/>
                  </a:lnTo>
                  <a:lnTo>
                    <a:pt x="143" y="1510"/>
                  </a:lnTo>
                  <a:lnTo>
                    <a:pt x="152" y="1474"/>
                  </a:lnTo>
                  <a:lnTo>
                    <a:pt x="205" y="787"/>
                  </a:lnTo>
                  <a:lnTo>
                    <a:pt x="268" y="90"/>
                  </a:lnTo>
                  <a:lnTo>
                    <a:pt x="268" y="55"/>
                  </a:lnTo>
                  <a:lnTo>
                    <a:pt x="232" y="10"/>
                  </a:lnTo>
                  <a:lnTo>
                    <a:pt x="170"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667;p33">
              <a:extLst>
                <a:ext uri="{FF2B5EF4-FFF2-40B4-BE49-F238E27FC236}">
                  <a16:creationId xmlns:a16="http://schemas.microsoft.com/office/drawing/2014/main" id="{7CB5B450-DFED-4C01-9611-0FF93DAF3194}"/>
                </a:ext>
              </a:extLst>
            </p:cNvPr>
            <p:cNvSpPr/>
            <p:nvPr/>
          </p:nvSpPr>
          <p:spPr>
            <a:xfrm>
              <a:off x="5464259" y="4218979"/>
              <a:ext cx="316744" cy="36855"/>
            </a:xfrm>
            <a:custGeom>
              <a:avLst/>
              <a:gdLst/>
              <a:ahLst/>
              <a:cxnLst/>
              <a:rect l="l" t="t" r="r" b="b"/>
              <a:pathLst>
                <a:path w="6145" h="715" extrusionOk="0">
                  <a:moveTo>
                    <a:pt x="81" y="0"/>
                  </a:moveTo>
                  <a:lnTo>
                    <a:pt x="27" y="27"/>
                  </a:lnTo>
                  <a:lnTo>
                    <a:pt x="0" y="72"/>
                  </a:lnTo>
                  <a:lnTo>
                    <a:pt x="18" y="125"/>
                  </a:lnTo>
                  <a:lnTo>
                    <a:pt x="45" y="143"/>
                  </a:lnTo>
                  <a:lnTo>
                    <a:pt x="411" y="277"/>
                  </a:lnTo>
                  <a:lnTo>
                    <a:pt x="1161" y="491"/>
                  </a:lnTo>
                  <a:lnTo>
                    <a:pt x="1920" y="634"/>
                  </a:lnTo>
                  <a:lnTo>
                    <a:pt x="2688" y="706"/>
                  </a:lnTo>
                  <a:lnTo>
                    <a:pt x="3456" y="715"/>
                  </a:lnTo>
                  <a:lnTo>
                    <a:pt x="4224" y="643"/>
                  </a:lnTo>
                  <a:lnTo>
                    <a:pt x="4983" y="509"/>
                  </a:lnTo>
                  <a:lnTo>
                    <a:pt x="5733" y="304"/>
                  </a:lnTo>
                  <a:lnTo>
                    <a:pt x="6099" y="170"/>
                  </a:lnTo>
                  <a:lnTo>
                    <a:pt x="6126" y="152"/>
                  </a:lnTo>
                  <a:lnTo>
                    <a:pt x="6144" y="98"/>
                  </a:lnTo>
                  <a:lnTo>
                    <a:pt x="6126" y="45"/>
                  </a:lnTo>
                  <a:lnTo>
                    <a:pt x="6082" y="18"/>
                  </a:lnTo>
                  <a:lnTo>
                    <a:pt x="6046" y="27"/>
                  </a:lnTo>
                  <a:lnTo>
                    <a:pt x="5689" y="161"/>
                  </a:lnTo>
                  <a:lnTo>
                    <a:pt x="4956" y="366"/>
                  </a:lnTo>
                  <a:lnTo>
                    <a:pt x="4206" y="500"/>
                  </a:lnTo>
                  <a:lnTo>
                    <a:pt x="3456" y="563"/>
                  </a:lnTo>
                  <a:lnTo>
                    <a:pt x="2697" y="563"/>
                  </a:lnTo>
                  <a:lnTo>
                    <a:pt x="1947" y="491"/>
                  </a:lnTo>
                  <a:lnTo>
                    <a:pt x="1206" y="349"/>
                  </a:lnTo>
                  <a:lnTo>
                    <a:pt x="474" y="143"/>
                  </a:lnTo>
                  <a:lnTo>
                    <a:pt x="107" y="9"/>
                  </a:lnTo>
                  <a:lnTo>
                    <a:pt x="81"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668;p33">
              <a:extLst>
                <a:ext uri="{FF2B5EF4-FFF2-40B4-BE49-F238E27FC236}">
                  <a16:creationId xmlns:a16="http://schemas.microsoft.com/office/drawing/2014/main" id="{4494CAE2-ABF7-43B0-B486-0A4369945189}"/>
                </a:ext>
              </a:extLst>
            </p:cNvPr>
            <p:cNvSpPr/>
            <p:nvPr/>
          </p:nvSpPr>
          <p:spPr>
            <a:xfrm>
              <a:off x="5420499" y="3521640"/>
              <a:ext cx="437359" cy="87523"/>
            </a:xfrm>
            <a:custGeom>
              <a:avLst/>
              <a:gdLst/>
              <a:ahLst/>
              <a:cxnLst/>
              <a:rect l="l" t="t" r="r" b="b"/>
              <a:pathLst>
                <a:path w="8485" h="1698" extrusionOk="0">
                  <a:moveTo>
                    <a:pt x="1" y="0"/>
                  </a:moveTo>
                  <a:lnTo>
                    <a:pt x="1" y="1697"/>
                  </a:lnTo>
                  <a:lnTo>
                    <a:pt x="8484" y="1697"/>
                  </a:lnTo>
                  <a:lnTo>
                    <a:pt x="8484" y="0"/>
                  </a:lnTo>
                  <a:lnTo>
                    <a:pt x="8440" y="27"/>
                  </a:lnTo>
                  <a:lnTo>
                    <a:pt x="7886" y="295"/>
                  </a:lnTo>
                  <a:lnTo>
                    <a:pt x="7118" y="554"/>
                  </a:lnTo>
                  <a:lnTo>
                    <a:pt x="6448" y="724"/>
                  </a:lnTo>
                  <a:lnTo>
                    <a:pt x="5663" y="849"/>
                  </a:lnTo>
                  <a:lnTo>
                    <a:pt x="4752" y="929"/>
                  </a:lnTo>
                  <a:lnTo>
                    <a:pt x="4243" y="938"/>
                  </a:lnTo>
                  <a:lnTo>
                    <a:pt x="3734" y="929"/>
                  </a:lnTo>
                  <a:lnTo>
                    <a:pt x="2823" y="849"/>
                  </a:lnTo>
                  <a:lnTo>
                    <a:pt x="2028" y="724"/>
                  </a:lnTo>
                  <a:lnTo>
                    <a:pt x="1367" y="554"/>
                  </a:lnTo>
                  <a:lnTo>
                    <a:pt x="590" y="295"/>
                  </a:lnTo>
                  <a:lnTo>
                    <a:pt x="46"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669;p33">
              <a:extLst>
                <a:ext uri="{FF2B5EF4-FFF2-40B4-BE49-F238E27FC236}">
                  <a16:creationId xmlns:a16="http://schemas.microsoft.com/office/drawing/2014/main" id="{949419D6-2D9E-4FE6-A73A-C4FC036DCB7E}"/>
                </a:ext>
              </a:extLst>
            </p:cNvPr>
            <p:cNvSpPr/>
            <p:nvPr/>
          </p:nvSpPr>
          <p:spPr>
            <a:xfrm>
              <a:off x="5420499" y="3521640"/>
              <a:ext cx="437359" cy="48401"/>
            </a:xfrm>
            <a:custGeom>
              <a:avLst/>
              <a:gdLst/>
              <a:ahLst/>
              <a:cxnLst/>
              <a:rect l="l" t="t" r="r" b="b"/>
              <a:pathLst>
                <a:path w="8485" h="939" extrusionOk="0">
                  <a:moveTo>
                    <a:pt x="1" y="0"/>
                  </a:moveTo>
                  <a:lnTo>
                    <a:pt x="46" y="27"/>
                  </a:lnTo>
                  <a:lnTo>
                    <a:pt x="590" y="295"/>
                  </a:lnTo>
                  <a:lnTo>
                    <a:pt x="1367" y="554"/>
                  </a:lnTo>
                  <a:lnTo>
                    <a:pt x="2028" y="724"/>
                  </a:lnTo>
                  <a:lnTo>
                    <a:pt x="2823" y="849"/>
                  </a:lnTo>
                  <a:lnTo>
                    <a:pt x="3734" y="929"/>
                  </a:lnTo>
                  <a:lnTo>
                    <a:pt x="4243" y="938"/>
                  </a:lnTo>
                  <a:lnTo>
                    <a:pt x="4752" y="929"/>
                  </a:lnTo>
                  <a:lnTo>
                    <a:pt x="5663" y="849"/>
                  </a:lnTo>
                  <a:lnTo>
                    <a:pt x="6448" y="724"/>
                  </a:lnTo>
                  <a:lnTo>
                    <a:pt x="7118" y="554"/>
                  </a:lnTo>
                  <a:lnTo>
                    <a:pt x="7886" y="295"/>
                  </a:lnTo>
                  <a:lnTo>
                    <a:pt x="8440"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670;p33">
              <a:extLst>
                <a:ext uri="{FF2B5EF4-FFF2-40B4-BE49-F238E27FC236}">
                  <a16:creationId xmlns:a16="http://schemas.microsoft.com/office/drawing/2014/main" id="{C3F44945-BEC9-4AF3-94F9-8CABD58530DE}"/>
                </a:ext>
              </a:extLst>
            </p:cNvPr>
            <p:cNvSpPr/>
            <p:nvPr/>
          </p:nvSpPr>
          <p:spPr>
            <a:xfrm>
              <a:off x="5420499" y="3608646"/>
              <a:ext cx="437359" cy="87936"/>
            </a:xfrm>
            <a:custGeom>
              <a:avLst/>
              <a:gdLst/>
              <a:ahLst/>
              <a:cxnLst/>
              <a:rect l="l" t="t" r="r" b="b"/>
              <a:pathLst>
                <a:path w="8485" h="1706" extrusionOk="0">
                  <a:moveTo>
                    <a:pt x="1" y="0"/>
                  </a:moveTo>
                  <a:lnTo>
                    <a:pt x="1" y="1706"/>
                  </a:lnTo>
                  <a:lnTo>
                    <a:pt x="8484" y="1706"/>
                  </a:lnTo>
                  <a:lnTo>
                    <a:pt x="8484" y="0"/>
                  </a:lnTo>
                  <a:lnTo>
                    <a:pt x="8440" y="36"/>
                  </a:lnTo>
                  <a:lnTo>
                    <a:pt x="7886" y="295"/>
                  </a:lnTo>
                  <a:lnTo>
                    <a:pt x="7118" y="563"/>
                  </a:lnTo>
                  <a:lnTo>
                    <a:pt x="6448" y="723"/>
                  </a:lnTo>
                  <a:lnTo>
                    <a:pt x="5663" y="857"/>
                  </a:lnTo>
                  <a:lnTo>
                    <a:pt x="4752" y="938"/>
                  </a:lnTo>
                  <a:lnTo>
                    <a:pt x="4243" y="947"/>
                  </a:lnTo>
                  <a:lnTo>
                    <a:pt x="3734" y="938"/>
                  </a:lnTo>
                  <a:lnTo>
                    <a:pt x="2823" y="857"/>
                  </a:lnTo>
                  <a:lnTo>
                    <a:pt x="2028" y="723"/>
                  </a:lnTo>
                  <a:lnTo>
                    <a:pt x="1367" y="563"/>
                  </a:lnTo>
                  <a:lnTo>
                    <a:pt x="590" y="295"/>
                  </a:lnTo>
                  <a:lnTo>
                    <a:pt x="46" y="36"/>
                  </a:lnTo>
                  <a:lnTo>
                    <a:pt x="1"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671;p33">
              <a:extLst>
                <a:ext uri="{FF2B5EF4-FFF2-40B4-BE49-F238E27FC236}">
                  <a16:creationId xmlns:a16="http://schemas.microsoft.com/office/drawing/2014/main" id="{BA97FA4A-0BD0-434B-97C9-47844E29C1A2}"/>
                </a:ext>
              </a:extLst>
            </p:cNvPr>
            <p:cNvSpPr/>
            <p:nvPr/>
          </p:nvSpPr>
          <p:spPr>
            <a:xfrm>
              <a:off x="5420499" y="3608646"/>
              <a:ext cx="437359" cy="48813"/>
            </a:xfrm>
            <a:custGeom>
              <a:avLst/>
              <a:gdLst/>
              <a:ahLst/>
              <a:cxnLst/>
              <a:rect l="l" t="t" r="r" b="b"/>
              <a:pathLst>
                <a:path w="8485" h="947" extrusionOk="0">
                  <a:moveTo>
                    <a:pt x="1" y="0"/>
                  </a:moveTo>
                  <a:lnTo>
                    <a:pt x="46" y="36"/>
                  </a:lnTo>
                  <a:lnTo>
                    <a:pt x="590" y="295"/>
                  </a:lnTo>
                  <a:lnTo>
                    <a:pt x="1367" y="563"/>
                  </a:lnTo>
                  <a:lnTo>
                    <a:pt x="2028" y="723"/>
                  </a:lnTo>
                  <a:lnTo>
                    <a:pt x="2823" y="857"/>
                  </a:lnTo>
                  <a:lnTo>
                    <a:pt x="3734" y="938"/>
                  </a:lnTo>
                  <a:lnTo>
                    <a:pt x="4243" y="947"/>
                  </a:lnTo>
                  <a:lnTo>
                    <a:pt x="4752" y="938"/>
                  </a:lnTo>
                  <a:lnTo>
                    <a:pt x="5663" y="857"/>
                  </a:lnTo>
                  <a:lnTo>
                    <a:pt x="6448" y="723"/>
                  </a:lnTo>
                  <a:lnTo>
                    <a:pt x="7118" y="563"/>
                  </a:lnTo>
                  <a:lnTo>
                    <a:pt x="7886" y="295"/>
                  </a:lnTo>
                  <a:lnTo>
                    <a:pt x="8440" y="36"/>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672;p33">
              <a:extLst>
                <a:ext uri="{FF2B5EF4-FFF2-40B4-BE49-F238E27FC236}">
                  <a16:creationId xmlns:a16="http://schemas.microsoft.com/office/drawing/2014/main" id="{C24F9922-F2EF-452F-87D7-6C16178C96B3}"/>
                </a:ext>
              </a:extLst>
            </p:cNvPr>
            <p:cNvSpPr/>
            <p:nvPr/>
          </p:nvSpPr>
          <p:spPr>
            <a:xfrm>
              <a:off x="5450446" y="3536382"/>
              <a:ext cx="12474" cy="75977"/>
            </a:xfrm>
            <a:custGeom>
              <a:avLst/>
              <a:gdLst/>
              <a:ahLst/>
              <a:cxnLst/>
              <a:rect l="l" t="t" r="r" b="b"/>
              <a:pathLst>
                <a:path w="242" h="1474" extrusionOk="0">
                  <a:moveTo>
                    <a:pt x="45" y="0"/>
                  </a:moveTo>
                  <a:lnTo>
                    <a:pt x="9" y="45"/>
                  </a:lnTo>
                  <a:lnTo>
                    <a:pt x="0" y="72"/>
                  </a:lnTo>
                  <a:lnTo>
                    <a:pt x="54" y="741"/>
                  </a:lnTo>
                  <a:lnTo>
                    <a:pt x="99" y="1402"/>
                  </a:lnTo>
                  <a:lnTo>
                    <a:pt x="108" y="1438"/>
                  </a:lnTo>
                  <a:lnTo>
                    <a:pt x="143" y="1474"/>
                  </a:lnTo>
                  <a:lnTo>
                    <a:pt x="206" y="1465"/>
                  </a:lnTo>
                  <a:lnTo>
                    <a:pt x="241" y="1429"/>
                  </a:lnTo>
                  <a:lnTo>
                    <a:pt x="241" y="1393"/>
                  </a:lnTo>
                  <a:lnTo>
                    <a:pt x="197" y="732"/>
                  </a:lnTo>
                  <a:lnTo>
                    <a:pt x="152" y="63"/>
                  </a:lnTo>
                  <a:lnTo>
                    <a:pt x="143" y="36"/>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673;p33">
              <a:extLst>
                <a:ext uri="{FF2B5EF4-FFF2-40B4-BE49-F238E27FC236}">
                  <a16:creationId xmlns:a16="http://schemas.microsoft.com/office/drawing/2014/main" id="{80F675F0-4A03-442C-950D-F7EEC65DC6E3}"/>
                </a:ext>
              </a:extLst>
            </p:cNvPr>
            <p:cNvSpPr/>
            <p:nvPr/>
          </p:nvSpPr>
          <p:spPr>
            <a:xfrm>
              <a:off x="5502917" y="3550608"/>
              <a:ext cx="9690" cy="60359"/>
            </a:xfrm>
            <a:custGeom>
              <a:avLst/>
              <a:gdLst/>
              <a:ahLst/>
              <a:cxnLst/>
              <a:rect l="l" t="t" r="r" b="b"/>
              <a:pathLst>
                <a:path w="188" h="1171" extrusionOk="0">
                  <a:moveTo>
                    <a:pt x="99" y="1"/>
                  </a:moveTo>
                  <a:lnTo>
                    <a:pt x="45" y="10"/>
                  </a:lnTo>
                  <a:lnTo>
                    <a:pt x="0" y="46"/>
                  </a:lnTo>
                  <a:lnTo>
                    <a:pt x="0" y="81"/>
                  </a:lnTo>
                  <a:lnTo>
                    <a:pt x="18" y="590"/>
                  </a:lnTo>
                  <a:lnTo>
                    <a:pt x="45" y="1099"/>
                  </a:lnTo>
                  <a:lnTo>
                    <a:pt x="45" y="1135"/>
                  </a:lnTo>
                  <a:lnTo>
                    <a:pt x="90" y="1171"/>
                  </a:lnTo>
                  <a:lnTo>
                    <a:pt x="143" y="1162"/>
                  </a:lnTo>
                  <a:lnTo>
                    <a:pt x="188" y="1126"/>
                  </a:lnTo>
                  <a:lnTo>
                    <a:pt x="188" y="1090"/>
                  </a:lnTo>
                  <a:lnTo>
                    <a:pt x="170" y="581"/>
                  </a:lnTo>
                  <a:lnTo>
                    <a:pt x="143" y="72"/>
                  </a:lnTo>
                  <a:lnTo>
                    <a:pt x="143" y="37"/>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674;p33">
              <a:extLst>
                <a:ext uri="{FF2B5EF4-FFF2-40B4-BE49-F238E27FC236}">
                  <a16:creationId xmlns:a16="http://schemas.microsoft.com/office/drawing/2014/main" id="{26A0E52F-4A21-4487-B732-6D2DD78CD26E}"/>
                </a:ext>
              </a:extLst>
            </p:cNvPr>
            <p:cNvSpPr/>
            <p:nvPr/>
          </p:nvSpPr>
          <p:spPr>
            <a:xfrm>
              <a:off x="5547554" y="3564886"/>
              <a:ext cx="8350" cy="42422"/>
            </a:xfrm>
            <a:custGeom>
              <a:avLst/>
              <a:gdLst/>
              <a:ahLst/>
              <a:cxnLst/>
              <a:rect l="l" t="t" r="r" b="b"/>
              <a:pathLst>
                <a:path w="162" h="823" extrusionOk="0">
                  <a:moveTo>
                    <a:pt x="54" y="1"/>
                  </a:moveTo>
                  <a:lnTo>
                    <a:pt x="10" y="37"/>
                  </a:lnTo>
                  <a:lnTo>
                    <a:pt x="1" y="72"/>
                  </a:lnTo>
                  <a:lnTo>
                    <a:pt x="10" y="412"/>
                  </a:lnTo>
                  <a:lnTo>
                    <a:pt x="10" y="760"/>
                  </a:lnTo>
                  <a:lnTo>
                    <a:pt x="18" y="796"/>
                  </a:lnTo>
                  <a:lnTo>
                    <a:pt x="63" y="822"/>
                  </a:lnTo>
                  <a:lnTo>
                    <a:pt x="117" y="822"/>
                  </a:lnTo>
                  <a:lnTo>
                    <a:pt x="161" y="778"/>
                  </a:lnTo>
                  <a:lnTo>
                    <a:pt x="161" y="751"/>
                  </a:lnTo>
                  <a:lnTo>
                    <a:pt x="161" y="403"/>
                  </a:lnTo>
                  <a:lnTo>
                    <a:pt x="152" y="63"/>
                  </a:lnTo>
                  <a:lnTo>
                    <a:pt x="152" y="28"/>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675;p33">
              <a:extLst>
                <a:ext uri="{FF2B5EF4-FFF2-40B4-BE49-F238E27FC236}">
                  <a16:creationId xmlns:a16="http://schemas.microsoft.com/office/drawing/2014/main" id="{DF3DB85C-682C-4195-B760-07F4E6E109FA}"/>
                </a:ext>
              </a:extLst>
            </p:cNvPr>
            <p:cNvSpPr/>
            <p:nvPr/>
          </p:nvSpPr>
          <p:spPr>
            <a:xfrm>
              <a:off x="5595902" y="3569061"/>
              <a:ext cx="8763" cy="40566"/>
            </a:xfrm>
            <a:custGeom>
              <a:avLst/>
              <a:gdLst/>
              <a:ahLst/>
              <a:cxnLst/>
              <a:rect l="l" t="t" r="r" b="b"/>
              <a:pathLst>
                <a:path w="170" h="787" extrusionOk="0">
                  <a:moveTo>
                    <a:pt x="45" y="0"/>
                  </a:moveTo>
                  <a:lnTo>
                    <a:pt x="9" y="36"/>
                  </a:lnTo>
                  <a:lnTo>
                    <a:pt x="0" y="72"/>
                  </a:lnTo>
                  <a:lnTo>
                    <a:pt x="9" y="393"/>
                  </a:lnTo>
                  <a:lnTo>
                    <a:pt x="27" y="715"/>
                  </a:lnTo>
                  <a:lnTo>
                    <a:pt x="27" y="750"/>
                  </a:lnTo>
                  <a:lnTo>
                    <a:pt x="72" y="786"/>
                  </a:lnTo>
                  <a:lnTo>
                    <a:pt x="125" y="777"/>
                  </a:lnTo>
                  <a:lnTo>
                    <a:pt x="170" y="741"/>
                  </a:lnTo>
                  <a:lnTo>
                    <a:pt x="170" y="706"/>
                  </a:lnTo>
                  <a:lnTo>
                    <a:pt x="161" y="384"/>
                  </a:lnTo>
                  <a:lnTo>
                    <a:pt x="152" y="63"/>
                  </a:lnTo>
                  <a:lnTo>
                    <a:pt x="143" y="27"/>
                  </a:lnTo>
                  <a:lnTo>
                    <a:pt x="9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676;p33">
              <a:extLst>
                <a:ext uri="{FF2B5EF4-FFF2-40B4-BE49-F238E27FC236}">
                  <a16:creationId xmlns:a16="http://schemas.microsoft.com/office/drawing/2014/main" id="{EDA40ACF-7F68-4C46-BDB7-E67C29472786}"/>
                </a:ext>
              </a:extLst>
            </p:cNvPr>
            <p:cNvSpPr/>
            <p:nvPr/>
          </p:nvSpPr>
          <p:spPr>
            <a:xfrm>
              <a:off x="5642859" y="3568133"/>
              <a:ext cx="7835" cy="42834"/>
            </a:xfrm>
            <a:custGeom>
              <a:avLst/>
              <a:gdLst/>
              <a:ahLst/>
              <a:cxnLst/>
              <a:rect l="l" t="t" r="r" b="b"/>
              <a:pathLst>
                <a:path w="152" h="831" extrusionOk="0">
                  <a:moveTo>
                    <a:pt x="107" y="0"/>
                  </a:moveTo>
                  <a:lnTo>
                    <a:pt x="45" y="9"/>
                  </a:lnTo>
                  <a:lnTo>
                    <a:pt x="9" y="45"/>
                  </a:lnTo>
                  <a:lnTo>
                    <a:pt x="0" y="81"/>
                  </a:lnTo>
                  <a:lnTo>
                    <a:pt x="0" y="759"/>
                  </a:lnTo>
                  <a:lnTo>
                    <a:pt x="9" y="795"/>
                  </a:lnTo>
                  <a:lnTo>
                    <a:pt x="45" y="831"/>
                  </a:lnTo>
                  <a:lnTo>
                    <a:pt x="107" y="822"/>
                  </a:lnTo>
                  <a:lnTo>
                    <a:pt x="143" y="786"/>
                  </a:lnTo>
                  <a:lnTo>
                    <a:pt x="152" y="750"/>
                  </a:lnTo>
                  <a:lnTo>
                    <a:pt x="152" y="63"/>
                  </a:lnTo>
                  <a:lnTo>
                    <a:pt x="143" y="36"/>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677;p33">
              <a:extLst>
                <a:ext uri="{FF2B5EF4-FFF2-40B4-BE49-F238E27FC236}">
                  <a16:creationId xmlns:a16="http://schemas.microsoft.com/office/drawing/2014/main" id="{44F554DB-F8BD-459A-859A-3F37093451CB}"/>
                </a:ext>
              </a:extLst>
            </p:cNvPr>
            <p:cNvSpPr/>
            <p:nvPr/>
          </p:nvSpPr>
          <p:spPr>
            <a:xfrm>
              <a:off x="5693939" y="3565349"/>
              <a:ext cx="8350" cy="44690"/>
            </a:xfrm>
            <a:custGeom>
              <a:avLst/>
              <a:gdLst/>
              <a:ahLst/>
              <a:cxnLst/>
              <a:rect l="l" t="t" r="r" b="b"/>
              <a:pathLst>
                <a:path w="162" h="867" extrusionOk="0">
                  <a:moveTo>
                    <a:pt x="99" y="1"/>
                  </a:moveTo>
                  <a:lnTo>
                    <a:pt x="45" y="10"/>
                  </a:lnTo>
                  <a:lnTo>
                    <a:pt x="0" y="45"/>
                  </a:lnTo>
                  <a:lnTo>
                    <a:pt x="0" y="81"/>
                  </a:lnTo>
                  <a:lnTo>
                    <a:pt x="9" y="438"/>
                  </a:lnTo>
                  <a:lnTo>
                    <a:pt x="18" y="804"/>
                  </a:lnTo>
                  <a:lnTo>
                    <a:pt x="18" y="840"/>
                  </a:lnTo>
                  <a:lnTo>
                    <a:pt x="63" y="867"/>
                  </a:lnTo>
                  <a:lnTo>
                    <a:pt x="116" y="867"/>
                  </a:lnTo>
                  <a:lnTo>
                    <a:pt x="161" y="822"/>
                  </a:lnTo>
                  <a:lnTo>
                    <a:pt x="161" y="796"/>
                  </a:lnTo>
                  <a:lnTo>
                    <a:pt x="152" y="429"/>
                  </a:lnTo>
                  <a:lnTo>
                    <a:pt x="143" y="63"/>
                  </a:lnTo>
                  <a:lnTo>
                    <a:pt x="143"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678;p33">
              <a:extLst>
                <a:ext uri="{FF2B5EF4-FFF2-40B4-BE49-F238E27FC236}">
                  <a16:creationId xmlns:a16="http://schemas.microsoft.com/office/drawing/2014/main" id="{A4E32E2D-8B5C-4CD6-9D68-BCC88ADB45A1}"/>
                </a:ext>
              </a:extLst>
            </p:cNvPr>
            <p:cNvSpPr/>
            <p:nvPr/>
          </p:nvSpPr>
          <p:spPr>
            <a:xfrm>
              <a:off x="5739968" y="3560762"/>
              <a:ext cx="8350" cy="47937"/>
            </a:xfrm>
            <a:custGeom>
              <a:avLst/>
              <a:gdLst/>
              <a:ahLst/>
              <a:cxnLst/>
              <a:rect l="l" t="t" r="r" b="b"/>
              <a:pathLst>
                <a:path w="162" h="930" extrusionOk="0">
                  <a:moveTo>
                    <a:pt x="63" y="0"/>
                  </a:moveTo>
                  <a:lnTo>
                    <a:pt x="18" y="36"/>
                  </a:lnTo>
                  <a:lnTo>
                    <a:pt x="18" y="72"/>
                  </a:lnTo>
                  <a:lnTo>
                    <a:pt x="0" y="867"/>
                  </a:lnTo>
                  <a:lnTo>
                    <a:pt x="0" y="902"/>
                  </a:lnTo>
                  <a:lnTo>
                    <a:pt x="45" y="929"/>
                  </a:lnTo>
                  <a:lnTo>
                    <a:pt x="99" y="929"/>
                  </a:lnTo>
                  <a:lnTo>
                    <a:pt x="143" y="885"/>
                  </a:lnTo>
                  <a:lnTo>
                    <a:pt x="152" y="858"/>
                  </a:lnTo>
                  <a:lnTo>
                    <a:pt x="161" y="63"/>
                  </a:lnTo>
                  <a:lnTo>
                    <a:pt x="161" y="27"/>
                  </a:lnTo>
                  <a:lnTo>
                    <a:pt x="11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679;p33">
              <a:extLst>
                <a:ext uri="{FF2B5EF4-FFF2-40B4-BE49-F238E27FC236}">
                  <a16:creationId xmlns:a16="http://schemas.microsoft.com/office/drawing/2014/main" id="{2B1B460D-F9CE-431B-92B6-0AE887A22BF7}"/>
                </a:ext>
              </a:extLst>
            </p:cNvPr>
            <p:cNvSpPr/>
            <p:nvPr/>
          </p:nvSpPr>
          <p:spPr>
            <a:xfrm>
              <a:off x="5785532" y="3551536"/>
              <a:ext cx="8814" cy="54380"/>
            </a:xfrm>
            <a:custGeom>
              <a:avLst/>
              <a:gdLst/>
              <a:ahLst/>
              <a:cxnLst/>
              <a:rect l="l" t="t" r="r" b="b"/>
              <a:pathLst>
                <a:path w="171" h="1055" extrusionOk="0">
                  <a:moveTo>
                    <a:pt x="72" y="1"/>
                  </a:moveTo>
                  <a:lnTo>
                    <a:pt x="27" y="46"/>
                  </a:lnTo>
                  <a:lnTo>
                    <a:pt x="18" y="81"/>
                  </a:lnTo>
                  <a:lnTo>
                    <a:pt x="0" y="992"/>
                  </a:lnTo>
                  <a:lnTo>
                    <a:pt x="0" y="1019"/>
                  </a:lnTo>
                  <a:lnTo>
                    <a:pt x="45" y="1055"/>
                  </a:lnTo>
                  <a:lnTo>
                    <a:pt x="99" y="1055"/>
                  </a:lnTo>
                  <a:lnTo>
                    <a:pt x="143" y="1010"/>
                  </a:lnTo>
                  <a:lnTo>
                    <a:pt x="143" y="983"/>
                  </a:lnTo>
                  <a:lnTo>
                    <a:pt x="170" y="63"/>
                  </a:lnTo>
                  <a:lnTo>
                    <a:pt x="170" y="37"/>
                  </a:lnTo>
                  <a:lnTo>
                    <a:pt x="12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680;p33">
              <a:extLst>
                <a:ext uri="{FF2B5EF4-FFF2-40B4-BE49-F238E27FC236}">
                  <a16:creationId xmlns:a16="http://schemas.microsoft.com/office/drawing/2014/main" id="{B6927C9C-A64E-46C7-9E0A-4ED7F63E1DC6}"/>
                </a:ext>
              </a:extLst>
            </p:cNvPr>
            <p:cNvSpPr/>
            <p:nvPr/>
          </p:nvSpPr>
          <p:spPr>
            <a:xfrm>
              <a:off x="5826046" y="3532671"/>
              <a:ext cx="11082" cy="81080"/>
            </a:xfrm>
            <a:custGeom>
              <a:avLst/>
              <a:gdLst/>
              <a:ahLst/>
              <a:cxnLst/>
              <a:rect l="l" t="t" r="r" b="b"/>
              <a:pathLst>
                <a:path w="215" h="1573" extrusionOk="0">
                  <a:moveTo>
                    <a:pt x="170" y="1"/>
                  </a:moveTo>
                  <a:lnTo>
                    <a:pt x="116" y="10"/>
                  </a:lnTo>
                  <a:lnTo>
                    <a:pt x="72" y="45"/>
                  </a:lnTo>
                  <a:lnTo>
                    <a:pt x="63" y="81"/>
                  </a:lnTo>
                  <a:lnTo>
                    <a:pt x="36" y="795"/>
                  </a:lnTo>
                  <a:lnTo>
                    <a:pt x="0" y="1501"/>
                  </a:lnTo>
                  <a:lnTo>
                    <a:pt x="9" y="1537"/>
                  </a:lnTo>
                  <a:lnTo>
                    <a:pt x="45" y="1572"/>
                  </a:lnTo>
                  <a:lnTo>
                    <a:pt x="98" y="1563"/>
                  </a:lnTo>
                  <a:lnTo>
                    <a:pt x="143" y="1528"/>
                  </a:lnTo>
                  <a:lnTo>
                    <a:pt x="152" y="1492"/>
                  </a:lnTo>
                  <a:lnTo>
                    <a:pt x="179" y="778"/>
                  </a:lnTo>
                  <a:lnTo>
                    <a:pt x="215" y="72"/>
                  </a:lnTo>
                  <a:lnTo>
                    <a:pt x="215" y="36"/>
                  </a:lnTo>
                  <a:lnTo>
                    <a:pt x="170"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681;p33">
              <a:extLst>
                <a:ext uri="{FF2B5EF4-FFF2-40B4-BE49-F238E27FC236}">
                  <a16:creationId xmlns:a16="http://schemas.microsoft.com/office/drawing/2014/main" id="{CD0F91A7-EEFB-48B7-B663-F2B4282D732A}"/>
                </a:ext>
              </a:extLst>
            </p:cNvPr>
            <p:cNvSpPr/>
            <p:nvPr/>
          </p:nvSpPr>
          <p:spPr>
            <a:xfrm>
              <a:off x="5435240" y="3619213"/>
              <a:ext cx="8814" cy="75565"/>
            </a:xfrm>
            <a:custGeom>
              <a:avLst/>
              <a:gdLst/>
              <a:ahLst/>
              <a:cxnLst/>
              <a:rect l="l" t="t" r="r" b="b"/>
              <a:pathLst>
                <a:path w="171" h="1466" extrusionOk="0">
                  <a:moveTo>
                    <a:pt x="99" y="1"/>
                  </a:moveTo>
                  <a:lnTo>
                    <a:pt x="45" y="9"/>
                  </a:lnTo>
                  <a:lnTo>
                    <a:pt x="10" y="45"/>
                  </a:lnTo>
                  <a:lnTo>
                    <a:pt x="1" y="81"/>
                  </a:lnTo>
                  <a:lnTo>
                    <a:pt x="27" y="1394"/>
                  </a:lnTo>
                  <a:lnTo>
                    <a:pt x="27" y="1429"/>
                  </a:lnTo>
                  <a:lnTo>
                    <a:pt x="72" y="1465"/>
                  </a:lnTo>
                  <a:lnTo>
                    <a:pt x="126" y="1456"/>
                  </a:lnTo>
                  <a:lnTo>
                    <a:pt x="170" y="1420"/>
                  </a:lnTo>
                  <a:lnTo>
                    <a:pt x="170" y="1385"/>
                  </a:lnTo>
                  <a:lnTo>
                    <a:pt x="153" y="72"/>
                  </a:lnTo>
                  <a:lnTo>
                    <a:pt x="144" y="36"/>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682;p33">
              <a:extLst>
                <a:ext uri="{FF2B5EF4-FFF2-40B4-BE49-F238E27FC236}">
                  <a16:creationId xmlns:a16="http://schemas.microsoft.com/office/drawing/2014/main" id="{BB31CFA9-AB38-485E-89E0-61DF3525AC8E}"/>
                </a:ext>
              </a:extLst>
            </p:cNvPr>
            <p:cNvSpPr/>
            <p:nvPr/>
          </p:nvSpPr>
          <p:spPr>
            <a:xfrm>
              <a:off x="5485856" y="3638542"/>
              <a:ext cx="8814" cy="60359"/>
            </a:xfrm>
            <a:custGeom>
              <a:avLst/>
              <a:gdLst/>
              <a:ahLst/>
              <a:cxnLst/>
              <a:rect l="l" t="t" r="r" b="b"/>
              <a:pathLst>
                <a:path w="171" h="1171" extrusionOk="0">
                  <a:moveTo>
                    <a:pt x="108" y="1"/>
                  </a:moveTo>
                  <a:lnTo>
                    <a:pt x="55" y="10"/>
                  </a:lnTo>
                  <a:lnTo>
                    <a:pt x="10" y="45"/>
                  </a:lnTo>
                  <a:lnTo>
                    <a:pt x="1" y="81"/>
                  </a:lnTo>
                  <a:lnTo>
                    <a:pt x="19" y="590"/>
                  </a:lnTo>
                  <a:lnTo>
                    <a:pt x="28" y="1099"/>
                  </a:lnTo>
                  <a:lnTo>
                    <a:pt x="28" y="1135"/>
                  </a:lnTo>
                  <a:lnTo>
                    <a:pt x="72" y="1170"/>
                  </a:lnTo>
                  <a:lnTo>
                    <a:pt x="126" y="1162"/>
                  </a:lnTo>
                  <a:lnTo>
                    <a:pt x="171" y="1126"/>
                  </a:lnTo>
                  <a:lnTo>
                    <a:pt x="171" y="1090"/>
                  </a:lnTo>
                  <a:lnTo>
                    <a:pt x="162" y="581"/>
                  </a:lnTo>
                  <a:lnTo>
                    <a:pt x="153" y="72"/>
                  </a:lnTo>
                  <a:lnTo>
                    <a:pt x="153"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683;p33">
              <a:extLst>
                <a:ext uri="{FF2B5EF4-FFF2-40B4-BE49-F238E27FC236}">
                  <a16:creationId xmlns:a16="http://schemas.microsoft.com/office/drawing/2014/main" id="{FD195F43-BF3C-49CA-902F-3941E57FB3D5}"/>
                </a:ext>
              </a:extLst>
            </p:cNvPr>
            <p:cNvSpPr/>
            <p:nvPr/>
          </p:nvSpPr>
          <p:spPr>
            <a:xfrm>
              <a:off x="5540647" y="3653283"/>
              <a:ext cx="9278" cy="47009"/>
            </a:xfrm>
            <a:custGeom>
              <a:avLst/>
              <a:gdLst/>
              <a:ahLst/>
              <a:cxnLst/>
              <a:rect l="l" t="t" r="r" b="b"/>
              <a:pathLst>
                <a:path w="180" h="912" extrusionOk="0">
                  <a:moveTo>
                    <a:pt x="135" y="0"/>
                  </a:moveTo>
                  <a:lnTo>
                    <a:pt x="72" y="9"/>
                  </a:lnTo>
                  <a:lnTo>
                    <a:pt x="27" y="45"/>
                  </a:lnTo>
                  <a:lnTo>
                    <a:pt x="27" y="81"/>
                  </a:lnTo>
                  <a:lnTo>
                    <a:pt x="19" y="465"/>
                  </a:lnTo>
                  <a:lnTo>
                    <a:pt x="1" y="840"/>
                  </a:lnTo>
                  <a:lnTo>
                    <a:pt x="10" y="876"/>
                  </a:lnTo>
                  <a:lnTo>
                    <a:pt x="45" y="911"/>
                  </a:lnTo>
                  <a:lnTo>
                    <a:pt x="108" y="902"/>
                  </a:lnTo>
                  <a:lnTo>
                    <a:pt x="144" y="867"/>
                  </a:lnTo>
                  <a:lnTo>
                    <a:pt x="152" y="831"/>
                  </a:lnTo>
                  <a:lnTo>
                    <a:pt x="161" y="447"/>
                  </a:lnTo>
                  <a:lnTo>
                    <a:pt x="179" y="63"/>
                  </a:lnTo>
                  <a:lnTo>
                    <a:pt x="170" y="36"/>
                  </a:lnTo>
                  <a:lnTo>
                    <a:pt x="13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684;p33">
              <a:extLst>
                <a:ext uri="{FF2B5EF4-FFF2-40B4-BE49-F238E27FC236}">
                  <a16:creationId xmlns:a16="http://schemas.microsoft.com/office/drawing/2014/main" id="{0AA5CF66-EB10-44EC-84DC-7DFAB383ABBC}"/>
                </a:ext>
              </a:extLst>
            </p:cNvPr>
            <p:cNvSpPr/>
            <p:nvPr/>
          </p:nvSpPr>
          <p:spPr>
            <a:xfrm>
              <a:off x="5593119" y="3657407"/>
              <a:ext cx="7886" cy="40566"/>
            </a:xfrm>
            <a:custGeom>
              <a:avLst/>
              <a:gdLst/>
              <a:ahLst/>
              <a:cxnLst/>
              <a:rect l="l" t="t" r="r" b="b"/>
              <a:pathLst>
                <a:path w="153" h="787" extrusionOk="0">
                  <a:moveTo>
                    <a:pt x="99" y="1"/>
                  </a:moveTo>
                  <a:lnTo>
                    <a:pt x="45" y="10"/>
                  </a:lnTo>
                  <a:lnTo>
                    <a:pt x="1" y="45"/>
                  </a:lnTo>
                  <a:lnTo>
                    <a:pt x="1" y="81"/>
                  </a:lnTo>
                  <a:lnTo>
                    <a:pt x="1" y="724"/>
                  </a:lnTo>
                  <a:lnTo>
                    <a:pt x="1" y="760"/>
                  </a:lnTo>
                  <a:lnTo>
                    <a:pt x="45" y="787"/>
                  </a:lnTo>
                  <a:lnTo>
                    <a:pt x="99" y="787"/>
                  </a:lnTo>
                  <a:lnTo>
                    <a:pt x="144" y="742"/>
                  </a:lnTo>
                  <a:lnTo>
                    <a:pt x="152" y="715"/>
                  </a:lnTo>
                  <a:lnTo>
                    <a:pt x="152" y="63"/>
                  </a:lnTo>
                  <a:lnTo>
                    <a:pt x="144" y="36"/>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685;p33">
              <a:extLst>
                <a:ext uri="{FF2B5EF4-FFF2-40B4-BE49-F238E27FC236}">
                  <a16:creationId xmlns:a16="http://schemas.microsoft.com/office/drawing/2014/main" id="{6C4925E6-91EC-47F9-9820-8805A111F07B}"/>
                </a:ext>
              </a:extLst>
            </p:cNvPr>
            <p:cNvSpPr/>
            <p:nvPr/>
          </p:nvSpPr>
          <p:spPr>
            <a:xfrm>
              <a:off x="5641003" y="3657407"/>
              <a:ext cx="7886" cy="39174"/>
            </a:xfrm>
            <a:custGeom>
              <a:avLst/>
              <a:gdLst/>
              <a:ahLst/>
              <a:cxnLst/>
              <a:rect l="l" t="t" r="r" b="b"/>
              <a:pathLst>
                <a:path w="153" h="760" extrusionOk="0">
                  <a:moveTo>
                    <a:pt x="108" y="1"/>
                  </a:moveTo>
                  <a:lnTo>
                    <a:pt x="54" y="10"/>
                  </a:lnTo>
                  <a:lnTo>
                    <a:pt x="9" y="45"/>
                  </a:lnTo>
                  <a:lnTo>
                    <a:pt x="9" y="81"/>
                  </a:lnTo>
                  <a:lnTo>
                    <a:pt x="0" y="697"/>
                  </a:lnTo>
                  <a:lnTo>
                    <a:pt x="0" y="733"/>
                  </a:lnTo>
                  <a:lnTo>
                    <a:pt x="45" y="760"/>
                  </a:lnTo>
                  <a:lnTo>
                    <a:pt x="99" y="760"/>
                  </a:lnTo>
                  <a:lnTo>
                    <a:pt x="143" y="715"/>
                  </a:lnTo>
                  <a:lnTo>
                    <a:pt x="152" y="688"/>
                  </a:lnTo>
                  <a:lnTo>
                    <a:pt x="152" y="63"/>
                  </a:lnTo>
                  <a:lnTo>
                    <a:pt x="152"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686;p33">
              <a:extLst>
                <a:ext uri="{FF2B5EF4-FFF2-40B4-BE49-F238E27FC236}">
                  <a16:creationId xmlns:a16="http://schemas.microsoft.com/office/drawing/2014/main" id="{C44032C2-750C-41EB-AFBD-92D0E15E866D}"/>
                </a:ext>
              </a:extLst>
            </p:cNvPr>
            <p:cNvSpPr/>
            <p:nvPr/>
          </p:nvSpPr>
          <p:spPr>
            <a:xfrm>
              <a:off x="5683785" y="3654675"/>
              <a:ext cx="8350" cy="39174"/>
            </a:xfrm>
            <a:custGeom>
              <a:avLst/>
              <a:gdLst/>
              <a:ahLst/>
              <a:cxnLst/>
              <a:rect l="l" t="t" r="r" b="b"/>
              <a:pathLst>
                <a:path w="162" h="760" extrusionOk="0">
                  <a:moveTo>
                    <a:pt x="117" y="0"/>
                  </a:moveTo>
                  <a:lnTo>
                    <a:pt x="54" y="9"/>
                  </a:lnTo>
                  <a:lnTo>
                    <a:pt x="19" y="45"/>
                  </a:lnTo>
                  <a:lnTo>
                    <a:pt x="10" y="81"/>
                  </a:lnTo>
                  <a:lnTo>
                    <a:pt x="1" y="697"/>
                  </a:lnTo>
                  <a:lnTo>
                    <a:pt x="10" y="732"/>
                  </a:lnTo>
                  <a:lnTo>
                    <a:pt x="46" y="759"/>
                  </a:lnTo>
                  <a:lnTo>
                    <a:pt x="108" y="759"/>
                  </a:lnTo>
                  <a:lnTo>
                    <a:pt x="144" y="715"/>
                  </a:lnTo>
                  <a:lnTo>
                    <a:pt x="153" y="688"/>
                  </a:lnTo>
                  <a:lnTo>
                    <a:pt x="162" y="63"/>
                  </a:lnTo>
                  <a:lnTo>
                    <a:pt x="153" y="36"/>
                  </a:lnTo>
                  <a:lnTo>
                    <a:pt x="11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687;p33">
              <a:extLst>
                <a:ext uri="{FF2B5EF4-FFF2-40B4-BE49-F238E27FC236}">
                  <a16:creationId xmlns:a16="http://schemas.microsoft.com/office/drawing/2014/main" id="{CE17E9F7-F43C-456C-B718-4A64C15F0F2F}"/>
                </a:ext>
              </a:extLst>
            </p:cNvPr>
            <p:cNvSpPr/>
            <p:nvPr/>
          </p:nvSpPr>
          <p:spPr>
            <a:xfrm>
              <a:off x="5729813" y="3654211"/>
              <a:ext cx="8350" cy="43298"/>
            </a:xfrm>
            <a:custGeom>
              <a:avLst/>
              <a:gdLst/>
              <a:ahLst/>
              <a:cxnLst/>
              <a:rect l="l" t="t" r="r" b="b"/>
              <a:pathLst>
                <a:path w="162" h="840" extrusionOk="0">
                  <a:moveTo>
                    <a:pt x="46" y="0"/>
                  </a:moveTo>
                  <a:lnTo>
                    <a:pt x="1" y="36"/>
                  </a:lnTo>
                  <a:lnTo>
                    <a:pt x="1" y="72"/>
                  </a:lnTo>
                  <a:lnTo>
                    <a:pt x="10" y="768"/>
                  </a:lnTo>
                  <a:lnTo>
                    <a:pt x="19" y="804"/>
                  </a:lnTo>
                  <a:lnTo>
                    <a:pt x="54" y="840"/>
                  </a:lnTo>
                  <a:lnTo>
                    <a:pt x="117" y="831"/>
                  </a:lnTo>
                  <a:lnTo>
                    <a:pt x="153" y="795"/>
                  </a:lnTo>
                  <a:lnTo>
                    <a:pt x="162" y="759"/>
                  </a:lnTo>
                  <a:lnTo>
                    <a:pt x="144" y="63"/>
                  </a:lnTo>
                  <a:lnTo>
                    <a:pt x="144" y="27"/>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688;p33">
              <a:extLst>
                <a:ext uri="{FF2B5EF4-FFF2-40B4-BE49-F238E27FC236}">
                  <a16:creationId xmlns:a16="http://schemas.microsoft.com/office/drawing/2014/main" id="{9ED0AE83-A0D6-4D38-B997-0D4FCF6F63C8}"/>
                </a:ext>
              </a:extLst>
            </p:cNvPr>
            <p:cNvSpPr/>
            <p:nvPr/>
          </p:nvSpPr>
          <p:spPr>
            <a:xfrm>
              <a:off x="5783213" y="3635810"/>
              <a:ext cx="8814" cy="57576"/>
            </a:xfrm>
            <a:custGeom>
              <a:avLst/>
              <a:gdLst/>
              <a:ahLst/>
              <a:cxnLst/>
              <a:rect l="l" t="t" r="r" b="b"/>
              <a:pathLst>
                <a:path w="171" h="1117" extrusionOk="0">
                  <a:moveTo>
                    <a:pt x="126" y="0"/>
                  </a:moveTo>
                  <a:lnTo>
                    <a:pt x="72" y="9"/>
                  </a:lnTo>
                  <a:lnTo>
                    <a:pt x="28" y="45"/>
                  </a:lnTo>
                  <a:lnTo>
                    <a:pt x="19" y="80"/>
                  </a:lnTo>
                  <a:lnTo>
                    <a:pt x="10" y="563"/>
                  </a:lnTo>
                  <a:lnTo>
                    <a:pt x="1" y="1045"/>
                  </a:lnTo>
                  <a:lnTo>
                    <a:pt x="1" y="1081"/>
                  </a:lnTo>
                  <a:lnTo>
                    <a:pt x="45" y="1116"/>
                  </a:lnTo>
                  <a:lnTo>
                    <a:pt x="99" y="1107"/>
                  </a:lnTo>
                  <a:lnTo>
                    <a:pt x="144" y="1072"/>
                  </a:lnTo>
                  <a:lnTo>
                    <a:pt x="153" y="1036"/>
                  </a:lnTo>
                  <a:lnTo>
                    <a:pt x="161" y="554"/>
                  </a:lnTo>
                  <a:lnTo>
                    <a:pt x="170" y="71"/>
                  </a:lnTo>
                  <a:lnTo>
                    <a:pt x="170" y="36"/>
                  </a:lnTo>
                  <a:lnTo>
                    <a:pt x="12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689;p33">
              <a:extLst>
                <a:ext uri="{FF2B5EF4-FFF2-40B4-BE49-F238E27FC236}">
                  <a16:creationId xmlns:a16="http://schemas.microsoft.com/office/drawing/2014/main" id="{2C258251-2726-4A66-98FA-C049E2ED5084}"/>
                </a:ext>
              </a:extLst>
            </p:cNvPr>
            <p:cNvSpPr/>
            <p:nvPr/>
          </p:nvSpPr>
          <p:spPr>
            <a:xfrm>
              <a:off x="5830633" y="3620141"/>
              <a:ext cx="13866" cy="78761"/>
            </a:xfrm>
            <a:custGeom>
              <a:avLst/>
              <a:gdLst/>
              <a:ahLst/>
              <a:cxnLst/>
              <a:rect l="l" t="t" r="r" b="b"/>
              <a:pathLst>
                <a:path w="269" h="1528" extrusionOk="0">
                  <a:moveTo>
                    <a:pt x="179" y="0"/>
                  </a:moveTo>
                  <a:lnTo>
                    <a:pt x="134" y="27"/>
                  </a:lnTo>
                  <a:lnTo>
                    <a:pt x="126" y="54"/>
                  </a:lnTo>
                  <a:lnTo>
                    <a:pt x="1" y="1438"/>
                  </a:lnTo>
                  <a:lnTo>
                    <a:pt x="9" y="1474"/>
                  </a:lnTo>
                  <a:lnTo>
                    <a:pt x="45" y="1519"/>
                  </a:lnTo>
                  <a:lnTo>
                    <a:pt x="99" y="1527"/>
                  </a:lnTo>
                  <a:lnTo>
                    <a:pt x="143" y="1501"/>
                  </a:lnTo>
                  <a:lnTo>
                    <a:pt x="152" y="1465"/>
                  </a:lnTo>
                  <a:lnTo>
                    <a:pt x="206" y="777"/>
                  </a:lnTo>
                  <a:lnTo>
                    <a:pt x="268" y="81"/>
                  </a:lnTo>
                  <a:lnTo>
                    <a:pt x="268" y="54"/>
                  </a:lnTo>
                  <a:lnTo>
                    <a:pt x="233" y="9"/>
                  </a:lnTo>
                  <a:lnTo>
                    <a:pt x="17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690;p33">
              <a:extLst>
                <a:ext uri="{FF2B5EF4-FFF2-40B4-BE49-F238E27FC236}">
                  <a16:creationId xmlns:a16="http://schemas.microsoft.com/office/drawing/2014/main" id="{12EF7511-6EFE-4280-BCBE-824A305EC372}"/>
                </a:ext>
              </a:extLst>
            </p:cNvPr>
            <p:cNvSpPr/>
            <p:nvPr/>
          </p:nvSpPr>
          <p:spPr>
            <a:xfrm>
              <a:off x="5473898" y="3518857"/>
              <a:ext cx="316744" cy="36906"/>
            </a:xfrm>
            <a:custGeom>
              <a:avLst/>
              <a:gdLst/>
              <a:ahLst/>
              <a:cxnLst/>
              <a:rect l="l" t="t" r="r" b="b"/>
              <a:pathLst>
                <a:path w="6145" h="716" extrusionOk="0">
                  <a:moveTo>
                    <a:pt x="81" y="1"/>
                  </a:moveTo>
                  <a:lnTo>
                    <a:pt x="28" y="28"/>
                  </a:lnTo>
                  <a:lnTo>
                    <a:pt x="1" y="81"/>
                  </a:lnTo>
                  <a:lnTo>
                    <a:pt x="19" y="126"/>
                  </a:lnTo>
                  <a:lnTo>
                    <a:pt x="45" y="144"/>
                  </a:lnTo>
                  <a:lnTo>
                    <a:pt x="412" y="278"/>
                  </a:lnTo>
                  <a:lnTo>
                    <a:pt x="1162" y="492"/>
                  </a:lnTo>
                  <a:lnTo>
                    <a:pt x="1921" y="635"/>
                  </a:lnTo>
                  <a:lnTo>
                    <a:pt x="2689" y="715"/>
                  </a:lnTo>
                  <a:lnTo>
                    <a:pt x="3457" y="715"/>
                  </a:lnTo>
                  <a:lnTo>
                    <a:pt x="4225" y="653"/>
                  </a:lnTo>
                  <a:lnTo>
                    <a:pt x="4984" y="510"/>
                  </a:lnTo>
                  <a:lnTo>
                    <a:pt x="5734" y="304"/>
                  </a:lnTo>
                  <a:lnTo>
                    <a:pt x="6100" y="170"/>
                  </a:lnTo>
                  <a:lnTo>
                    <a:pt x="6127" y="162"/>
                  </a:lnTo>
                  <a:lnTo>
                    <a:pt x="6145" y="108"/>
                  </a:lnTo>
                  <a:lnTo>
                    <a:pt x="6127" y="54"/>
                  </a:lnTo>
                  <a:lnTo>
                    <a:pt x="6082" y="28"/>
                  </a:lnTo>
                  <a:lnTo>
                    <a:pt x="6046" y="37"/>
                  </a:lnTo>
                  <a:lnTo>
                    <a:pt x="5689" y="162"/>
                  </a:lnTo>
                  <a:lnTo>
                    <a:pt x="4957" y="367"/>
                  </a:lnTo>
                  <a:lnTo>
                    <a:pt x="4207" y="501"/>
                  </a:lnTo>
                  <a:lnTo>
                    <a:pt x="3457" y="563"/>
                  </a:lnTo>
                  <a:lnTo>
                    <a:pt x="2698" y="563"/>
                  </a:lnTo>
                  <a:lnTo>
                    <a:pt x="1948" y="492"/>
                  </a:lnTo>
                  <a:lnTo>
                    <a:pt x="1206" y="349"/>
                  </a:lnTo>
                  <a:lnTo>
                    <a:pt x="474" y="144"/>
                  </a:lnTo>
                  <a:lnTo>
                    <a:pt x="117" y="10"/>
                  </a:lnTo>
                  <a:lnTo>
                    <a:pt x="81"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691;p33">
              <a:extLst>
                <a:ext uri="{FF2B5EF4-FFF2-40B4-BE49-F238E27FC236}">
                  <a16:creationId xmlns:a16="http://schemas.microsoft.com/office/drawing/2014/main" id="{D996CA03-5FA4-4762-84A3-10712F3FB240}"/>
                </a:ext>
              </a:extLst>
            </p:cNvPr>
            <p:cNvSpPr/>
            <p:nvPr/>
          </p:nvSpPr>
          <p:spPr>
            <a:xfrm>
              <a:off x="5401170" y="3698848"/>
              <a:ext cx="437359" cy="87523"/>
            </a:xfrm>
            <a:custGeom>
              <a:avLst/>
              <a:gdLst/>
              <a:ahLst/>
              <a:cxnLst/>
              <a:rect l="l" t="t" r="r" b="b"/>
              <a:pathLst>
                <a:path w="8485" h="1698" extrusionOk="0">
                  <a:moveTo>
                    <a:pt x="1" y="0"/>
                  </a:moveTo>
                  <a:lnTo>
                    <a:pt x="1" y="1697"/>
                  </a:lnTo>
                  <a:lnTo>
                    <a:pt x="8484" y="1697"/>
                  </a:lnTo>
                  <a:lnTo>
                    <a:pt x="8484" y="0"/>
                  </a:lnTo>
                  <a:lnTo>
                    <a:pt x="8440" y="27"/>
                  </a:lnTo>
                  <a:lnTo>
                    <a:pt x="7886" y="295"/>
                  </a:lnTo>
                  <a:lnTo>
                    <a:pt x="7118" y="554"/>
                  </a:lnTo>
                  <a:lnTo>
                    <a:pt x="6448" y="724"/>
                  </a:lnTo>
                  <a:lnTo>
                    <a:pt x="5662" y="849"/>
                  </a:lnTo>
                  <a:lnTo>
                    <a:pt x="4752" y="929"/>
                  </a:lnTo>
                  <a:lnTo>
                    <a:pt x="4243" y="938"/>
                  </a:lnTo>
                  <a:lnTo>
                    <a:pt x="3734" y="929"/>
                  </a:lnTo>
                  <a:lnTo>
                    <a:pt x="2823" y="849"/>
                  </a:lnTo>
                  <a:lnTo>
                    <a:pt x="2028" y="724"/>
                  </a:lnTo>
                  <a:lnTo>
                    <a:pt x="1367" y="554"/>
                  </a:lnTo>
                  <a:lnTo>
                    <a:pt x="590" y="295"/>
                  </a:lnTo>
                  <a:lnTo>
                    <a:pt x="46" y="27"/>
                  </a:lnTo>
                  <a:lnTo>
                    <a:pt x="1"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692;p33">
              <a:extLst>
                <a:ext uri="{FF2B5EF4-FFF2-40B4-BE49-F238E27FC236}">
                  <a16:creationId xmlns:a16="http://schemas.microsoft.com/office/drawing/2014/main" id="{EF0D087B-FAAB-4931-8A14-6626168225EC}"/>
                </a:ext>
              </a:extLst>
            </p:cNvPr>
            <p:cNvSpPr/>
            <p:nvPr/>
          </p:nvSpPr>
          <p:spPr>
            <a:xfrm>
              <a:off x="5401170" y="3698848"/>
              <a:ext cx="437359" cy="48401"/>
            </a:xfrm>
            <a:custGeom>
              <a:avLst/>
              <a:gdLst/>
              <a:ahLst/>
              <a:cxnLst/>
              <a:rect l="l" t="t" r="r" b="b"/>
              <a:pathLst>
                <a:path w="8485" h="939" extrusionOk="0">
                  <a:moveTo>
                    <a:pt x="1" y="0"/>
                  </a:moveTo>
                  <a:lnTo>
                    <a:pt x="46" y="27"/>
                  </a:lnTo>
                  <a:lnTo>
                    <a:pt x="590" y="295"/>
                  </a:lnTo>
                  <a:lnTo>
                    <a:pt x="1367" y="554"/>
                  </a:lnTo>
                  <a:lnTo>
                    <a:pt x="2028" y="724"/>
                  </a:lnTo>
                  <a:lnTo>
                    <a:pt x="2823" y="849"/>
                  </a:lnTo>
                  <a:lnTo>
                    <a:pt x="3734" y="929"/>
                  </a:lnTo>
                  <a:lnTo>
                    <a:pt x="4243" y="938"/>
                  </a:lnTo>
                  <a:lnTo>
                    <a:pt x="4752" y="929"/>
                  </a:lnTo>
                  <a:lnTo>
                    <a:pt x="5662" y="849"/>
                  </a:lnTo>
                  <a:lnTo>
                    <a:pt x="6448" y="724"/>
                  </a:lnTo>
                  <a:lnTo>
                    <a:pt x="7118" y="554"/>
                  </a:lnTo>
                  <a:lnTo>
                    <a:pt x="7886" y="295"/>
                  </a:lnTo>
                  <a:lnTo>
                    <a:pt x="8440"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693;p33">
              <a:extLst>
                <a:ext uri="{FF2B5EF4-FFF2-40B4-BE49-F238E27FC236}">
                  <a16:creationId xmlns:a16="http://schemas.microsoft.com/office/drawing/2014/main" id="{7AE407DC-03C0-4E90-9707-ED26B56EE412}"/>
                </a:ext>
              </a:extLst>
            </p:cNvPr>
            <p:cNvSpPr/>
            <p:nvPr/>
          </p:nvSpPr>
          <p:spPr>
            <a:xfrm>
              <a:off x="5401170" y="3786318"/>
              <a:ext cx="437359" cy="87472"/>
            </a:xfrm>
            <a:custGeom>
              <a:avLst/>
              <a:gdLst/>
              <a:ahLst/>
              <a:cxnLst/>
              <a:rect l="l" t="t" r="r" b="b"/>
              <a:pathLst>
                <a:path w="8485" h="1697" extrusionOk="0">
                  <a:moveTo>
                    <a:pt x="1" y="0"/>
                  </a:moveTo>
                  <a:lnTo>
                    <a:pt x="1" y="1697"/>
                  </a:lnTo>
                  <a:lnTo>
                    <a:pt x="8484" y="1697"/>
                  </a:lnTo>
                  <a:lnTo>
                    <a:pt x="8484" y="0"/>
                  </a:lnTo>
                  <a:lnTo>
                    <a:pt x="8440" y="27"/>
                  </a:lnTo>
                  <a:lnTo>
                    <a:pt x="7886" y="295"/>
                  </a:lnTo>
                  <a:lnTo>
                    <a:pt x="7118" y="554"/>
                  </a:lnTo>
                  <a:lnTo>
                    <a:pt x="6448" y="723"/>
                  </a:lnTo>
                  <a:lnTo>
                    <a:pt x="5662" y="848"/>
                  </a:lnTo>
                  <a:lnTo>
                    <a:pt x="4752" y="929"/>
                  </a:lnTo>
                  <a:lnTo>
                    <a:pt x="4243" y="938"/>
                  </a:lnTo>
                  <a:lnTo>
                    <a:pt x="3734" y="929"/>
                  </a:lnTo>
                  <a:lnTo>
                    <a:pt x="2823" y="848"/>
                  </a:lnTo>
                  <a:lnTo>
                    <a:pt x="2028" y="723"/>
                  </a:lnTo>
                  <a:lnTo>
                    <a:pt x="1367" y="554"/>
                  </a:lnTo>
                  <a:lnTo>
                    <a:pt x="590" y="295"/>
                  </a:lnTo>
                  <a:lnTo>
                    <a:pt x="46" y="27"/>
                  </a:lnTo>
                  <a:lnTo>
                    <a:pt x="1"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694;p33">
              <a:extLst>
                <a:ext uri="{FF2B5EF4-FFF2-40B4-BE49-F238E27FC236}">
                  <a16:creationId xmlns:a16="http://schemas.microsoft.com/office/drawing/2014/main" id="{80B85099-26FF-406F-A938-0224DF73F4EC}"/>
                </a:ext>
              </a:extLst>
            </p:cNvPr>
            <p:cNvSpPr/>
            <p:nvPr/>
          </p:nvSpPr>
          <p:spPr>
            <a:xfrm>
              <a:off x="5401170" y="3786318"/>
              <a:ext cx="437359" cy="48349"/>
            </a:xfrm>
            <a:custGeom>
              <a:avLst/>
              <a:gdLst/>
              <a:ahLst/>
              <a:cxnLst/>
              <a:rect l="l" t="t" r="r" b="b"/>
              <a:pathLst>
                <a:path w="8485" h="938" extrusionOk="0">
                  <a:moveTo>
                    <a:pt x="1" y="0"/>
                  </a:moveTo>
                  <a:lnTo>
                    <a:pt x="46" y="27"/>
                  </a:lnTo>
                  <a:lnTo>
                    <a:pt x="590" y="295"/>
                  </a:lnTo>
                  <a:lnTo>
                    <a:pt x="1367" y="554"/>
                  </a:lnTo>
                  <a:lnTo>
                    <a:pt x="2028" y="723"/>
                  </a:lnTo>
                  <a:lnTo>
                    <a:pt x="2823" y="848"/>
                  </a:lnTo>
                  <a:lnTo>
                    <a:pt x="3734" y="929"/>
                  </a:lnTo>
                  <a:lnTo>
                    <a:pt x="4243" y="938"/>
                  </a:lnTo>
                  <a:lnTo>
                    <a:pt x="4752" y="929"/>
                  </a:lnTo>
                  <a:lnTo>
                    <a:pt x="5662" y="848"/>
                  </a:lnTo>
                  <a:lnTo>
                    <a:pt x="6448" y="723"/>
                  </a:lnTo>
                  <a:lnTo>
                    <a:pt x="7118" y="554"/>
                  </a:lnTo>
                  <a:lnTo>
                    <a:pt x="7886" y="295"/>
                  </a:lnTo>
                  <a:lnTo>
                    <a:pt x="8440"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3695;p33">
              <a:extLst>
                <a:ext uri="{FF2B5EF4-FFF2-40B4-BE49-F238E27FC236}">
                  <a16:creationId xmlns:a16="http://schemas.microsoft.com/office/drawing/2014/main" id="{9B5502D5-87BE-4621-A698-497CA4525DEF}"/>
                </a:ext>
              </a:extLst>
            </p:cNvPr>
            <p:cNvSpPr/>
            <p:nvPr/>
          </p:nvSpPr>
          <p:spPr>
            <a:xfrm>
              <a:off x="5795635" y="3713590"/>
              <a:ext cx="12474" cy="75977"/>
            </a:xfrm>
            <a:custGeom>
              <a:avLst/>
              <a:gdLst/>
              <a:ahLst/>
              <a:cxnLst/>
              <a:rect l="l" t="t" r="r" b="b"/>
              <a:pathLst>
                <a:path w="242" h="1474" extrusionOk="0">
                  <a:moveTo>
                    <a:pt x="144" y="0"/>
                  </a:moveTo>
                  <a:lnTo>
                    <a:pt x="99" y="36"/>
                  </a:lnTo>
                  <a:lnTo>
                    <a:pt x="90" y="63"/>
                  </a:lnTo>
                  <a:lnTo>
                    <a:pt x="46" y="732"/>
                  </a:lnTo>
                  <a:lnTo>
                    <a:pt x="1" y="1393"/>
                  </a:lnTo>
                  <a:lnTo>
                    <a:pt x="1" y="1429"/>
                  </a:lnTo>
                  <a:lnTo>
                    <a:pt x="46" y="1465"/>
                  </a:lnTo>
                  <a:lnTo>
                    <a:pt x="99" y="1474"/>
                  </a:lnTo>
                  <a:lnTo>
                    <a:pt x="144" y="1438"/>
                  </a:lnTo>
                  <a:lnTo>
                    <a:pt x="153" y="1411"/>
                  </a:lnTo>
                  <a:lnTo>
                    <a:pt x="197" y="741"/>
                  </a:lnTo>
                  <a:lnTo>
                    <a:pt x="242" y="81"/>
                  </a:lnTo>
                  <a:lnTo>
                    <a:pt x="242" y="45"/>
                  </a:lnTo>
                  <a:lnTo>
                    <a:pt x="197" y="9"/>
                  </a:lnTo>
                  <a:lnTo>
                    <a:pt x="144"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3696;p33">
              <a:extLst>
                <a:ext uri="{FF2B5EF4-FFF2-40B4-BE49-F238E27FC236}">
                  <a16:creationId xmlns:a16="http://schemas.microsoft.com/office/drawing/2014/main" id="{1A01555D-093A-4C0B-A183-E3A9C7DFBBFC}"/>
                </a:ext>
              </a:extLst>
            </p:cNvPr>
            <p:cNvSpPr/>
            <p:nvPr/>
          </p:nvSpPr>
          <p:spPr>
            <a:xfrm>
              <a:off x="5745947" y="3728280"/>
              <a:ext cx="10154" cy="59895"/>
            </a:xfrm>
            <a:custGeom>
              <a:avLst/>
              <a:gdLst/>
              <a:ahLst/>
              <a:cxnLst/>
              <a:rect l="l" t="t" r="r" b="b"/>
              <a:pathLst>
                <a:path w="197" h="1162" extrusionOk="0">
                  <a:moveTo>
                    <a:pt x="99" y="1"/>
                  </a:moveTo>
                  <a:lnTo>
                    <a:pt x="54" y="28"/>
                  </a:lnTo>
                  <a:lnTo>
                    <a:pt x="45" y="63"/>
                  </a:lnTo>
                  <a:lnTo>
                    <a:pt x="27" y="572"/>
                  </a:lnTo>
                  <a:lnTo>
                    <a:pt x="0" y="1081"/>
                  </a:lnTo>
                  <a:lnTo>
                    <a:pt x="9" y="1117"/>
                  </a:lnTo>
                  <a:lnTo>
                    <a:pt x="45" y="1153"/>
                  </a:lnTo>
                  <a:lnTo>
                    <a:pt x="99" y="1162"/>
                  </a:lnTo>
                  <a:lnTo>
                    <a:pt x="143" y="1126"/>
                  </a:lnTo>
                  <a:lnTo>
                    <a:pt x="152" y="1099"/>
                  </a:lnTo>
                  <a:lnTo>
                    <a:pt x="170" y="581"/>
                  </a:lnTo>
                  <a:lnTo>
                    <a:pt x="197" y="72"/>
                  </a:lnTo>
                  <a:lnTo>
                    <a:pt x="188" y="37"/>
                  </a:lnTo>
                  <a:lnTo>
                    <a:pt x="15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3697;p33">
              <a:extLst>
                <a:ext uri="{FF2B5EF4-FFF2-40B4-BE49-F238E27FC236}">
                  <a16:creationId xmlns:a16="http://schemas.microsoft.com/office/drawing/2014/main" id="{6E3CEC66-8423-4481-9B98-5B6A092CF165}"/>
                </a:ext>
              </a:extLst>
            </p:cNvPr>
            <p:cNvSpPr/>
            <p:nvPr/>
          </p:nvSpPr>
          <p:spPr>
            <a:xfrm>
              <a:off x="5702701" y="3742094"/>
              <a:ext cx="8299" cy="42422"/>
            </a:xfrm>
            <a:custGeom>
              <a:avLst/>
              <a:gdLst/>
              <a:ahLst/>
              <a:cxnLst/>
              <a:rect l="l" t="t" r="r" b="b"/>
              <a:pathLst>
                <a:path w="161" h="823" extrusionOk="0">
                  <a:moveTo>
                    <a:pt x="63" y="1"/>
                  </a:moveTo>
                  <a:lnTo>
                    <a:pt x="18" y="28"/>
                  </a:lnTo>
                  <a:lnTo>
                    <a:pt x="9" y="63"/>
                  </a:lnTo>
                  <a:lnTo>
                    <a:pt x="9" y="403"/>
                  </a:lnTo>
                  <a:lnTo>
                    <a:pt x="0" y="751"/>
                  </a:lnTo>
                  <a:lnTo>
                    <a:pt x="9" y="787"/>
                  </a:lnTo>
                  <a:lnTo>
                    <a:pt x="54" y="822"/>
                  </a:lnTo>
                  <a:lnTo>
                    <a:pt x="107" y="822"/>
                  </a:lnTo>
                  <a:lnTo>
                    <a:pt x="152" y="796"/>
                  </a:lnTo>
                  <a:lnTo>
                    <a:pt x="152" y="760"/>
                  </a:lnTo>
                  <a:lnTo>
                    <a:pt x="161" y="421"/>
                  </a:lnTo>
                  <a:lnTo>
                    <a:pt x="161" y="72"/>
                  </a:lnTo>
                  <a:lnTo>
                    <a:pt x="161" y="46"/>
                  </a:lnTo>
                  <a:lnTo>
                    <a:pt x="11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3698;p33">
              <a:extLst>
                <a:ext uri="{FF2B5EF4-FFF2-40B4-BE49-F238E27FC236}">
                  <a16:creationId xmlns:a16="http://schemas.microsoft.com/office/drawing/2014/main" id="{D37B1D19-2720-475F-B080-1B3472F5FC37}"/>
                </a:ext>
              </a:extLst>
            </p:cNvPr>
            <p:cNvSpPr/>
            <p:nvPr/>
          </p:nvSpPr>
          <p:spPr>
            <a:xfrm>
              <a:off x="5653889" y="3746269"/>
              <a:ext cx="8814" cy="40566"/>
            </a:xfrm>
            <a:custGeom>
              <a:avLst/>
              <a:gdLst/>
              <a:ahLst/>
              <a:cxnLst/>
              <a:rect l="l" t="t" r="r" b="b"/>
              <a:pathLst>
                <a:path w="171" h="787" extrusionOk="0">
                  <a:moveTo>
                    <a:pt x="72" y="0"/>
                  </a:moveTo>
                  <a:lnTo>
                    <a:pt x="27" y="27"/>
                  </a:lnTo>
                  <a:lnTo>
                    <a:pt x="27" y="63"/>
                  </a:lnTo>
                  <a:lnTo>
                    <a:pt x="9" y="384"/>
                  </a:lnTo>
                  <a:lnTo>
                    <a:pt x="0" y="706"/>
                  </a:lnTo>
                  <a:lnTo>
                    <a:pt x="9" y="741"/>
                  </a:lnTo>
                  <a:lnTo>
                    <a:pt x="45" y="777"/>
                  </a:lnTo>
                  <a:lnTo>
                    <a:pt x="99" y="786"/>
                  </a:lnTo>
                  <a:lnTo>
                    <a:pt x="143" y="750"/>
                  </a:lnTo>
                  <a:lnTo>
                    <a:pt x="152" y="724"/>
                  </a:lnTo>
                  <a:lnTo>
                    <a:pt x="161" y="393"/>
                  </a:lnTo>
                  <a:lnTo>
                    <a:pt x="170" y="72"/>
                  </a:lnTo>
                  <a:lnTo>
                    <a:pt x="170" y="45"/>
                  </a:lnTo>
                  <a:lnTo>
                    <a:pt x="12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3699;p33">
              <a:extLst>
                <a:ext uri="{FF2B5EF4-FFF2-40B4-BE49-F238E27FC236}">
                  <a16:creationId xmlns:a16="http://schemas.microsoft.com/office/drawing/2014/main" id="{2C52E7D2-6F0E-4BA2-9291-6C5E1198AB18}"/>
                </a:ext>
              </a:extLst>
            </p:cNvPr>
            <p:cNvSpPr/>
            <p:nvPr/>
          </p:nvSpPr>
          <p:spPr>
            <a:xfrm>
              <a:off x="5608325" y="3745341"/>
              <a:ext cx="7422" cy="42834"/>
            </a:xfrm>
            <a:custGeom>
              <a:avLst/>
              <a:gdLst/>
              <a:ahLst/>
              <a:cxnLst/>
              <a:rect l="l" t="t" r="r" b="b"/>
              <a:pathLst>
                <a:path w="144" h="831" extrusionOk="0">
                  <a:moveTo>
                    <a:pt x="45" y="0"/>
                  </a:moveTo>
                  <a:lnTo>
                    <a:pt x="0" y="36"/>
                  </a:lnTo>
                  <a:lnTo>
                    <a:pt x="0" y="72"/>
                  </a:lnTo>
                  <a:lnTo>
                    <a:pt x="0" y="750"/>
                  </a:lnTo>
                  <a:lnTo>
                    <a:pt x="0" y="786"/>
                  </a:lnTo>
                  <a:lnTo>
                    <a:pt x="45" y="822"/>
                  </a:lnTo>
                  <a:lnTo>
                    <a:pt x="99" y="831"/>
                  </a:lnTo>
                  <a:lnTo>
                    <a:pt x="143" y="795"/>
                  </a:lnTo>
                  <a:lnTo>
                    <a:pt x="143" y="768"/>
                  </a:lnTo>
                  <a:lnTo>
                    <a:pt x="143" y="81"/>
                  </a:lnTo>
                  <a:lnTo>
                    <a:pt x="143" y="45"/>
                  </a:lnTo>
                  <a:lnTo>
                    <a:pt x="99"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3700;p33">
              <a:extLst>
                <a:ext uri="{FF2B5EF4-FFF2-40B4-BE49-F238E27FC236}">
                  <a16:creationId xmlns:a16="http://schemas.microsoft.com/office/drawing/2014/main" id="{A67AF50D-FA9A-4DFF-B959-582C93D4DD88}"/>
                </a:ext>
              </a:extLst>
            </p:cNvPr>
            <p:cNvSpPr/>
            <p:nvPr/>
          </p:nvSpPr>
          <p:spPr>
            <a:xfrm>
              <a:off x="5556317" y="3742558"/>
              <a:ext cx="8763" cy="44690"/>
            </a:xfrm>
            <a:custGeom>
              <a:avLst/>
              <a:gdLst/>
              <a:ahLst/>
              <a:cxnLst/>
              <a:rect l="l" t="t" r="r" b="b"/>
              <a:pathLst>
                <a:path w="170" h="867" extrusionOk="0">
                  <a:moveTo>
                    <a:pt x="72" y="1"/>
                  </a:moveTo>
                  <a:lnTo>
                    <a:pt x="27" y="37"/>
                  </a:lnTo>
                  <a:lnTo>
                    <a:pt x="18" y="72"/>
                  </a:lnTo>
                  <a:lnTo>
                    <a:pt x="9" y="429"/>
                  </a:lnTo>
                  <a:lnTo>
                    <a:pt x="0" y="796"/>
                  </a:lnTo>
                  <a:lnTo>
                    <a:pt x="9" y="831"/>
                  </a:lnTo>
                  <a:lnTo>
                    <a:pt x="45" y="867"/>
                  </a:lnTo>
                  <a:lnTo>
                    <a:pt x="107" y="867"/>
                  </a:lnTo>
                  <a:lnTo>
                    <a:pt x="143" y="840"/>
                  </a:lnTo>
                  <a:lnTo>
                    <a:pt x="152" y="804"/>
                  </a:lnTo>
                  <a:lnTo>
                    <a:pt x="161" y="438"/>
                  </a:lnTo>
                  <a:lnTo>
                    <a:pt x="170" y="81"/>
                  </a:lnTo>
                  <a:lnTo>
                    <a:pt x="170" y="45"/>
                  </a:lnTo>
                  <a:lnTo>
                    <a:pt x="125" y="10"/>
                  </a:lnTo>
                  <a:lnTo>
                    <a:pt x="72"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3701;p33">
              <a:extLst>
                <a:ext uri="{FF2B5EF4-FFF2-40B4-BE49-F238E27FC236}">
                  <a16:creationId xmlns:a16="http://schemas.microsoft.com/office/drawing/2014/main" id="{EE324E0F-7087-4086-A87D-FB3AD9656DE7}"/>
                </a:ext>
              </a:extLst>
            </p:cNvPr>
            <p:cNvSpPr/>
            <p:nvPr/>
          </p:nvSpPr>
          <p:spPr>
            <a:xfrm>
              <a:off x="5510288" y="3737970"/>
              <a:ext cx="8763" cy="47937"/>
            </a:xfrm>
            <a:custGeom>
              <a:avLst/>
              <a:gdLst/>
              <a:ahLst/>
              <a:cxnLst/>
              <a:rect l="l" t="t" r="r" b="b"/>
              <a:pathLst>
                <a:path w="170" h="930" extrusionOk="0">
                  <a:moveTo>
                    <a:pt x="45" y="0"/>
                  </a:moveTo>
                  <a:lnTo>
                    <a:pt x="9" y="27"/>
                  </a:lnTo>
                  <a:lnTo>
                    <a:pt x="0" y="63"/>
                  </a:lnTo>
                  <a:lnTo>
                    <a:pt x="9" y="456"/>
                  </a:lnTo>
                  <a:lnTo>
                    <a:pt x="18" y="858"/>
                  </a:lnTo>
                  <a:lnTo>
                    <a:pt x="18" y="893"/>
                  </a:lnTo>
                  <a:lnTo>
                    <a:pt x="63" y="929"/>
                  </a:lnTo>
                  <a:lnTo>
                    <a:pt x="116" y="929"/>
                  </a:lnTo>
                  <a:lnTo>
                    <a:pt x="161" y="902"/>
                  </a:lnTo>
                  <a:lnTo>
                    <a:pt x="170" y="867"/>
                  </a:lnTo>
                  <a:lnTo>
                    <a:pt x="161" y="474"/>
                  </a:lnTo>
                  <a:lnTo>
                    <a:pt x="152" y="72"/>
                  </a:lnTo>
                  <a:lnTo>
                    <a:pt x="143" y="45"/>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3702;p33">
              <a:extLst>
                <a:ext uri="{FF2B5EF4-FFF2-40B4-BE49-F238E27FC236}">
                  <a16:creationId xmlns:a16="http://schemas.microsoft.com/office/drawing/2014/main" id="{AC07981D-488A-43E4-9B93-6A9CAE9F8654}"/>
                </a:ext>
              </a:extLst>
            </p:cNvPr>
            <p:cNvSpPr/>
            <p:nvPr/>
          </p:nvSpPr>
          <p:spPr>
            <a:xfrm>
              <a:off x="5464259" y="3728744"/>
              <a:ext cx="9227" cy="54380"/>
            </a:xfrm>
            <a:custGeom>
              <a:avLst/>
              <a:gdLst/>
              <a:ahLst/>
              <a:cxnLst/>
              <a:rect l="l" t="t" r="r" b="b"/>
              <a:pathLst>
                <a:path w="179" h="1055" extrusionOk="0">
                  <a:moveTo>
                    <a:pt x="45" y="1"/>
                  </a:moveTo>
                  <a:lnTo>
                    <a:pt x="9" y="37"/>
                  </a:lnTo>
                  <a:lnTo>
                    <a:pt x="0" y="63"/>
                  </a:lnTo>
                  <a:lnTo>
                    <a:pt x="18" y="528"/>
                  </a:lnTo>
                  <a:lnTo>
                    <a:pt x="27" y="983"/>
                  </a:lnTo>
                  <a:lnTo>
                    <a:pt x="36" y="1010"/>
                  </a:lnTo>
                  <a:lnTo>
                    <a:pt x="81" y="1055"/>
                  </a:lnTo>
                  <a:lnTo>
                    <a:pt x="134" y="1055"/>
                  </a:lnTo>
                  <a:lnTo>
                    <a:pt x="170" y="1028"/>
                  </a:lnTo>
                  <a:lnTo>
                    <a:pt x="179" y="992"/>
                  </a:lnTo>
                  <a:lnTo>
                    <a:pt x="152" y="81"/>
                  </a:lnTo>
                  <a:lnTo>
                    <a:pt x="143" y="46"/>
                  </a:lnTo>
                  <a:lnTo>
                    <a:pt x="107" y="10"/>
                  </a:lnTo>
                  <a:lnTo>
                    <a:pt x="4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3703;p33">
              <a:extLst>
                <a:ext uri="{FF2B5EF4-FFF2-40B4-BE49-F238E27FC236}">
                  <a16:creationId xmlns:a16="http://schemas.microsoft.com/office/drawing/2014/main" id="{D36D9D89-F7CB-4814-A2A2-474C8FEB459C}"/>
                </a:ext>
              </a:extLst>
            </p:cNvPr>
            <p:cNvSpPr/>
            <p:nvPr/>
          </p:nvSpPr>
          <p:spPr>
            <a:xfrm>
              <a:off x="5421890" y="3710343"/>
              <a:ext cx="10670" cy="80616"/>
            </a:xfrm>
            <a:custGeom>
              <a:avLst/>
              <a:gdLst/>
              <a:ahLst/>
              <a:cxnLst/>
              <a:rect l="l" t="t" r="r" b="b"/>
              <a:pathLst>
                <a:path w="207" h="1564" extrusionOk="0">
                  <a:moveTo>
                    <a:pt x="36" y="1"/>
                  </a:moveTo>
                  <a:lnTo>
                    <a:pt x="1" y="27"/>
                  </a:lnTo>
                  <a:lnTo>
                    <a:pt x="1" y="63"/>
                  </a:lnTo>
                  <a:lnTo>
                    <a:pt x="28" y="778"/>
                  </a:lnTo>
                  <a:lnTo>
                    <a:pt x="63" y="1483"/>
                  </a:lnTo>
                  <a:lnTo>
                    <a:pt x="63" y="1519"/>
                  </a:lnTo>
                  <a:lnTo>
                    <a:pt x="108" y="1554"/>
                  </a:lnTo>
                  <a:lnTo>
                    <a:pt x="161" y="1563"/>
                  </a:lnTo>
                  <a:lnTo>
                    <a:pt x="206" y="1528"/>
                  </a:lnTo>
                  <a:lnTo>
                    <a:pt x="206" y="1501"/>
                  </a:lnTo>
                  <a:lnTo>
                    <a:pt x="179" y="787"/>
                  </a:lnTo>
                  <a:lnTo>
                    <a:pt x="144" y="72"/>
                  </a:lnTo>
                  <a:lnTo>
                    <a:pt x="144"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3704;p33">
              <a:extLst>
                <a:ext uri="{FF2B5EF4-FFF2-40B4-BE49-F238E27FC236}">
                  <a16:creationId xmlns:a16="http://schemas.microsoft.com/office/drawing/2014/main" id="{B4FF5E84-67D6-4F13-BFFF-0D91C9543647}"/>
                </a:ext>
              </a:extLst>
            </p:cNvPr>
            <p:cNvSpPr/>
            <p:nvPr/>
          </p:nvSpPr>
          <p:spPr>
            <a:xfrm>
              <a:off x="5814500" y="3796885"/>
              <a:ext cx="8814" cy="75101"/>
            </a:xfrm>
            <a:custGeom>
              <a:avLst/>
              <a:gdLst/>
              <a:ahLst/>
              <a:cxnLst/>
              <a:rect l="l" t="t" r="r" b="b"/>
              <a:pathLst>
                <a:path w="171" h="1457" extrusionOk="0">
                  <a:moveTo>
                    <a:pt x="72" y="1"/>
                  </a:moveTo>
                  <a:lnTo>
                    <a:pt x="28" y="27"/>
                  </a:lnTo>
                  <a:lnTo>
                    <a:pt x="28" y="63"/>
                  </a:lnTo>
                  <a:lnTo>
                    <a:pt x="1" y="1376"/>
                  </a:lnTo>
                  <a:lnTo>
                    <a:pt x="10" y="1411"/>
                  </a:lnTo>
                  <a:lnTo>
                    <a:pt x="46" y="1447"/>
                  </a:lnTo>
                  <a:lnTo>
                    <a:pt x="99" y="1456"/>
                  </a:lnTo>
                  <a:lnTo>
                    <a:pt x="144" y="1420"/>
                  </a:lnTo>
                  <a:lnTo>
                    <a:pt x="153" y="1394"/>
                  </a:lnTo>
                  <a:lnTo>
                    <a:pt x="171" y="72"/>
                  </a:lnTo>
                  <a:lnTo>
                    <a:pt x="171" y="36"/>
                  </a:lnTo>
                  <a:lnTo>
                    <a:pt x="12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3705;p33">
              <a:extLst>
                <a:ext uri="{FF2B5EF4-FFF2-40B4-BE49-F238E27FC236}">
                  <a16:creationId xmlns:a16="http://schemas.microsoft.com/office/drawing/2014/main" id="{4EA43D59-FB28-461A-B7FA-F9D0C60F7933}"/>
                </a:ext>
              </a:extLst>
            </p:cNvPr>
            <p:cNvSpPr/>
            <p:nvPr/>
          </p:nvSpPr>
          <p:spPr>
            <a:xfrm>
              <a:off x="5763884" y="3816214"/>
              <a:ext cx="8814" cy="59895"/>
            </a:xfrm>
            <a:custGeom>
              <a:avLst/>
              <a:gdLst/>
              <a:ahLst/>
              <a:cxnLst/>
              <a:rect l="l" t="t" r="r" b="b"/>
              <a:pathLst>
                <a:path w="171" h="1162" extrusionOk="0">
                  <a:moveTo>
                    <a:pt x="72" y="1"/>
                  </a:moveTo>
                  <a:lnTo>
                    <a:pt x="27" y="27"/>
                  </a:lnTo>
                  <a:lnTo>
                    <a:pt x="19" y="63"/>
                  </a:lnTo>
                  <a:lnTo>
                    <a:pt x="10" y="572"/>
                  </a:lnTo>
                  <a:lnTo>
                    <a:pt x="1" y="1081"/>
                  </a:lnTo>
                  <a:lnTo>
                    <a:pt x="10" y="1117"/>
                  </a:lnTo>
                  <a:lnTo>
                    <a:pt x="45" y="1153"/>
                  </a:lnTo>
                  <a:lnTo>
                    <a:pt x="108" y="1161"/>
                  </a:lnTo>
                  <a:lnTo>
                    <a:pt x="144" y="1126"/>
                  </a:lnTo>
                  <a:lnTo>
                    <a:pt x="153" y="1099"/>
                  </a:lnTo>
                  <a:lnTo>
                    <a:pt x="161" y="581"/>
                  </a:lnTo>
                  <a:lnTo>
                    <a:pt x="170" y="72"/>
                  </a:lnTo>
                  <a:lnTo>
                    <a:pt x="170" y="45"/>
                  </a:lnTo>
                  <a:lnTo>
                    <a:pt x="12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3706;p33">
              <a:extLst>
                <a:ext uri="{FF2B5EF4-FFF2-40B4-BE49-F238E27FC236}">
                  <a16:creationId xmlns:a16="http://schemas.microsoft.com/office/drawing/2014/main" id="{9BF3EE2F-3116-440F-BBC2-AA9B6A392474}"/>
                </a:ext>
              </a:extLst>
            </p:cNvPr>
            <p:cNvSpPr/>
            <p:nvPr/>
          </p:nvSpPr>
          <p:spPr>
            <a:xfrm>
              <a:off x="5709144" y="3830492"/>
              <a:ext cx="8763" cy="47009"/>
            </a:xfrm>
            <a:custGeom>
              <a:avLst/>
              <a:gdLst/>
              <a:ahLst/>
              <a:cxnLst/>
              <a:rect l="l" t="t" r="r" b="b"/>
              <a:pathLst>
                <a:path w="170" h="912" extrusionOk="0">
                  <a:moveTo>
                    <a:pt x="45" y="0"/>
                  </a:moveTo>
                  <a:lnTo>
                    <a:pt x="0" y="36"/>
                  </a:lnTo>
                  <a:lnTo>
                    <a:pt x="0" y="72"/>
                  </a:lnTo>
                  <a:lnTo>
                    <a:pt x="9" y="447"/>
                  </a:lnTo>
                  <a:lnTo>
                    <a:pt x="27" y="831"/>
                  </a:lnTo>
                  <a:lnTo>
                    <a:pt x="27" y="867"/>
                  </a:lnTo>
                  <a:lnTo>
                    <a:pt x="71" y="902"/>
                  </a:lnTo>
                  <a:lnTo>
                    <a:pt x="125" y="911"/>
                  </a:lnTo>
                  <a:lnTo>
                    <a:pt x="170" y="876"/>
                  </a:lnTo>
                  <a:lnTo>
                    <a:pt x="170" y="849"/>
                  </a:lnTo>
                  <a:lnTo>
                    <a:pt x="161" y="465"/>
                  </a:lnTo>
                  <a:lnTo>
                    <a:pt x="152" y="81"/>
                  </a:lnTo>
                  <a:lnTo>
                    <a:pt x="143" y="45"/>
                  </a:lnTo>
                  <a:lnTo>
                    <a:pt x="98" y="9"/>
                  </a:lnTo>
                  <a:lnTo>
                    <a:pt x="4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3707;p33">
              <a:extLst>
                <a:ext uri="{FF2B5EF4-FFF2-40B4-BE49-F238E27FC236}">
                  <a16:creationId xmlns:a16="http://schemas.microsoft.com/office/drawing/2014/main" id="{D75CF3D9-6F9F-4B7C-9D1B-EAF512940783}"/>
                </a:ext>
              </a:extLst>
            </p:cNvPr>
            <p:cNvSpPr/>
            <p:nvPr/>
          </p:nvSpPr>
          <p:spPr>
            <a:xfrm>
              <a:off x="5658013" y="3834615"/>
              <a:ext cx="7886" cy="40566"/>
            </a:xfrm>
            <a:custGeom>
              <a:avLst/>
              <a:gdLst/>
              <a:ahLst/>
              <a:cxnLst/>
              <a:rect l="l" t="t" r="r" b="b"/>
              <a:pathLst>
                <a:path w="153" h="787" extrusionOk="0">
                  <a:moveTo>
                    <a:pt x="45" y="1"/>
                  </a:moveTo>
                  <a:lnTo>
                    <a:pt x="1" y="36"/>
                  </a:lnTo>
                  <a:lnTo>
                    <a:pt x="1" y="72"/>
                  </a:lnTo>
                  <a:lnTo>
                    <a:pt x="1" y="715"/>
                  </a:lnTo>
                  <a:lnTo>
                    <a:pt x="1" y="751"/>
                  </a:lnTo>
                  <a:lnTo>
                    <a:pt x="45" y="787"/>
                  </a:lnTo>
                  <a:lnTo>
                    <a:pt x="99" y="787"/>
                  </a:lnTo>
                  <a:lnTo>
                    <a:pt x="144" y="760"/>
                  </a:lnTo>
                  <a:lnTo>
                    <a:pt x="153" y="724"/>
                  </a:lnTo>
                  <a:lnTo>
                    <a:pt x="153" y="81"/>
                  </a:lnTo>
                  <a:lnTo>
                    <a:pt x="144" y="45"/>
                  </a:lnTo>
                  <a:lnTo>
                    <a:pt x="99" y="10"/>
                  </a:lnTo>
                  <a:lnTo>
                    <a:pt x="4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3708;p33">
              <a:extLst>
                <a:ext uri="{FF2B5EF4-FFF2-40B4-BE49-F238E27FC236}">
                  <a16:creationId xmlns:a16="http://schemas.microsoft.com/office/drawing/2014/main" id="{4F1B986C-6197-45FB-B4AA-4971116E5165}"/>
                </a:ext>
              </a:extLst>
            </p:cNvPr>
            <p:cNvSpPr/>
            <p:nvPr/>
          </p:nvSpPr>
          <p:spPr>
            <a:xfrm>
              <a:off x="5609716" y="3834615"/>
              <a:ext cx="8299" cy="39174"/>
            </a:xfrm>
            <a:custGeom>
              <a:avLst/>
              <a:gdLst/>
              <a:ahLst/>
              <a:cxnLst/>
              <a:rect l="l" t="t" r="r" b="b"/>
              <a:pathLst>
                <a:path w="161" h="760" extrusionOk="0">
                  <a:moveTo>
                    <a:pt x="45" y="1"/>
                  </a:moveTo>
                  <a:lnTo>
                    <a:pt x="9" y="36"/>
                  </a:lnTo>
                  <a:lnTo>
                    <a:pt x="0" y="72"/>
                  </a:lnTo>
                  <a:lnTo>
                    <a:pt x="9" y="688"/>
                  </a:lnTo>
                  <a:lnTo>
                    <a:pt x="18" y="724"/>
                  </a:lnTo>
                  <a:lnTo>
                    <a:pt x="54" y="760"/>
                  </a:lnTo>
                  <a:lnTo>
                    <a:pt x="116" y="760"/>
                  </a:lnTo>
                  <a:lnTo>
                    <a:pt x="152" y="733"/>
                  </a:lnTo>
                  <a:lnTo>
                    <a:pt x="161" y="697"/>
                  </a:lnTo>
                  <a:lnTo>
                    <a:pt x="152" y="81"/>
                  </a:lnTo>
                  <a:lnTo>
                    <a:pt x="143" y="45"/>
                  </a:lnTo>
                  <a:lnTo>
                    <a:pt x="98" y="10"/>
                  </a:lnTo>
                  <a:lnTo>
                    <a:pt x="4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3709;p33">
              <a:extLst>
                <a:ext uri="{FF2B5EF4-FFF2-40B4-BE49-F238E27FC236}">
                  <a16:creationId xmlns:a16="http://schemas.microsoft.com/office/drawing/2014/main" id="{F9AE3E1F-70F3-4E54-977B-2DC9CB28F23F}"/>
                </a:ext>
              </a:extLst>
            </p:cNvPr>
            <p:cNvSpPr/>
            <p:nvPr/>
          </p:nvSpPr>
          <p:spPr>
            <a:xfrm>
              <a:off x="5566883" y="3831883"/>
              <a:ext cx="7886" cy="39174"/>
            </a:xfrm>
            <a:custGeom>
              <a:avLst/>
              <a:gdLst/>
              <a:ahLst/>
              <a:cxnLst/>
              <a:rect l="l" t="t" r="r" b="b"/>
              <a:pathLst>
                <a:path w="153" h="760" extrusionOk="0">
                  <a:moveTo>
                    <a:pt x="45" y="0"/>
                  </a:moveTo>
                  <a:lnTo>
                    <a:pt x="1" y="36"/>
                  </a:lnTo>
                  <a:lnTo>
                    <a:pt x="1" y="72"/>
                  </a:lnTo>
                  <a:lnTo>
                    <a:pt x="10" y="688"/>
                  </a:lnTo>
                  <a:lnTo>
                    <a:pt x="10" y="724"/>
                  </a:lnTo>
                  <a:lnTo>
                    <a:pt x="54" y="759"/>
                  </a:lnTo>
                  <a:lnTo>
                    <a:pt x="108" y="759"/>
                  </a:lnTo>
                  <a:lnTo>
                    <a:pt x="152" y="732"/>
                  </a:lnTo>
                  <a:lnTo>
                    <a:pt x="152" y="697"/>
                  </a:lnTo>
                  <a:lnTo>
                    <a:pt x="152" y="81"/>
                  </a:lnTo>
                  <a:lnTo>
                    <a:pt x="144" y="45"/>
                  </a:lnTo>
                  <a:lnTo>
                    <a:pt x="99" y="9"/>
                  </a:lnTo>
                  <a:lnTo>
                    <a:pt x="4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3710;p33">
              <a:extLst>
                <a:ext uri="{FF2B5EF4-FFF2-40B4-BE49-F238E27FC236}">
                  <a16:creationId xmlns:a16="http://schemas.microsoft.com/office/drawing/2014/main" id="{59D43F37-261F-49F7-9992-0860A55608DF}"/>
                </a:ext>
              </a:extLst>
            </p:cNvPr>
            <p:cNvSpPr/>
            <p:nvPr/>
          </p:nvSpPr>
          <p:spPr>
            <a:xfrm>
              <a:off x="5520855" y="3831419"/>
              <a:ext cx="8350" cy="43298"/>
            </a:xfrm>
            <a:custGeom>
              <a:avLst/>
              <a:gdLst/>
              <a:ahLst/>
              <a:cxnLst/>
              <a:rect l="l" t="t" r="r" b="b"/>
              <a:pathLst>
                <a:path w="162" h="840" extrusionOk="0">
                  <a:moveTo>
                    <a:pt x="63" y="0"/>
                  </a:moveTo>
                  <a:lnTo>
                    <a:pt x="19" y="27"/>
                  </a:lnTo>
                  <a:lnTo>
                    <a:pt x="10" y="63"/>
                  </a:lnTo>
                  <a:lnTo>
                    <a:pt x="1" y="759"/>
                  </a:lnTo>
                  <a:lnTo>
                    <a:pt x="1" y="795"/>
                  </a:lnTo>
                  <a:lnTo>
                    <a:pt x="45" y="831"/>
                  </a:lnTo>
                  <a:lnTo>
                    <a:pt x="99" y="840"/>
                  </a:lnTo>
                  <a:lnTo>
                    <a:pt x="144" y="804"/>
                  </a:lnTo>
                  <a:lnTo>
                    <a:pt x="144" y="777"/>
                  </a:lnTo>
                  <a:lnTo>
                    <a:pt x="161" y="72"/>
                  </a:lnTo>
                  <a:lnTo>
                    <a:pt x="161" y="45"/>
                  </a:lnTo>
                  <a:lnTo>
                    <a:pt x="11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3711;p33">
              <a:extLst>
                <a:ext uri="{FF2B5EF4-FFF2-40B4-BE49-F238E27FC236}">
                  <a16:creationId xmlns:a16="http://schemas.microsoft.com/office/drawing/2014/main" id="{8F076F72-5515-46CD-A4D0-201EE0C803C4}"/>
                </a:ext>
              </a:extLst>
            </p:cNvPr>
            <p:cNvSpPr/>
            <p:nvPr/>
          </p:nvSpPr>
          <p:spPr>
            <a:xfrm>
              <a:off x="5466527" y="3813431"/>
              <a:ext cx="9278" cy="57163"/>
            </a:xfrm>
            <a:custGeom>
              <a:avLst/>
              <a:gdLst/>
              <a:ahLst/>
              <a:cxnLst/>
              <a:rect l="l" t="t" r="r" b="b"/>
              <a:pathLst>
                <a:path w="180" h="1109" extrusionOk="0">
                  <a:moveTo>
                    <a:pt x="46" y="1"/>
                  </a:moveTo>
                  <a:lnTo>
                    <a:pt x="10" y="28"/>
                  </a:lnTo>
                  <a:lnTo>
                    <a:pt x="1" y="64"/>
                  </a:lnTo>
                  <a:lnTo>
                    <a:pt x="19" y="546"/>
                  </a:lnTo>
                  <a:lnTo>
                    <a:pt x="28" y="1028"/>
                  </a:lnTo>
                  <a:lnTo>
                    <a:pt x="28" y="1064"/>
                  </a:lnTo>
                  <a:lnTo>
                    <a:pt x="72" y="1099"/>
                  </a:lnTo>
                  <a:lnTo>
                    <a:pt x="126" y="1108"/>
                  </a:lnTo>
                  <a:lnTo>
                    <a:pt x="171" y="1073"/>
                  </a:lnTo>
                  <a:lnTo>
                    <a:pt x="180" y="1046"/>
                  </a:lnTo>
                  <a:lnTo>
                    <a:pt x="162" y="555"/>
                  </a:lnTo>
                  <a:lnTo>
                    <a:pt x="153" y="72"/>
                  </a:lnTo>
                  <a:lnTo>
                    <a:pt x="153" y="4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3712;p33">
              <a:extLst>
                <a:ext uri="{FF2B5EF4-FFF2-40B4-BE49-F238E27FC236}">
                  <a16:creationId xmlns:a16="http://schemas.microsoft.com/office/drawing/2014/main" id="{BDFA6972-AAD3-44FE-B8B8-0DBE1856F49C}"/>
                </a:ext>
              </a:extLst>
            </p:cNvPr>
            <p:cNvSpPr/>
            <p:nvPr/>
          </p:nvSpPr>
          <p:spPr>
            <a:xfrm>
              <a:off x="5414056" y="3797349"/>
              <a:ext cx="13866" cy="78761"/>
            </a:xfrm>
            <a:custGeom>
              <a:avLst/>
              <a:gdLst/>
              <a:ahLst/>
              <a:cxnLst/>
              <a:rect l="l" t="t" r="r" b="b"/>
              <a:pathLst>
                <a:path w="269" h="1528" extrusionOk="0">
                  <a:moveTo>
                    <a:pt x="99" y="0"/>
                  </a:moveTo>
                  <a:lnTo>
                    <a:pt x="46" y="9"/>
                  </a:lnTo>
                  <a:lnTo>
                    <a:pt x="1" y="54"/>
                  </a:lnTo>
                  <a:lnTo>
                    <a:pt x="1" y="90"/>
                  </a:lnTo>
                  <a:lnTo>
                    <a:pt x="63" y="777"/>
                  </a:lnTo>
                  <a:lnTo>
                    <a:pt x="126" y="1474"/>
                  </a:lnTo>
                  <a:lnTo>
                    <a:pt x="135" y="1501"/>
                  </a:lnTo>
                  <a:lnTo>
                    <a:pt x="180" y="1527"/>
                  </a:lnTo>
                  <a:lnTo>
                    <a:pt x="233" y="1519"/>
                  </a:lnTo>
                  <a:lnTo>
                    <a:pt x="269" y="1474"/>
                  </a:lnTo>
                  <a:lnTo>
                    <a:pt x="269" y="1438"/>
                  </a:lnTo>
                  <a:lnTo>
                    <a:pt x="153" y="54"/>
                  </a:lnTo>
                  <a:lnTo>
                    <a:pt x="144" y="27"/>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3713;p33">
              <a:extLst>
                <a:ext uri="{FF2B5EF4-FFF2-40B4-BE49-F238E27FC236}">
                  <a16:creationId xmlns:a16="http://schemas.microsoft.com/office/drawing/2014/main" id="{A2AB7288-7591-4DBE-94F3-00C144B96CFF}"/>
                </a:ext>
              </a:extLst>
            </p:cNvPr>
            <p:cNvSpPr/>
            <p:nvPr/>
          </p:nvSpPr>
          <p:spPr>
            <a:xfrm>
              <a:off x="5464723" y="3871005"/>
              <a:ext cx="437308" cy="87472"/>
            </a:xfrm>
            <a:custGeom>
              <a:avLst/>
              <a:gdLst/>
              <a:ahLst/>
              <a:cxnLst/>
              <a:rect l="l" t="t" r="r" b="b"/>
              <a:pathLst>
                <a:path w="8484" h="1697" extrusionOk="0">
                  <a:moveTo>
                    <a:pt x="0" y="0"/>
                  </a:moveTo>
                  <a:lnTo>
                    <a:pt x="0" y="1697"/>
                  </a:lnTo>
                  <a:lnTo>
                    <a:pt x="8484" y="1697"/>
                  </a:lnTo>
                  <a:lnTo>
                    <a:pt x="8484" y="0"/>
                  </a:lnTo>
                  <a:lnTo>
                    <a:pt x="8439" y="27"/>
                  </a:lnTo>
                  <a:lnTo>
                    <a:pt x="7894" y="295"/>
                  </a:lnTo>
                  <a:lnTo>
                    <a:pt x="7117" y="554"/>
                  </a:lnTo>
                  <a:lnTo>
                    <a:pt x="6448" y="724"/>
                  </a:lnTo>
                  <a:lnTo>
                    <a:pt x="5662" y="849"/>
                  </a:lnTo>
                  <a:lnTo>
                    <a:pt x="4751" y="929"/>
                  </a:lnTo>
                  <a:lnTo>
                    <a:pt x="4242" y="938"/>
                  </a:lnTo>
                  <a:lnTo>
                    <a:pt x="3733" y="929"/>
                  </a:lnTo>
                  <a:lnTo>
                    <a:pt x="2822" y="849"/>
                  </a:lnTo>
                  <a:lnTo>
                    <a:pt x="2027" y="724"/>
                  </a:lnTo>
                  <a:lnTo>
                    <a:pt x="1367" y="554"/>
                  </a:lnTo>
                  <a:lnTo>
                    <a:pt x="590" y="295"/>
                  </a:lnTo>
                  <a:lnTo>
                    <a:pt x="45"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3714;p33">
              <a:extLst>
                <a:ext uri="{FF2B5EF4-FFF2-40B4-BE49-F238E27FC236}">
                  <a16:creationId xmlns:a16="http://schemas.microsoft.com/office/drawing/2014/main" id="{EFFEBBCB-ED0D-4BB9-92AE-8863CEDBF68A}"/>
                </a:ext>
              </a:extLst>
            </p:cNvPr>
            <p:cNvSpPr/>
            <p:nvPr/>
          </p:nvSpPr>
          <p:spPr>
            <a:xfrm>
              <a:off x="5464723" y="3871005"/>
              <a:ext cx="437308" cy="48349"/>
            </a:xfrm>
            <a:custGeom>
              <a:avLst/>
              <a:gdLst/>
              <a:ahLst/>
              <a:cxnLst/>
              <a:rect l="l" t="t" r="r" b="b"/>
              <a:pathLst>
                <a:path w="8484" h="938" extrusionOk="0">
                  <a:moveTo>
                    <a:pt x="0" y="0"/>
                  </a:moveTo>
                  <a:lnTo>
                    <a:pt x="45" y="27"/>
                  </a:lnTo>
                  <a:lnTo>
                    <a:pt x="590" y="295"/>
                  </a:lnTo>
                  <a:lnTo>
                    <a:pt x="1367" y="554"/>
                  </a:lnTo>
                  <a:lnTo>
                    <a:pt x="2027" y="724"/>
                  </a:lnTo>
                  <a:lnTo>
                    <a:pt x="2822" y="849"/>
                  </a:lnTo>
                  <a:lnTo>
                    <a:pt x="3733" y="929"/>
                  </a:lnTo>
                  <a:lnTo>
                    <a:pt x="4242" y="938"/>
                  </a:lnTo>
                  <a:lnTo>
                    <a:pt x="4751" y="929"/>
                  </a:lnTo>
                  <a:lnTo>
                    <a:pt x="5662" y="849"/>
                  </a:lnTo>
                  <a:lnTo>
                    <a:pt x="6448" y="724"/>
                  </a:lnTo>
                  <a:lnTo>
                    <a:pt x="7117" y="554"/>
                  </a:lnTo>
                  <a:lnTo>
                    <a:pt x="7894" y="295"/>
                  </a:lnTo>
                  <a:lnTo>
                    <a:pt x="8439"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3715;p33">
              <a:extLst>
                <a:ext uri="{FF2B5EF4-FFF2-40B4-BE49-F238E27FC236}">
                  <a16:creationId xmlns:a16="http://schemas.microsoft.com/office/drawing/2014/main" id="{4143E584-54F3-4BAA-B28A-0BD4479828FF}"/>
                </a:ext>
              </a:extLst>
            </p:cNvPr>
            <p:cNvSpPr/>
            <p:nvPr/>
          </p:nvSpPr>
          <p:spPr>
            <a:xfrm>
              <a:off x="5464723" y="3958424"/>
              <a:ext cx="437308" cy="87523"/>
            </a:xfrm>
            <a:custGeom>
              <a:avLst/>
              <a:gdLst/>
              <a:ahLst/>
              <a:cxnLst/>
              <a:rect l="l" t="t" r="r" b="b"/>
              <a:pathLst>
                <a:path w="8484" h="1698" extrusionOk="0">
                  <a:moveTo>
                    <a:pt x="0" y="1"/>
                  </a:moveTo>
                  <a:lnTo>
                    <a:pt x="0" y="1698"/>
                  </a:lnTo>
                  <a:lnTo>
                    <a:pt x="8484" y="1698"/>
                  </a:lnTo>
                  <a:lnTo>
                    <a:pt x="8484" y="1"/>
                  </a:lnTo>
                  <a:lnTo>
                    <a:pt x="8439" y="28"/>
                  </a:lnTo>
                  <a:lnTo>
                    <a:pt x="7894" y="287"/>
                  </a:lnTo>
                  <a:lnTo>
                    <a:pt x="7117" y="555"/>
                  </a:lnTo>
                  <a:lnTo>
                    <a:pt x="6448" y="715"/>
                  </a:lnTo>
                  <a:lnTo>
                    <a:pt x="5662" y="849"/>
                  </a:lnTo>
                  <a:lnTo>
                    <a:pt x="4751" y="930"/>
                  </a:lnTo>
                  <a:lnTo>
                    <a:pt x="4242" y="939"/>
                  </a:lnTo>
                  <a:lnTo>
                    <a:pt x="3733" y="930"/>
                  </a:lnTo>
                  <a:lnTo>
                    <a:pt x="2822" y="849"/>
                  </a:lnTo>
                  <a:lnTo>
                    <a:pt x="2027" y="715"/>
                  </a:lnTo>
                  <a:lnTo>
                    <a:pt x="1367" y="555"/>
                  </a:lnTo>
                  <a:lnTo>
                    <a:pt x="590" y="287"/>
                  </a:lnTo>
                  <a:lnTo>
                    <a:pt x="45" y="28"/>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3716;p33">
              <a:extLst>
                <a:ext uri="{FF2B5EF4-FFF2-40B4-BE49-F238E27FC236}">
                  <a16:creationId xmlns:a16="http://schemas.microsoft.com/office/drawing/2014/main" id="{720BADE1-ED39-4578-8EB7-46B059C353E5}"/>
                </a:ext>
              </a:extLst>
            </p:cNvPr>
            <p:cNvSpPr/>
            <p:nvPr/>
          </p:nvSpPr>
          <p:spPr>
            <a:xfrm>
              <a:off x="5464723" y="3958424"/>
              <a:ext cx="437308" cy="48401"/>
            </a:xfrm>
            <a:custGeom>
              <a:avLst/>
              <a:gdLst/>
              <a:ahLst/>
              <a:cxnLst/>
              <a:rect l="l" t="t" r="r" b="b"/>
              <a:pathLst>
                <a:path w="8484" h="939" extrusionOk="0">
                  <a:moveTo>
                    <a:pt x="0" y="1"/>
                  </a:moveTo>
                  <a:lnTo>
                    <a:pt x="45" y="28"/>
                  </a:lnTo>
                  <a:lnTo>
                    <a:pt x="590" y="287"/>
                  </a:lnTo>
                  <a:lnTo>
                    <a:pt x="1367" y="555"/>
                  </a:lnTo>
                  <a:lnTo>
                    <a:pt x="2027" y="715"/>
                  </a:lnTo>
                  <a:lnTo>
                    <a:pt x="2822" y="849"/>
                  </a:lnTo>
                  <a:lnTo>
                    <a:pt x="3733" y="930"/>
                  </a:lnTo>
                  <a:lnTo>
                    <a:pt x="4242" y="939"/>
                  </a:lnTo>
                  <a:lnTo>
                    <a:pt x="4751" y="930"/>
                  </a:lnTo>
                  <a:lnTo>
                    <a:pt x="5662" y="849"/>
                  </a:lnTo>
                  <a:lnTo>
                    <a:pt x="6448" y="715"/>
                  </a:lnTo>
                  <a:lnTo>
                    <a:pt x="7117" y="555"/>
                  </a:lnTo>
                  <a:lnTo>
                    <a:pt x="7894" y="287"/>
                  </a:lnTo>
                  <a:lnTo>
                    <a:pt x="8439" y="28"/>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3717;p33">
              <a:extLst>
                <a:ext uri="{FF2B5EF4-FFF2-40B4-BE49-F238E27FC236}">
                  <a16:creationId xmlns:a16="http://schemas.microsoft.com/office/drawing/2014/main" id="{C8CD5B00-5070-4B26-8AEA-5E199CD4B936}"/>
                </a:ext>
              </a:extLst>
            </p:cNvPr>
            <p:cNvSpPr/>
            <p:nvPr/>
          </p:nvSpPr>
          <p:spPr>
            <a:xfrm>
              <a:off x="5495083" y="3885695"/>
              <a:ext cx="12474" cy="76029"/>
            </a:xfrm>
            <a:custGeom>
              <a:avLst/>
              <a:gdLst/>
              <a:ahLst/>
              <a:cxnLst/>
              <a:rect l="l" t="t" r="r" b="b"/>
              <a:pathLst>
                <a:path w="242" h="1475" extrusionOk="0">
                  <a:moveTo>
                    <a:pt x="36" y="1"/>
                  </a:moveTo>
                  <a:lnTo>
                    <a:pt x="1" y="46"/>
                  </a:lnTo>
                  <a:lnTo>
                    <a:pt x="1" y="81"/>
                  </a:lnTo>
                  <a:lnTo>
                    <a:pt x="45" y="742"/>
                  </a:lnTo>
                  <a:lnTo>
                    <a:pt x="90" y="1412"/>
                  </a:lnTo>
                  <a:lnTo>
                    <a:pt x="99" y="1439"/>
                  </a:lnTo>
                  <a:lnTo>
                    <a:pt x="143" y="1474"/>
                  </a:lnTo>
                  <a:lnTo>
                    <a:pt x="197" y="1466"/>
                  </a:lnTo>
                  <a:lnTo>
                    <a:pt x="233" y="1430"/>
                  </a:lnTo>
                  <a:lnTo>
                    <a:pt x="242" y="1394"/>
                  </a:lnTo>
                  <a:lnTo>
                    <a:pt x="188" y="733"/>
                  </a:lnTo>
                  <a:lnTo>
                    <a:pt x="143" y="64"/>
                  </a:lnTo>
                  <a:lnTo>
                    <a:pt x="143" y="37"/>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3718;p33">
              <a:extLst>
                <a:ext uri="{FF2B5EF4-FFF2-40B4-BE49-F238E27FC236}">
                  <a16:creationId xmlns:a16="http://schemas.microsoft.com/office/drawing/2014/main" id="{0DAE645C-9BAB-4ECF-B758-BCE7CAC7614E}"/>
                </a:ext>
              </a:extLst>
            </p:cNvPr>
            <p:cNvSpPr/>
            <p:nvPr/>
          </p:nvSpPr>
          <p:spPr>
            <a:xfrm>
              <a:off x="5547090" y="3900437"/>
              <a:ext cx="9742" cy="59895"/>
            </a:xfrm>
            <a:custGeom>
              <a:avLst/>
              <a:gdLst/>
              <a:ahLst/>
              <a:cxnLst/>
              <a:rect l="l" t="t" r="r" b="b"/>
              <a:pathLst>
                <a:path w="189" h="1162" extrusionOk="0">
                  <a:moveTo>
                    <a:pt x="45" y="1"/>
                  </a:moveTo>
                  <a:lnTo>
                    <a:pt x="1" y="36"/>
                  </a:lnTo>
                  <a:lnTo>
                    <a:pt x="1" y="72"/>
                  </a:lnTo>
                  <a:lnTo>
                    <a:pt x="19" y="581"/>
                  </a:lnTo>
                  <a:lnTo>
                    <a:pt x="45" y="1099"/>
                  </a:lnTo>
                  <a:lnTo>
                    <a:pt x="45" y="1126"/>
                  </a:lnTo>
                  <a:lnTo>
                    <a:pt x="90" y="1162"/>
                  </a:lnTo>
                  <a:lnTo>
                    <a:pt x="144" y="1153"/>
                  </a:lnTo>
                  <a:lnTo>
                    <a:pt x="188" y="1117"/>
                  </a:lnTo>
                  <a:lnTo>
                    <a:pt x="188" y="1081"/>
                  </a:lnTo>
                  <a:lnTo>
                    <a:pt x="170" y="572"/>
                  </a:lnTo>
                  <a:lnTo>
                    <a:pt x="144" y="63"/>
                  </a:lnTo>
                  <a:lnTo>
                    <a:pt x="144" y="28"/>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3719;p33">
              <a:extLst>
                <a:ext uri="{FF2B5EF4-FFF2-40B4-BE49-F238E27FC236}">
                  <a16:creationId xmlns:a16="http://schemas.microsoft.com/office/drawing/2014/main" id="{FE1B3392-C9CA-4C00-A32C-C535E575724B}"/>
                </a:ext>
              </a:extLst>
            </p:cNvPr>
            <p:cNvSpPr/>
            <p:nvPr/>
          </p:nvSpPr>
          <p:spPr>
            <a:xfrm>
              <a:off x="5592191" y="3914251"/>
              <a:ext cx="7886" cy="42422"/>
            </a:xfrm>
            <a:custGeom>
              <a:avLst/>
              <a:gdLst/>
              <a:ahLst/>
              <a:cxnLst/>
              <a:rect l="l" t="t" r="r" b="b"/>
              <a:pathLst>
                <a:path w="153" h="823" extrusionOk="0">
                  <a:moveTo>
                    <a:pt x="45" y="1"/>
                  </a:moveTo>
                  <a:lnTo>
                    <a:pt x="1" y="45"/>
                  </a:lnTo>
                  <a:lnTo>
                    <a:pt x="1" y="72"/>
                  </a:lnTo>
                  <a:lnTo>
                    <a:pt x="1" y="420"/>
                  </a:lnTo>
                  <a:lnTo>
                    <a:pt x="10" y="760"/>
                  </a:lnTo>
                  <a:lnTo>
                    <a:pt x="10" y="795"/>
                  </a:lnTo>
                  <a:lnTo>
                    <a:pt x="54" y="822"/>
                  </a:lnTo>
                  <a:lnTo>
                    <a:pt x="108" y="822"/>
                  </a:lnTo>
                  <a:lnTo>
                    <a:pt x="153" y="778"/>
                  </a:lnTo>
                  <a:lnTo>
                    <a:pt x="153" y="751"/>
                  </a:lnTo>
                  <a:lnTo>
                    <a:pt x="153" y="402"/>
                  </a:lnTo>
                  <a:lnTo>
                    <a:pt x="144" y="63"/>
                  </a:lnTo>
                  <a:lnTo>
                    <a:pt x="144" y="27"/>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3720;p33">
              <a:extLst>
                <a:ext uri="{FF2B5EF4-FFF2-40B4-BE49-F238E27FC236}">
                  <a16:creationId xmlns:a16="http://schemas.microsoft.com/office/drawing/2014/main" id="{211205CD-2E58-41CC-9DFA-A5A81A10C4A0}"/>
                </a:ext>
              </a:extLst>
            </p:cNvPr>
            <p:cNvSpPr/>
            <p:nvPr/>
          </p:nvSpPr>
          <p:spPr>
            <a:xfrm>
              <a:off x="5640076" y="3918426"/>
              <a:ext cx="8814" cy="40514"/>
            </a:xfrm>
            <a:custGeom>
              <a:avLst/>
              <a:gdLst/>
              <a:ahLst/>
              <a:cxnLst/>
              <a:rect l="l" t="t" r="r" b="b"/>
              <a:pathLst>
                <a:path w="171" h="786" extrusionOk="0">
                  <a:moveTo>
                    <a:pt x="45" y="0"/>
                  </a:moveTo>
                  <a:lnTo>
                    <a:pt x="9" y="45"/>
                  </a:lnTo>
                  <a:lnTo>
                    <a:pt x="1" y="71"/>
                  </a:lnTo>
                  <a:lnTo>
                    <a:pt x="18" y="393"/>
                  </a:lnTo>
                  <a:lnTo>
                    <a:pt x="27" y="723"/>
                  </a:lnTo>
                  <a:lnTo>
                    <a:pt x="27" y="750"/>
                  </a:lnTo>
                  <a:lnTo>
                    <a:pt x="72" y="786"/>
                  </a:lnTo>
                  <a:lnTo>
                    <a:pt x="126" y="777"/>
                  </a:lnTo>
                  <a:lnTo>
                    <a:pt x="170" y="741"/>
                  </a:lnTo>
                  <a:lnTo>
                    <a:pt x="170" y="705"/>
                  </a:lnTo>
                  <a:lnTo>
                    <a:pt x="161" y="384"/>
                  </a:lnTo>
                  <a:lnTo>
                    <a:pt x="152" y="63"/>
                  </a:lnTo>
                  <a:lnTo>
                    <a:pt x="143" y="27"/>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3721;p33">
              <a:extLst>
                <a:ext uri="{FF2B5EF4-FFF2-40B4-BE49-F238E27FC236}">
                  <a16:creationId xmlns:a16="http://schemas.microsoft.com/office/drawing/2014/main" id="{83735D39-E938-4A94-A831-FBF7D3C8FB37}"/>
                </a:ext>
              </a:extLst>
            </p:cNvPr>
            <p:cNvSpPr/>
            <p:nvPr/>
          </p:nvSpPr>
          <p:spPr>
            <a:xfrm>
              <a:off x="5687032" y="3917498"/>
              <a:ext cx="7886" cy="42834"/>
            </a:xfrm>
            <a:custGeom>
              <a:avLst/>
              <a:gdLst/>
              <a:ahLst/>
              <a:cxnLst/>
              <a:rect l="l" t="t" r="r" b="b"/>
              <a:pathLst>
                <a:path w="153" h="831" extrusionOk="0">
                  <a:moveTo>
                    <a:pt x="108" y="0"/>
                  </a:moveTo>
                  <a:lnTo>
                    <a:pt x="54" y="9"/>
                  </a:lnTo>
                  <a:lnTo>
                    <a:pt x="9" y="45"/>
                  </a:lnTo>
                  <a:lnTo>
                    <a:pt x="0" y="81"/>
                  </a:lnTo>
                  <a:lnTo>
                    <a:pt x="0" y="768"/>
                  </a:lnTo>
                  <a:lnTo>
                    <a:pt x="9" y="795"/>
                  </a:lnTo>
                  <a:lnTo>
                    <a:pt x="54" y="831"/>
                  </a:lnTo>
                  <a:lnTo>
                    <a:pt x="108" y="822"/>
                  </a:lnTo>
                  <a:lnTo>
                    <a:pt x="152" y="786"/>
                  </a:lnTo>
                  <a:lnTo>
                    <a:pt x="152" y="750"/>
                  </a:lnTo>
                  <a:lnTo>
                    <a:pt x="152" y="72"/>
                  </a:lnTo>
                  <a:lnTo>
                    <a:pt x="152" y="36"/>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3722;p33">
              <a:extLst>
                <a:ext uri="{FF2B5EF4-FFF2-40B4-BE49-F238E27FC236}">
                  <a16:creationId xmlns:a16="http://schemas.microsoft.com/office/drawing/2014/main" id="{7D6A58C5-CA00-413F-A542-2997B3237C00}"/>
                </a:ext>
              </a:extLst>
            </p:cNvPr>
            <p:cNvSpPr/>
            <p:nvPr/>
          </p:nvSpPr>
          <p:spPr>
            <a:xfrm>
              <a:off x="5738112" y="3914714"/>
              <a:ext cx="8350" cy="44690"/>
            </a:xfrm>
            <a:custGeom>
              <a:avLst/>
              <a:gdLst/>
              <a:ahLst/>
              <a:cxnLst/>
              <a:rect l="l" t="t" r="r" b="b"/>
              <a:pathLst>
                <a:path w="162" h="867" extrusionOk="0">
                  <a:moveTo>
                    <a:pt x="99" y="1"/>
                  </a:moveTo>
                  <a:lnTo>
                    <a:pt x="45" y="10"/>
                  </a:lnTo>
                  <a:lnTo>
                    <a:pt x="1" y="45"/>
                  </a:lnTo>
                  <a:lnTo>
                    <a:pt x="1" y="81"/>
                  </a:lnTo>
                  <a:lnTo>
                    <a:pt x="10" y="438"/>
                  </a:lnTo>
                  <a:lnTo>
                    <a:pt x="18" y="804"/>
                  </a:lnTo>
                  <a:lnTo>
                    <a:pt x="18" y="840"/>
                  </a:lnTo>
                  <a:lnTo>
                    <a:pt x="63" y="867"/>
                  </a:lnTo>
                  <a:lnTo>
                    <a:pt x="117" y="867"/>
                  </a:lnTo>
                  <a:lnTo>
                    <a:pt x="161" y="831"/>
                  </a:lnTo>
                  <a:lnTo>
                    <a:pt x="161" y="795"/>
                  </a:lnTo>
                  <a:lnTo>
                    <a:pt x="152" y="429"/>
                  </a:lnTo>
                  <a:lnTo>
                    <a:pt x="143" y="72"/>
                  </a:lnTo>
                  <a:lnTo>
                    <a:pt x="143"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3723;p33">
              <a:extLst>
                <a:ext uri="{FF2B5EF4-FFF2-40B4-BE49-F238E27FC236}">
                  <a16:creationId xmlns:a16="http://schemas.microsoft.com/office/drawing/2014/main" id="{7CCA2E63-9FBD-4C8D-8005-EC2460142447}"/>
                </a:ext>
              </a:extLst>
            </p:cNvPr>
            <p:cNvSpPr/>
            <p:nvPr/>
          </p:nvSpPr>
          <p:spPr>
            <a:xfrm>
              <a:off x="5784141" y="3910127"/>
              <a:ext cx="8350" cy="47885"/>
            </a:xfrm>
            <a:custGeom>
              <a:avLst/>
              <a:gdLst/>
              <a:ahLst/>
              <a:cxnLst/>
              <a:rect l="l" t="t" r="r" b="b"/>
              <a:pathLst>
                <a:path w="162" h="929" extrusionOk="0">
                  <a:moveTo>
                    <a:pt x="63" y="0"/>
                  </a:moveTo>
                  <a:lnTo>
                    <a:pt x="18" y="45"/>
                  </a:lnTo>
                  <a:lnTo>
                    <a:pt x="18" y="72"/>
                  </a:lnTo>
                  <a:lnTo>
                    <a:pt x="10" y="474"/>
                  </a:lnTo>
                  <a:lnTo>
                    <a:pt x="1" y="866"/>
                  </a:lnTo>
                  <a:lnTo>
                    <a:pt x="10" y="902"/>
                  </a:lnTo>
                  <a:lnTo>
                    <a:pt x="45" y="929"/>
                  </a:lnTo>
                  <a:lnTo>
                    <a:pt x="99" y="929"/>
                  </a:lnTo>
                  <a:lnTo>
                    <a:pt x="143" y="884"/>
                  </a:lnTo>
                  <a:lnTo>
                    <a:pt x="152" y="858"/>
                  </a:lnTo>
                  <a:lnTo>
                    <a:pt x="161" y="456"/>
                  </a:lnTo>
                  <a:lnTo>
                    <a:pt x="161" y="63"/>
                  </a:lnTo>
                  <a:lnTo>
                    <a:pt x="161" y="27"/>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3724;p33">
              <a:extLst>
                <a:ext uri="{FF2B5EF4-FFF2-40B4-BE49-F238E27FC236}">
                  <a16:creationId xmlns:a16="http://schemas.microsoft.com/office/drawing/2014/main" id="{223B8A4C-52CE-4E27-99BC-C6093CB78A71}"/>
                </a:ext>
              </a:extLst>
            </p:cNvPr>
            <p:cNvSpPr/>
            <p:nvPr/>
          </p:nvSpPr>
          <p:spPr>
            <a:xfrm>
              <a:off x="5829706" y="3900901"/>
              <a:ext cx="8814" cy="54380"/>
            </a:xfrm>
            <a:custGeom>
              <a:avLst/>
              <a:gdLst/>
              <a:ahLst/>
              <a:cxnLst/>
              <a:rect l="l" t="t" r="r" b="b"/>
              <a:pathLst>
                <a:path w="171" h="1055" extrusionOk="0">
                  <a:moveTo>
                    <a:pt x="126" y="1"/>
                  </a:moveTo>
                  <a:lnTo>
                    <a:pt x="72" y="10"/>
                  </a:lnTo>
                  <a:lnTo>
                    <a:pt x="27" y="45"/>
                  </a:lnTo>
                  <a:lnTo>
                    <a:pt x="27" y="81"/>
                  </a:lnTo>
                  <a:lnTo>
                    <a:pt x="10" y="536"/>
                  </a:lnTo>
                  <a:lnTo>
                    <a:pt x="1" y="992"/>
                  </a:lnTo>
                  <a:lnTo>
                    <a:pt x="1" y="1028"/>
                  </a:lnTo>
                  <a:lnTo>
                    <a:pt x="45" y="1054"/>
                  </a:lnTo>
                  <a:lnTo>
                    <a:pt x="99" y="1054"/>
                  </a:lnTo>
                  <a:lnTo>
                    <a:pt x="144" y="1010"/>
                  </a:lnTo>
                  <a:lnTo>
                    <a:pt x="144" y="983"/>
                  </a:lnTo>
                  <a:lnTo>
                    <a:pt x="170" y="63"/>
                  </a:lnTo>
                  <a:lnTo>
                    <a:pt x="170" y="36"/>
                  </a:lnTo>
                  <a:lnTo>
                    <a:pt x="12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3725;p33">
              <a:extLst>
                <a:ext uri="{FF2B5EF4-FFF2-40B4-BE49-F238E27FC236}">
                  <a16:creationId xmlns:a16="http://schemas.microsoft.com/office/drawing/2014/main" id="{930DE944-447A-4309-9DAA-58714EFB0F50}"/>
                </a:ext>
              </a:extLst>
            </p:cNvPr>
            <p:cNvSpPr/>
            <p:nvPr/>
          </p:nvSpPr>
          <p:spPr>
            <a:xfrm>
              <a:off x="5870219" y="3882036"/>
              <a:ext cx="11082" cy="81080"/>
            </a:xfrm>
            <a:custGeom>
              <a:avLst/>
              <a:gdLst/>
              <a:ahLst/>
              <a:cxnLst/>
              <a:rect l="l" t="t" r="r" b="b"/>
              <a:pathLst>
                <a:path w="215" h="1573" extrusionOk="0">
                  <a:moveTo>
                    <a:pt x="170" y="1"/>
                  </a:moveTo>
                  <a:lnTo>
                    <a:pt x="117" y="9"/>
                  </a:lnTo>
                  <a:lnTo>
                    <a:pt x="72" y="45"/>
                  </a:lnTo>
                  <a:lnTo>
                    <a:pt x="63" y="81"/>
                  </a:lnTo>
                  <a:lnTo>
                    <a:pt x="36" y="795"/>
                  </a:lnTo>
                  <a:lnTo>
                    <a:pt x="1" y="1501"/>
                  </a:lnTo>
                  <a:lnTo>
                    <a:pt x="9" y="1537"/>
                  </a:lnTo>
                  <a:lnTo>
                    <a:pt x="45" y="1572"/>
                  </a:lnTo>
                  <a:lnTo>
                    <a:pt x="108" y="1563"/>
                  </a:lnTo>
                  <a:lnTo>
                    <a:pt x="143" y="1528"/>
                  </a:lnTo>
                  <a:lnTo>
                    <a:pt x="152" y="1492"/>
                  </a:lnTo>
                  <a:lnTo>
                    <a:pt x="188" y="786"/>
                  </a:lnTo>
                  <a:lnTo>
                    <a:pt x="215" y="72"/>
                  </a:lnTo>
                  <a:lnTo>
                    <a:pt x="215" y="36"/>
                  </a:lnTo>
                  <a:lnTo>
                    <a:pt x="170"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3726;p33">
              <a:extLst>
                <a:ext uri="{FF2B5EF4-FFF2-40B4-BE49-F238E27FC236}">
                  <a16:creationId xmlns:a16="http://schemas.microsoft.com/office/drawing/2014/main" id="{A5060E37-C048-49A9-A1DD-0BC50E470B3B}"/>
                </a:ext>
              </a:extLst>
            </p:cNvPr>
            <p:cNvSpPr/>
            <p:nvPr/>
          </p:nvSpPr>
          <p:spPr>
            <a:xfrm>
              <a:off x="5479413" y="3969042"/>
              <a:ext cx="9278" cy="75050"/>
            </a:xfrm>
            <a:custGeom>
              <a:avLst/>
              <a:gdLst/>
              <a:ahLst/>
              <a:cxnLst/>
              <a:rect l="l" t="t" r="r" b="b"/>
              <a:pathLst>
                <a:path w="180" h="1456" extrusionOk="0">
                  <a:moveTo>
                    <a:pt x="46" y="0"/>
                  </a:moveTo>
                  <a:lnTo>
                    <a:pt x="10" y="36"/>
                  </a:lnTo>
                  <a:lnTo>
                    <a:pt x="1" y="72"/>
                  </a:lnTo>
                  <a:lnTo>
                    <a:pt x="28" y="1393"/>
                  </a:lnTo>
                  <a:lnTo>
                    <a:pt x="28" y="1420"/>
                  </a:lnTo>
                  <a:lnTo>
                    <a:pt x="72" y="1456"/>
                  </a:lnTo>
                  <a:lnTo>
                    <a:pt x="126" y="1447"/>
                  </a:lnTo>
                  <a:lnTo>
                    <a:pt x="171" y="1411"/>
                  </a:lnTo>
                  <a:lnTo>
                    <a:pt x="180" y="1376"/>
                  </a:lnTo>
                  <a:lnTo>
                    <a:pt x="153" y="63"/>
                  </a:lnTo>
                  <a:lnTo>
                    <a:pt x="144" y="27"/>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3727;p33">
              <a:extLst>
                <a:ext uri="{FF2B5EF4-FFF2-40B4-BE49-F238E27FC236}">
                  <a16:creationId xmlns:a16="http://schemas.microsoft.com/office/drawing/2014/main" id="{BED60BB5-8CF5-416C-911B-2F2F1AC931A4}"/>
                </a:ext>
              </a:extLst>
            </p:cNvPr>
            <p:cNvSpPr/>
            <p:nvPr/>
          </p:nvSpPr>
          <p:spPr>
            <a:xfrm>
              <a:off x="5530545" y="3988371"/>
              <a:ext cx="8299" cy="59895"/>
            </a:xfrm>
            <a:custGeom>
              <a:avLst/>
              <a:gdLst/>
              <a:ahLst/>
              <a:cxnLst/>
              <a:rect l="l" t="t" r="r" b="b"/>
              <a:pathLst>
                <a:path w="161" h="1162" extrusionOk="0">
                  <a:moveTo>
                    <a:pt x="45" y="0"/>
                  </a:moveTo>
                  <a:lnTo>
                    <a:pt x="0" y="45"/>
                  </a:lnTo>
                  <a:lnTo>
                    <a:pt x="0" y="72"/>
                  </a:lnTo>
                  <a:lnTo>
                    <a:pt x="9" y="581"/>
                  </a:lnTo>
                  <a:lnTo>
                    <a:pt x="18" y="1099"/>
                  </a:lnTo>
                  <a:lnTo>
                    <a:pt x="18" y="1126"/>
                  </a:lnTo>
                  <a:lnTo>
                    <a:pt x="63" y="1161"/>
                  </a:lnTo>
                  <a:lnTo>
                    <a:pt x="116" y="1152"/>
                  </a:lnTo>
                  <a:lnTo>
                    <a:pt x="161" y="1117"/>
                  </a:lnTo>
                  <a:lnTo>
                    <a:pt x="161" y="1081"/>
                  </a:lnTo>
                  <a:lnTo>
                    <a:pt x="152" y="572"/>
                  </a:lnTo>
                  <a:lnTo>
                    <a:pt x="143" y="63"/>
                  </a:lnTo>
                  <a:lnTo>
                    <a:pt x="143" y="27"/>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3728;p33">
              <a:extLst>
                <a:ext uri="{FF2B5EF4-FFF2-40B4-BE49-F238E27FC236}">
                  <a16:creationId xmlns:a16="http://schemas.microsoft.com/office/drawing/2014/main" id="{4D3E5C5B-F86D-4476-AC5D-62169C914237}"/>
                </a:ext>
              </a:extLst>
            </p:cNvPr>
            <p:cNvSpPr/>
            <p:nvPr/>
          </p:nvSpPr>
          <p:spPr>
            <a:xfrm>
              <a:off x="5584821" y="4002648"/>
              <a:ext cx="9278" cy="47009"/>
            </a:xfrm>
            <a:custGeom>
              <a:avLst/>
              <a:gdLst/>
              <a:ahLst/>
              <a:cxnLst/>
              <a:rect l="l" t="t" r="r" b="b"/>
              <a:pathLst>
                <a:path w="180" h="912" extrusionOk="0">
                  <a:moveTo>
                    <a:pt x="135" y="0"/>
                  </a:moveTo>
                  <a:lnTo>
                    <a:pt x="72" y="9"/>
                  </a:lnTo>
                  <a:lnTo>
                    <a:pt x="37" y="45"/>
                  </a:lnTo>
                  <a:lnTo>
                    <a:pt x="28" y="81"/>
                  </a:lnTo>
                  <a:lnTo>
                    <a:pt x="19" y="465"/>
                  </a:lnTo>
                  <a:lnTo>
                    <a:pt x="1" y="849"/>
                  </a:lnTo>
                  <a:lnTo>
                    <a:pt x="10" y="875"/>
                  </a:lnTo>
                  <a:lnTo>
                    <a:pt x="46" y="911"/>
                  </a:lnTo>
                  <a:lnTo>
                    <a:pt x="108" y="902"/>
                  </a:lnTo>
                  <a:lnTo>
                    <a:pt x="144" y="866"/>
                  </a:lnTo>
                  <a:lnTo>
                    <a:pt x="153" y="831"/>
                  </a:lnTo>
                  <a:lnTo>
                    <a:pt x="162" y="447"/>
                  </a:lnTo>
                  <a:lnTo>
                    <a:pt x="180" y="72"/>
                  </a:lnTo>
                  <a:lnTo>
                    <a:pt x="171" y="36"/>
                  </a:lnTo>
                  <a:lnTo>
                    <a:pt x="135"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3729;p33">
              <a:extLst>
                <a:ext uri="{FF2B5EF4-FFF2-40B4-BE49-F238E27FC236}">
                  <a16:creationId xmlns:a16="http://schemas.microsoft.com/office/drawing/2014/main" id="{65D7455F-9E3C-4F9E-B797-B1B5DF58CD39}"/>
                </a:ext>
              </a:extLst>
            </p:cNvPr>
            <p:cNvSpPr/>
            <p:nvPr/>
          </p:nvSpPr>
          <p:spPr>
            <a:xfrm>
              <a:off x="5637292" y="4006772"/>
              <a:ext cx="7886" cy="40566"/>
            </a:xfrm>
            <a:custGeom>
              <a:avLst/>
              <a:gdLst/>
              <a:ahLst/>
              <a:cxnLst/>
              <a:rect l="l" t="t" r="r" b="b"/>
              <a:pathLst>
                <a:path w="153" h="787" extrusionOk="0">
                  <a:moveTo>
                    <a:pt x="108" y="1"/>
                  </a:moveTo>
                  <a:lnTo>
                    <a:pt x="46" y="9"/>
                  </a:lnTo>
                  <a:lnTo>
                    <a:pt x="10" y="45"/>
                  </a:lnTo>
                  <a:lnTo>
                    <a:pt x="1" y="81"/>
                  </a:lnTo>
                  <a:lnTo>
                    <a:pt x="1" y="724"/>
                  </a:lnTo>
                  <a:lnTo>
                    <a:pt x="10" y="760"/>
                  </a:lnTo>
                  <a:lnTo>
                    <a:pt x="46" y="786"/>
                  </a:lnTo>
                  <a:lnTo>
                    <a:pt x="108" y="786"/>
                  </a:lnTo>
                  <a:lnTo>
                    <a:pt x="144" y="751"/>
                  </a:lnTo>
                  <a:lnTo>
                    <a:pt x="153" y="715"/>
                  </a:lnTo>
                  <a:lnTo>
                    <a:pt x="153" y="72"/>
                  </a:lnTo>
                  <a:lnTo>
                    <a:pt x="144"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3730;p33">
              <a:extLst>
                <a:ext uri="{FF2B5EF4-FFF2-40B4-BE49-F238E27FC236}">
                  <a16:creationId xmlns:a16="http://schemas.microsoft.com/office/drawing/2014/main" id="{628301EE-C651-4216-8053-28BD1705D300}"/>
                </a:ext>
              </a:extLst>
            </p:cNvPr>
            <p:cNvSpPr/>
            <p:nvPr/>
          </p:nvSpPr>
          <p:spPr>
            <a:xfrm>
              <a:off x="5685176" y="4006772"/>
              <a:ext cx="8350" cy="39174"/>
            </a:xfrm>
            <a:custGeom>
              <a:avLst/>
              <a:gdLst/>
              <a:ahLst/>
              <a:cxnLst/>
              <a:rect l="l" t="t" r="r" b="b"/>
              <a:pathLst>
                <a:path w="162" h="760" extrusionOk="0">
                  <a:moveTo>
                    <a:pt x="108" y="1"/>
                  </a:moveTo>
                  <a:lnTo>
                    <a:pt x="54" y="9"/>
                  </a:lnTo>
                  <a:lnTo>
                    <a:pt x="10" y="45"/>
                  </a:lnTo>
                  <a:lnTo>
                    <a:pt x="10" y="81"/>
                  </a:lnTo>
                  <a:lnTo>
                    <a:pt x="1" y="697"/>
                  </a:lnTo>
                  <a:lnTo>
                    <a:pt x="1" y="733"/>
                  </a:lnTo>
                  <a:lnTo>
                    <a:pt x="45" y="760"/>
                  </a:lnTo>
                  <a:lnTo>
                    <a:pt x="99" y="760"/>
                  </a:lnTo>
                  <a:lnTo>
                    <a:pt x="144" y="724"/>
                  </a:lnTo>
                  <a:lnTo>
                    <a:pt x="152" y="688"/>
                  </a:lnTo>
                  <a:lnTo>
                    <a:pt x="161" y="72"/>
                  </a:lnTo>
                  <a:lnTo>
                    <a:pt x="152"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3731;p33">
              <a:extLst>
                <a:ext uri="{FF2B5EF4-FFF2-40B4-BE49-F238E27FC236}">
                  <a16:creationId xmlns:a16="http://schemas.microsoft.com/office/drawing/2014/main" id="{75F217D9-4153-434A-A6CF-995AD608778A}"/>
                </a:ext>
              </a:extLst>
            </p:cNvPr>
            <p:cNvSpPr/>
            <p:nvPr/>
          </p:nvSpPr>
          <p:spPr>
            <a:xfrm>
              <a:off x="5728009" y="4003989"/>
              <a:ext cx="8299" cy="39226"/>
            </a:xfrm>
            <a:custGeom>
              <a:avLst/>
              <a:gdLst/>
              <a:ahLst/>
              <a:cxnLst/>
              <a:rect l="l" t="t" r="r" b="b"/>
              <a:pathLst>
                <a:path w="161" h="761" extrusionOk="0">
                  <a:moveTo>
                    <a:pt x="116" y="1"/>
                  </a:moveTo>
                  <a:lnTo>
                    <a:pt x="54" y="10"/>
                  </a:lnTo>
                  <a:lnTo>
                    <a:pt x="18" y="46"/>
                  </a:lnTo>
                  <a:lnTo>
                    <a:pt x="9" y="81"/>
                  </a:lnTo>
                  <a:lnTo>
                    <a:pt x="0" y="698"/>
                  </a:lnTo>
                  <a:lnTo>
                    <a:pt x="9" y="733"/>
                  </a:lnTo>
                  <a:lnTo>
                    <a:pt x="45" y="760"/>
                  </a:lnTo>
                  <a:lnTo>
                    <a:pt x="107" y="760"/>
                  </a:lnTo>
                  <a:lnTo>
                    <a:pt x="143" y="724"/>
                  </a:lnTo>
                  <a:lnTo>
                    <a:pt x="152" y="689"/>
                  </a:lnTo>
                  <a:lnTo>
                    <a:pt x="152" y="376"/>
                  </a:lnTo>
                  <a:lnTo>
                    <a:pt x="161" y="72"/>
                  </a:lnTo>
                  <a:lnTo>
                    <a:pt x="152" y="37"/>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3732;p33">
              <a:extLst>
                <a:ext uri="{FF2B5EF4-FFF2-40B4-BE49-F238E27FC236}">
                  <a16:creationId xmlns:a16="http://schemas.microsoft.com/office/drawing/2014/main" id="{67E370EF-8AE8-4971-A166-D55C68D78AA0}"/>
                </a:ext>
              </a:extLst>
            </p:cNvPr>
            <p:cNvSpPr/>
            <p:nvPr/>
          </p:nvSpPr>
          <p:spPr>
            <a:xfrm>
              <a:off x="5774038" y="4003576"/>
              <a:ext cx="8299" cy="43298"/>
            </a:xfrm>
            <a:custGeom>
              <a:avLst/>
              <a:gdLst/>
              <a:ahLst/>
              <a:cxnLst/>
              <a:rect l="l" t="t" r="r" b="b"/>
              <a:pathLst>
                <a:path w="161" h="840" extrusionOk="0">
                  <a:moveTo>
                    <a:pt x="45" y="0"/>
                  </a:moveTo>
                  <a:lnTo>
                    <a:pt x="0" y="45"/>
                  </a:lnTo>
                  <a:lnTo>
                    <a:pt x="0" y="71"/>
                  </a:lnTo>
                  <a:lnTo>
                    <a:pt x="9" y="777"/>
                  </a:lnTo>
                  <a:lnTo>
                    <a:pt x="18" y="804"/>
                  </a:lnTo>
                  <a:lnTo>
                    <a:pt x="63" y="839"/>
                  </a:lnTo>
                  <a:lnTo>
                    <a:pt x="116" y="831"/>
                  </a:lnTo>
                  <a:lnTo>
                    <a:pt x="152" y="795"/>
                  </a:lnTo>
                  <a:lnTo>
                    <a:pt x="161" y="759"/>
                  </a:lnTo>
                  <a:lnTo>
                    <a:pt x="143" y="63"/>
                  </a:lnTo>
                  <a:lnTo>
                    <a:pt x="143" y="27"/>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3733;p33">
              <a:extLst>
                <a:ext uri="{FF2B5EF4-FFF2-40B4-BE49-F238E27FC236}">
                  <a16:creationId xmlns:a16="http://schemas.microsoft.com/office/drawing/2014/main" id="{8766668F-0286-4E13-9F4C-2EEC6B2D3277}"/>
                </a:ext>
              </a:extLst>
            </p:cNvPr>
            <p:cNvSpPr/>
            <p:nvPr/>
          </p:nvSpPr>
          <p:spPr>
            <a:xfrm>
              <a:off x="5827438" y="3985587"/>
              <a:ext cx="8763" cy="57163"/>
            </a:xfrm>
            <a:custGeom>
              <a:avLst/>
              <a:gdLst/>
              <a:ahLst/>
              <a:cxnLst/>
              <a:rect l="l" t="t" r="r" b="b"/>
              <a:pathLst>
                <a:path w="170" h="1109" extrusionOk="0">
                  <a:moveTo>
                    <a:pt x="71" y="1"/>
                  </a:moveTo>
                  <a:lnTo>
                    <a:pt x="27" y="45"/>
                  </a:lnTo>
                  <a:lnTo>
                    <a:pt x="27" y="72"/>
                  </a:lnTo>
                  <a:lnTo>
                    <a:pt x="9" y="554"/>
                  </a:lnTo>
                  <a:lnTo>
                    <a:pt x="0" y="1046"/>
                  </a:lnTo>
                  <a:lnTo>
                    <a:pt x="9" y="1072"/>
                  </a:lnTo>
                  <a:lnTo>
                    <a:pt x="45" y="1108"/>
                  </a:lnTo>
                  <a:lnTo>
                    <a:pt x="98" y="1099"/>
                  </a:lnTo>
                  <a:lnTo>
                    <a:pt x="143" y="1063"/>
                  </a:lnTo>
                  <a:lnTo>
                    <a:pt x="152" y="1028"/>
                  </a:lnTo>
                  <a:lnTo>
                    <a:pt x="161" y="546"/>
                  </a:lnTo>
                  <a:lnTo>
                    <a:pt x="170" y="63"/>
                  </a:lnTo>
                  <a:lnTo>
                    <a:pt x="170" y="28"/>
                  </a:lnTo>
                  <a:lnTo>
                    <a:pt x="12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3734;p33">
              <a:extLst>
                <a:ext uri="{FF2B5EF4-FFF2-40B4-BE49-F238E27FC236}">
                  <a16:creationId xmlns:a16="http://schemas.microsoft.com/office/drawing/2014/main" id="{8E429603-0021-455E-A05F-4B328A4AB3AF}"/>
                </a:ext>
              </a:extLst>
            </p:cNvPr>
            <p:cNvSpPr/>
            <p:nvPr/>
          </p:nvSpPr>
          <p:spPr>
            <a:xfrm>
              <a:off x="5874806" y="3969506"/>
              <a:ext cx="13866" cy="78761"/>
            </a:xfrm>
            <a:custGeom>
              <a:avLst/>
              <a:gdLst/>
              <a:ahLst/>
              <a:cxnLst/>
              <a:rect l="l" t="t" r="r" b="b"/>
              <a:pathLst>
                <a:path w="269" h="1528" extrusionOk="0">
                  <a:moveTo>
                    <a:pt x="179" y="0"/>
                  </a:moveTo>
                  <a:lnTo>
                    <a:pt x="135" y="27"/>
                  </a:lnTo>
                  <a:lnTo>
                    <a:pt x="126" y="54"/>
                  </a:lnTo>
                  <a:lnTo>
                    <a:pt x="1" y="1438"/>
                  </a:lnTo>
                  <a:lnTo>
                    <a:pt x="10" y="1474"/>
                  </a:lnTo>
                  <a:lnTo>
                    <a:pt x="45" y="1518"/>
                  </a:lnTo>
                  <a:lnTo>
                    <a:pt x="99" y="1527"/>
                  </a:lnTo>
                  <a:lnTo>
                    <a:pt x="144" y="1500"/>
                  </a:lnTo>
                  <a:lnTo>
                    <a:pt x="153" y="1474"/>
                  </a:lnTo>
                  <a:lnTo>
                    <a:pt x="215" y="777"/>
                  </a:lnTo>
                  <a:lnTo>
                    <a:pt x="269" y="90"/>
                  </a:lnTo>
                  <a:lnTo>
                    <a:pt x="269" y="54"/>
                  </a:lnTo>
                  <a:lnTo>
                    <a:pt x="233" y="9"/>
                  </a:lnTo>
                  <a:lnTo>
                    <a:pt x="17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3735;p33">
              <a:extLst>
                <a:ext uri="{FF2B5EF4-FFF2-40B4-BE49-F238E27FC236}">
                  <a16:creationId xmlns:a16="http://schemas.microsoft.com/office/drawing/2014/main" id="{35034735-C74D-477D-BF8E-B0DAE531FBCB}"/>
                </a:ext>
              </a:extLst>
            </p:cNvPr>
            <p:cNvSpPr/>
            <p:nvPr/>
          </p:nvSpPr>
          <p:spPr>
            <a:xfrm>
              <a:off x="5404881" y="4045430"/>
              <a:ext cx="437308" cy="87987"/>
            </a:xfrm>
            <a:custGeom>
              <a:avLst/>
              <a:gdLst/>
              <a:ahLst/>
              <a:cxnLst/>
              <a:rect l="l" t="t" r="r" b="b"/>
              <a:pathLst>
                <a:path w="8484" h="1707" extrusionOk="0">
                  <a:moveTo>
                    <a:pt x="0" y="1"/>
                  </a:moveTo>
                  <a:lnTo>
                    <a:pt x="0" y="1706"/>
                  </a:lnTo>
                  <a:lnTo>
                    <a:pt x="8484" y="1706"/>
                  </a:lnTo>
                  <a:lnTo>
                    <a:pt x="8484" y="1"/>
                  </a:lnTo>
                  <a:lnTo>
                    <a:pt x="8439" y="27"/>
                  </a:lnTo>
                  <a:lnTo>
                    <a:pt x="7894" y="295"/>
                  </a:lnTo>
                  <a:lnTo>
                    <a:pt x="7118" y="554"/>
                  </a:lnTo>
                  <a:lnTo>
                    <a:pt x="6457" y="724"/>
                  </a:lnTo>
                  <a:lnTo>
                    <a:pt x="5662" y="858"/>
                  </a:lnTo>
                  <a:lnTo>
                    <a:pt x="4751" y="929"/>
                  </a:lnTo>
                  <a:lnTo>
                    <a:pt x="4242" y="938"/>
                  </a:lnTo>
                  <a:lnTo>
                    <a:pt x="3742" y="929"/>
                  </a:lnTo>
                  <a:lnTo>
                    <a:pt x="2822" y="858"/>
                  </a:lnTo>
                  <a:lnTo>
                    <a:pt x="2036" y="724"/>
                  </a:lnTo>
                  <a:lnTo>
                    <a:pt x="1367" y="554"/>
                  </a:lnTo>
                  <a:lnTo>
                    <a:pt x="599" y="295"/>
                  </a:lnTo>
                  <a:lnTo>
                    <a:pt x="45" y="27"/>
                  </a:lnTo>
                  <a:lnTo>
                    <a:pt x="0"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3736;p33">
              <a:extLst>
                <a:ext uri="{FF2B5EF4-FFF2-40B4-BE49-F238E27FC236}">
                  <a16:creationId xmlns:a16="http://schemas.microsoft.com/office/drawing/2014/main" id="{45A9EC3D-E620-49B7-A9CF-099F50C3E112}"/>
                </a:ext>
              </a:extLst>
            </p:cNvPr>
            <p:cNvSpPr/>
            <p:nvPr/>
          </p:nvSpPr>
          <p:spPr>
            <a:xfrm>
              <a:off x="5404881" y="4045430"/>
              <a:ext cx="437308" cy="48401"/>
            </a:xfrm>
            <a:custGeom>
              <a:avLst/>
              <a:gdLst/>
              <a:ahLst/>
              <a:cxnLst/>
              <a:rect l="l" t="t" r="r" b="b"/>
              <a:pathLst>
                <a:path w="8484" h="939" extrusionOk="0">
                  <a:moveTo>
                    <a:pt x="0" y="1"/>
                  </a:moveTo>
                  <a:lnTo>
                    <a:pt x="45" y="27"/>
                  </a:lnTo>
                  <a:lnTo>
                    <a:pt x="599" y="295"/>
                  </a:lnTo>
                  <a:lnTo>
                    <a:pt x="1367" y="554"/>
                  </a:lnTo>
                  <a:lnTo>
                    <a:pt x="2036" y="724"/>
                  </a:lnTo>
                  <a:lnTo>
                    <a:pt x="2822" y="858"/>
                  </a:lnTo>
                  <a:lnTo>
                    <a:pt x="3742" y="929"/>
                  </a:lnTo>
                  <a:lnTo>
                    <a:pt x="4242" y="938"/>
                  </a:lnTo>
                  <a:lnTo>
                    <a:pt x="4751" y="929"/>
                  </a:lnTo>
                  <a:lnTo>
                    <a:pt x="5662" y="858"/>
                  </a:lnTo>
                  <a:lnTo>
                    <a:pt x="6457" y="724"/>
                  </a:lnTo>
                  <a:lnTo>
                    <a:pt x="7118" y="554"/>
                  </a:lnTo>
                  <a:lnTo>
                    <a:pt x="7894" y="295"/>
                  </a:lnTo>
                  <a:lnTo>
                    <a:pt x="8439" y="27"/>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3737;p33">
              <a:extLst>
                <a:ext uri="{FF2B5EF4-FFF2-40B4-BE49-F238E27FC236}">
                  <a16:creationId xmlns:a16="http://schemas.microsoft.com/office/drawing/2014/main" id="{3B514E36-0B34-4AA9-B650-4DF598C46EF7}"/>
                </a:ext>
              </a:extLst>
            </p:cNvPr>
            <p:cNvSpPr/>
            <p:nvPr/>
          </p:nvSpPr>
          <p:spPr>
            <a:xfrm>
              <a:off x="5404881" y="4132900"/>
              <a:ext cx="437308" cy="87523"/>
            </a:xfrm>
            <a:custGeom>
              <a:avLst/>
              <a:gdLst/>
              <a:ahLst/>
              <a:cxnLst/>
              <a:rect l="l" t="t" r="r" b="b"/>
              <a:pathLst>
                <a:path w="8484" h="1698" extrusionOk="0">
                  <a:moveTo>
                    <a:pt x="0" y="0"/>
                  </a:moveTo>
                  <a:lnTo>
                    <a:pt x="0" y="1697"/>
                  </a:lnTo>
                  <a:lnTo>
                    <a:pt x="8484" y="1697"/>
                  </a:lnTo>
                  <a:lnTo>
                    <a:pt x="8484" y="0"/>
                  </a:lnTo>
                  <a:lnTo>
                    <a:pt x="8439" y="27"/>
                  </a:lnTo>
                  <a:lnTo>
                    <a:pt x="7894" y="295"/>
                  </a:lnTo>
                  <a:lnTo>
                    <a:pt x="7118" y="554"/>
                  </a:lnTo>
                  <a:lnTo>
                    <a:pt x="6457" y="724"/>
                  </a:lnTo>
                  <a:lnTo>
                    <a:pt x="5662" y="849"/>
                  </a:lnTo>
                  <a:lnTo>
                    <a:pt x="4751" y="929"/>
                  </a:lnTo>
                  <a:lnTo>
                    <a:pt x="4242" y="938"/>
                  </a:lnTo>
                  <a:lnTo>
                    <a:pt x="3742" y="929"/>
                  </a:lnTo>
                  <a:lnTo>
                    <a:pt x="2822" y="849"/>
                  </a:lnTo>
                  <a:lnTo>
                    <a:pt x="2036" y="724"/>
                  </a:lnTo>
                  <a:lnTo>
                    <a:pt x="1367" y="554"/>
                  </a:lnTo>
                  <a:lnTo>
                    <a:pt x="599" y="295"/>
                  </a:lnTo>
                  <a:lnTo>
                    <a:pt x="45" y="27"/>
                  </a:lnTo>
                  <a:lnTo>
                    <a:pt x="0" y="0"/>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3738;p33">
              <a:extLst>
                <a:ext uri="{FF2B5EF4-FFF2-40B4-BE49-F238E27FC236}">
                  <a16:creationId xmlns:a16="http://schemas.microsoft.com/office/drawing/2014/main" id="{4CF8F8BB-D1BA-463B-BF3F-E8C9F936E7DB}"/>
                </a:ext>
              </a:extLst>
            </p:cNvPr>
            <p:cNvSpPr/>
            <p:nvPr/>
          </p:nvSpPr>
          <p:spPr>
            <a:xfrm>
              <a:off x="5404881" y="4132900"/>
              <a:ext cx="437308" cy="48401"/>
            </a:xfrm>
            <a:custGeom>
              <a:avLst/>
              <a:gdLst/>
              <a:ahLst/>
              <a:cxnLst/>
              <a:rect l="l" t="t" r="r" b="b"/>
              <a:pathLst>
                <a:path w="8484" h="939" extrusionOk="0">
                  <a:moveTo>
                    <a:pt x="0" y="0"/>
                  </a:moveTo>
                  <a:lnTo>
                    <a:pt x="45" y="27"/>
                  </a:lnTo>
                  <a:lnTo>
                    <a:pt x="599" y="295"/>
                  </a:lnTo>
                  <a:lnTo>
                    <a:pt x="1367" y="554"/>
                  </a:lnTo>
                  <a:lnTo>
                    <a:pt x="2036" y="724"/>
                  </a:lnTo>
                  <a:lnTo>
                    <a:pt x="2822" y="849"/>
                  </a:lnTo>
                  <a:lnTo>
                    <a:pt x="3742" y="929"/>
                  </a:lnTo>
                  <a:lnTo>
                    <a:pt x="4242" y="938"/>
                  </a:lnTo>
                  <a:lnTo>
                    <a:pt x="4751" y="929"/>
                  </a:lnTo>
                  <a:lnTo>
                    <a:pt x="5662" y="849"/>
                  </a:lnTo>
                  <a:lnTo>
                    <a:pt x="6457" y="724"/>
                  </a:lnTo>
                  <a:lnTo>
                    <a:pt x="7118" y="554"/>
                  </a:lnTo>
                  <a:lnTo>
                    <a:pt x="7894" y="295"/>
                  </a:lnTo>
                  <a:lnTo>
                    <a:pt x="8439"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3739;p33">
              <a:extLst>
                <a:ext uri="{FF2B5EF4-FFF2-40B4-BE49-F238E27FC236}">
                  <a16:creationId xmlns:a16="http://schemas.microsoft.com/office/drawing/2014/main" id="{2FAC91A5-7287-42F1-BF6A-07A09315D373}"/>
                </a:ext>
              </a:extLst>
            </p:cNvPr>
            <p:cNvSpPr/>
            <p:nvPr/>
          </p:nvSpPr>
          <p:spPr>
            <a:xfrm>
              <a:off x="5799810" y="4060172"/>
              <a:ext cx="12474" cy="75977"/>
            </a:xfrm>
            <a:custGeom>
              <a:avLst/>
              <a:gdLst/>
              <a:ahLst/>
              <a:cxnLst/>
              <a:rect l="l" t="t" r="r" b="b"/>
              <a:pathLst>
                <a:path w="242" h="1474" extrusionOk="0">
                  <a:moveTo>
                    <a:pt x="143" y="0"/>
                  </a:moveTo>
                  <a:lnTo>
                    <a:pt x="98" y="36"/>
                  </a:lnTo>
                  <a:lnTo>
                    <a:pt x="90" y="72"/>
                  </a:lnTo>
                  <a:lnTo>
                    <a:pt x="45" y="733"/>
                  </a:lnTo>
                  <a:lnTo>
                    <a:pt x="0" y="1402"/>
                  </a:lnTo>
                  <a:lnTo>
                    <a:pt x="0" y="1429"/>
                  </a:lnTo>
                  <a:lnTo>
                    <a:pt x="36" y="1474"/>
                  </a:lnTo>
                  <a:lnTo>
                    <a:pt x="98" y="1474"/>
                  </a:lnTo>
                  <a:lnTo>
                    <a:pt x="143" y="1438"/>
                  </a:lnTo>
                  <a:lnTo>
                    <a:pt x="143" y="1411"/>
                  </a:lnTo>
                  <a:lnTo>
                    <a:pt x="188" y="742"/>
                  </a:lnTo>
                  <a:lnTo>
                    <a:pt x="241" y="81"/>
                  </a:lnTo>
                  <a:lnTo>
                    <a:pt x="232" y="45"/>
                  </a:lnTo>
                  <a:lnTo>
                    <a:pt x="197" y="9"/>
                  </a:lnTo>
                  <a:lnTo>
                    <a:pt x="143"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3740;p33">
              <a:extLst>
                <a:ext uri="{FF2B5EF4-FFF2-40B4-BE49-F238E27FC236}">
                  <a16:creationId xmlns:a16="http://schemas.microsoft.com/office/drawing/2014/main" id="{FA18A546-BDA8-4A0D-B71C-DEBE8878AF73}"/>
                </a:ext>
              </a:extLst>
            </p:cNvPr>
            <p:cNvSpPr/>
            <p:nvPr/>
          </p:nvSpPr>
          <p:spPr>
            <a:xfrm>
              <a:off x="5750070" y="4074913"/>
              <a:ext cx="9742" cy="59895"/>
            </a:xfrm>
            <a:custGeom>
              <a:avLst/>
              <a:gdLst/>
              <a:ahLst/>
              <a:cxnLst/>
              <a:rect l="l" t="t" r="r" b="b"/>
              <a:pathLst>
                <a:path w="189" h="1162" extrusionOk="0">
                  <a:moveTo>
                    <a:pt x="90" y="0"/>
                  </a:moveTo>
                  <a:lnTo>
                    <a:pt x="45" y="36"/>
                  </a:lnTo>
                  <a:lnTo>
                    <a:pt x="45" y="63"/>
                  </a:lnTo>
                  <a:lnTo>
                    <a:pt x="19" y="572"/>
                  </a:lnTo>
                  <a:lnTo>
                    <a:pt x="1" y="1090"/>
                  </a:lnTo>
                  <a:lnTo>
                    <a:pt x="1" y="1116"/>
                  </a:lnTo>
                  <a:lnTo>
                    <a:pt x="45" y="1161"/>
                  </a:lnTo>
                  <a:lnTo>
                    <a:pt x="99" y="1161"/>
                  </a:lnTo>
                  <a:lnTo>
                    <a:pt x="144" y="1125"/>
                  </a:lnTo>
                  <a:lnTo>
                    <a:pt x="153" y="1099"/>
                  </a:lnTo>
                  <a:lnTo>
                    <a:pt x="170" y="590"/>
                  </a:lnTo>
                  <a:lnTo>
                    <a:pt x="188" y="72"/>
                  </a:lnTo>
                  <a:lnTo>
                    <a:pt x="188" y="45"/>
                  </a:lnTo>
                  <a:lnTo>
                    <a:pt x="153"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3741;p33">
              <a:extLst>
                <a:ext uri="{FF2B5EF4-FFF2-40B4-BE49-F238E27FC236}">
                  <a16:creationId xmlns:a16="http://schemas.microsoft.com/office/drawing/2014/main" id="{7A24839A-0718-455E-B03C-354D49637713}"/>
                </a:ext>
              </a:extLst>
            </p:cNvPr>
            <p:cNvSpPr/>
            <p:nvPr/>
          </p:nvSpPr>
          <p:spPr>
            <a:xfrm>
              <a:off x="5706825" y="4088727"/>
              <a:ext cx="8350" cy="42834"/>
            </a:xfrm>
            <a:custGeom>
              <a:avLst/>
              <a:gdLst/>
              <a:ahLst/>
              <a:cxnLst/>
              <a:rect l="l" t="t" r="r" b="b"/>
              <a:pathLst>
                <a:path w="162" h="831" extrusionOk="0">
                  <a:moveTo>
                    <a:pt x="54" y="0"/>
                  </a:moveTo>
                  <a:lnTo>
                    <a:pt x="9" y="36"/>
                  </a:lnTo>
                  <a:lnTo>
                    <a:pt x="9" y="63"/>
                  </a:lnTo>
                  <a:lnTo>
                    <a:pt x="0" y="411"/>
                  </a:lnTo>
                  <a:lnTo>
                    <a:pt x="0" y="750"/>
                  </a:lnTo>
                  <a:lnTo>
                    <a:pt x="0" y="786"/>
                  </a:lnTo>
                  <a:lnTo>
                    <a:pt x="45" y="822"/>
                  </a:lnTo>
                  <a:lnTo>
                    <a:pt x="99" y="831"/>
                  </a:lnTo>
                  <a:lnTo>
                    <a:pt x="143" y="795"/>
                  </a:lnTo>
                  <a:lnTo>
                    <a:pt x="152" y="759"/>
                  </a:lnTo>
                  <a:lnTo>
                    <a:pt x="152" y="420"/>
                  </a:lnTo>
                  <a:lnTo>
                    <a:pt x="161" y="80"/>
                  </a:lnTo>
                  <a:lnTo>
                    <a:pt x="152" y="45"/>
                  </a:lnTo>
                  <a:lnTo>
                    <a:pt x="10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3742;p33">
              <a:extLst>
                <a:ext uri="{FF2B5EF4-FFF2-40B4-BE49-F238E27FC236}">
                  <a16:creationId xmlns:a16="http://schemas.microsoft.com/office/drawing/2014/main" id="{DFB9039D-2370-4F51-BA65-ABCFC0275D64}"/>
                </a:ext>
              </a:extLst>
            </p:cNvPr>
            <p:cNvSpPr/>
            <p:nvPr/>
          </p:nvSpPr>
          <p:spPr>
            <a:xfrm>
              <a:off x="5658013" y="4092850"/>
              <a:ext cx="8814" cy="40566"/>
            </a:xfrm>
            <a:custGeom>
              <a:avLst/>
              <a:gdLst/>
              <a:ahLst/>
              <a:cxnLst/>
              <a:rect l="l" t="t" r="r" b="b"/>
              <a:pathLst>
                <a:path w="171" h="787" extrusionOk="0">
                  <a:moveTo>
                    <a:pt x="72" y="0"/>
                  </a:moveTo>
                  <a:lnTo>
                    <a:pt x="28" y="36"/>
                  </a:lnTo>
                  <a:lnTo>
                    <a:pt x="19" y="63"/>
                  </a:lnTo>
                  <a:lnTo>
                    <a:pt x="10" y="384"/>
                  </a:lnTo>
                  <a:lnTo>
                    <a:pt x="1" y="715"/>
                  </a:lnTo>
                  <a:lnTo>
                    <a:pt x="1" y="742"/>
                  </a:lnTo>
                  <a:lnTo>
                    <a:pt x="45" y="786"/>
                  </a:lnTo>
                  <a:lnTo>
                    <a:pt x="99" y="786"/>
                  </a:lnTo>
                  <a:lnTo>
                    <a:pt x="144" y="751"/>
                  </a:lnTo>
                  <a:lnTo>
                    <a:pt x="144" y="724"/>
                  </a:lnTo>
                  <a:lnTo>
                    <a:pt x="162" y="402"/>
                  </a:lnTo>
                  <a:lnTo>
                    <a:pt x="170" y="81"/>
                  </a:lnTo>
                  <a:lnTo>
                    <a:pt x="162" y="45"/>
                  </a:lnTo>
                  <a:lnTo>
                    <a:pt x="12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3743;p33">
              <a:extLst>
                <a:ext uri="{FF2B5EF4-FFF2-40B4-BE49-F238E27FC236}">
                  <a16:creationId xmlns:a16="http://schemas.microsoft.com/office/drawing/2014/main" id="{06D6034B-8258-4BBF-93EC-F2DAFEA16019}"/>
                </a:ext>
              </a:extLst>
            </p:cNvPr>
            <p:cNvSpPr/>
            <p:nvPr/>
          </p:nvSpPr>
          <p:spPr>
            <a:xfrm>
              <a:off x="5611984" y="4091923"/>
              <a:ext cx="7886" cy="42885"/>
            </a:xfrm>
            <a:custGeom>
              <a:avLst/>
              <a:gdLst/>
              <a:ahLst/>
              <a:cxnLst/>
              <a:rect l="l" t="t" r="r" b="b"/>
              <a:pathLst>
                <a:path w="153" h="832" extrusionOk="0">
                  <a:moveTo>
                    <a:pt x="45" y="1"/>
                  </a:moveTo>
                  <a:lnTo>
                    <a:pt x="10" y="36"/>
                  </a:lnTo>
                  <a:lnTo>
                    <a:pt x="1" y="72"/>
                  </a:lnTo>
                  <a:lnTo>
                    <a:pt x="1" y="760"/>
                  </a:lnTo>
                  <a:lnTo>
                    <a:pt x="10" y="786"/>
                  </a:lnTo>
                  <a:lnTo>
                    <a:pt x="45" y="831"/>
                  </a:lnTo>
                  <a:lnTo>
                    <a:pt x="108" y="831"/>
                  </a:lnTo>
                  <a:lnTo>
                    <a:pt x="144" y="795"/>
                  </a:lnTo>
                  <a:lnTo>
                    <a:pt x="153" y="769"/>
                  </a:lnTo>
                  <a:lnTo>
                    <a:pt x="153" y="81"/>
                  </a:lnTo>
                  <a:lnTo>
                    <a:pt x="144" y="45"/>
                  </a:lnTo>
                  <a:lnTo>
                    <a:pt x="108" y="10"/>
                  </a:lnTo>
                  <a:lnTo>
                    <a:pt x="4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3744;p33">
              <a:extLst>
                <a:ext uri="{FF2B5EF4-FFF2-40B4-BE49-F238E27FC236}">
                  <a16:creationId xmlns:a16="http://schemas.microsoft.com/office/drawing/2014/main" id="{83A02020-3F54-41F9-A18F-A8EB37F8EC95}"/>
                </a:ext>
              </a:extLst>
            </p:cNvPr>
            <p:cNvSpPr/>
            <p:nvPr/>
          </p:nvSpPr>
          <p:spPr>
            <a:xfrm>
              <a:off x="5560440" y="4089191"/>
              <a:ext cx="8814" cy="45153"/>
            </a:xfrm>
            <a:custGeom>
              <a:avLst/>
              <a:gdLst/>
              <a:ahLst/>
              <a:cxnLst/>
              <a:rect l="l" t="t" r="r" b="b"/>
              <a:pathLst>
                <a:path w="171" h="876" extrusionOk="0">
                  <a:moveTo>
                    <a:pt x="63" y="0"/>
                  </a:moveTo>
                  <a:lnTo>
                    <a:pt x="19" y="36"/>
                  </a:lnTo>
                  <a:lnTo>
                    <a:pt x="19" y="71"/>
                  </a:lnTo>
                  <a:lnTo>
                    <a:pt x="10" y="429"/>
                  </a:lnTo>
                  <a:lnTo>
                    <a:pt x="1" y="795"/>
                  </a:lnTo>
                  <a:lnTo>
                    <a:pt x="1" y="831"/>
                  </a:lnTo>
                  <a:lnTo>
                    <a:pt x="45" y="866"/>
                  </a:lnTo>
                  <a:lnTo>
                    <a:pt x="99" y="875"/>
                  </a:lnTo>
                  <a:lnTo>
                    <a:pt x="144" y="839"/>
                  </a:lnTo>
                  <a:lnTo>
                    <a:pt x="152" y="804"/>
                  </a:lnTo>
                  <a:lnTo>
                    <a:pt x="161" y="447"/>
                  </a:lnTo>
                  <a:lnTo>
                    <a:pt x="170" y="80"/>
                  </a:lnTo>
                  <a:lnTo>
                    <a:pt x="161" y="45"/>
                  </a:lnTo>
                  <a:lnTo>
                    <a:pt x="117" y="9"/>
                  </a:lnTo>
                  <a:lnTo>
                    <a:pt x="63"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3745;p33">
              <a:extLst>
                <a:ext uri="{FF2B5EF4-FFF2-40B4-BE49-F238E27FC236}">
                  <a16:creationId xmlns:a16="http://schemas.microsoft.com/office/drawing/2014/main" id="{555ADAA5-238C-4D4C-B0D4-99E322AE1AAC}"/>
                </a:ext>
              </a:extLst>
            </p:cNvPr>
            <p:cNvSpPr/>
            <p:nvPr/>
          </p:nvSpPr>
          <p:spPr>
            <a:xfrm>
              <a:off x="5514412" y="4084552"/>
              <a:ext cx="8350" cy="48401"/>
            </a:xfrm>
            <a:custGeom>
              <a:avLst/>
              <a:gdLst/>
              <a:ahLst/>
              <a:cxnLst/>
              <a:rect l="l" t="t" r="r" b="b"/>
              <a:pathLst>
                <a:path w="162" h="939" extrusionOk="0">
                  <a:moveTo>
                    <a:pt x="45" y="1"/>
                  </a:moveTo>
                  <a:lnTo>
                    <a:pt x="1" y="36"/>
                  </a:lnTo>
                  <a:lnTo>
                    <a:pt x="1" y="63"/>
                  </a:lnTo>
                  <a:lnTo>
                    <a:pt x="10" y="465"/>
                  </a:lnTo>
                  <a:lnTo>
                    <a:pt x="10" y="858"/>
                  </a:lnTo>
                  <a:lnTo>
                    <a:pt x="19" y="894"/>
                  </a:lnTo>
                  <a:lnTo>
                    <a:pt x="63" y="929"/>
                  </a:lnTo>
                  <a:lnTo>
                    <a:pt x="117" y="938"/>
                  </a:lnTo>
                  <a:lnTo>
                    <a:pt x="161" y="903"/>
                  </a:lnTo>
                  <a:lnTo>
                    <a:pt x="161" y="867"/>
                  </a:lnTo>
                  <a:lnTo>
                    <a:pt x="152" y="474"/>
                  </a:lnTo>
                  <a:lnTo>
                    <a:pt x="152" y="81"/>
                  </a:lnTo>
                  <a:lnTo>
                    <a:pt x="144" y="45"/>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3746;p33">
              <a:extLst>
                <a:ext uri="{FF2B5EF4-FFF2-40B4-BE49-F238E27FC236}">
                  <a16:creationId xmlns:a16="http://schemas.microsoft.com/office/drawing/2014/main" id="{485EFBE9-5BAF-4789-A966-273022C83C8A}"/>
                </a:ext>
              </a:extLst>
            </p:cNvPr>
            <p:cNvSpPr/>
            <p:nvPr/>
          </p:nvSpPr>
          <p:spPr>
            <a:xfrm>
              <a:off x="5468383" y="4075377"/>
              <a:ext cx="8814" cy="54792"/>
            </a:xfrm>
            <a:custGeom>
              <a:avLst/>
              <a:gdLst/>
              <a:ahLst/>
              <a:cxnLst/>
              <a:rect l="l" t="t" r="r" b="b"/>
              <a:pathLst>
                <a:path w="171" h="1063" extrusionOk="0">
                  <a:moveTo>
                    <a:pt x="45" y="0"/>
                  </a:moveTo>
                  <a:lnTo>
                    <a:pt x="1" y="36"/>
                  </a:lnTo>
                  <a:lnTo>
                    <a:pt x="1" y="72"/>
                  </a:lnTo>
                  <a:lnTo>
                    <a:pt x="27" y="982"/>
                  </a:lnTo>
                  <a:lnTo>
                    <a:pt x="27" y="1018"/>
                  </a:lnTo>
                  <a:lnTo>
                    <a:pt x="72" y="1054"/>
                  </a:lnTo>
                  <a:lnTo>
                    <a:pt x="126" y="1063"/>
                  </a:lnTo>
                  <a:lnTo>
                    <a:pt x="170" y="1027"/>
                  </a:lnTo>
                  <a:lnTo>
                    <a:pt x="170" y="991"/>
                  </a:lnTo>
                  <a:lnTo>
                    <a:pt x="152" y="80"/>
                  </a:lnTo>
                  <a:lnTo>
                    <a:pt x="144" y="45"/>
                  </a:lnTo>
                  <a:lnTo>
                    <a:pt x="99"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3747;p33">
              <a:extLst>
                <a:ext uri="{FF2B5EF4-FFF2-40B4-BE49-F238E27FC236}">
                  <a16:creationId xmlns:a16="http://schemas.microsoft.com/office/drawing/2014/main" id="{7CFA0DD7-E4B5-4642-BC80-CE7EE07D3ECD}"/>
                </a:ext>
              </a:extLst>
            </p:cNvPr>
            <p:cNvSpPr/>
            <p:nvPr/>
          </p:nvSpPr>
          <p:spPr>
            <a:xfrm>
              <a:off x="5425601" y="4056924"/>
              <a:ext cx="11082" cy="80616"/>
            </a:xfrm>
            <a:custGeom>
              <a:avLst/>
              <a:gdLst/>
              <a:ahLst/>
              <a:cxnLst/>
              <a:rect l="l" t="t" r="r" b="b"/>
              <a:pathLst>
                <a:path w="215" h="1564" extrusionOk="0">
                  <a:moveTo>
                    <a:pt x="45" y="1"/>
                  </a:moveTo>
                  <a:lnTo>
                    <a:pt x="9" y="28"/>
                  </a:lnTo>
                  <a:lnTo>
                    <a:pt x="0" y="63"/>
                  </a:lnTo>
                  <a:lnTo>
                    <a:pt x="36" y="778"/>
                  </a:lnTo>
                  <a:lnTo>
                    <a:pt x="63" y="1483"/>
                  </a:lnTo>
                  <a:lnTo>
                    <a:pt x="72" y="1519"/>
                  </a:lnTo>
                  <a:lnTo>
                    <a:pt x="116" y="1564"/>
                  </a:lnTo>
                  <a:lnTo>
                    <a:pt x="170" y="1564"/>
                  </a:lnTo>
                  <a:lnTo>
                    <a:pt x="206" y="1528"/>
                  </a:lnTo>
                  <a:lnTo>
                    <a:pt x="214" y="1501"/>
                  </a:lnTo>
                  <a:lnTo>
                    <a:pt x="179" y="787"/>
                  </a:lnTo>
                  <a:lnTo>
                    <a:pt x="152" y="72"/>
                  </a:lnTo>
                  <a:lnTo>
                    <a:pt x="143" y="46"/>
                  </a:lnTo>
                  <a:lnTo>
                    <a:pt x="9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3748;p33">
              <a:extLst>
                <a:ext uri="{FF2B5EF4-FFF2-40B4-BE49-F238E27FC236}">
                  <a16:creationId xmlns:a16="http://schemas.microsoft.com/office/drawing/2014/main" id="{3DF44116-5905-47CD-B299-51847FF18F78}"/>
                </a:ext>
              </a:extLst>
            </p:cNvPr>
            <p:cNvSpPr/>
            <p:nvPr/>
          </p:nvSpPr>
          <p:spPr>
            <a:xfrm>
              <a:off x="5818675" y="4143467"/>
              <a:ext cx="8814" cy="75101"/>
            </a:xfrm>
            <a:custGeom>
              <a:avLst/>
              <a:gdLst/>
              <a:ahLst/>
              <a:cxnLst/>
              <a:rect l="l" t="t" r="r" b="b"/>
              <a:pathLst>
                <a:path w="171" h="1457" extrusionOk="0">
                  <a:moveTo>
                    <a:pt x="72" y="1"/>
                  </a:moveTo>
                  <a:lnTo>
                    <a:pt x="27" y="28"/>
                  </a:lnTo>
                  <a:lnTo>
                    <a:pt x="18" y="63"/>
                  </a:lnTo>
                  <a:lnTo>
                    <a:pt x="0" y="1385"/>
                  </a:lnTo>
                  <a:lnTo>
                    <a:pt x="0" y="1412"/>
                  </a:lnTo>
                  <a:lnTo>
                    <a:pt x="45" y="1456"/>
                  </a:lnTo>
                  <a:lnTo>
                    <a:pt x="99" y="1456"/>
                  </a:lnTo>
                  <a:lnTo>
                    <a:pt x="143" y="1421"/>
                  </a:lnTo>
                  <a:lnTo>
                    <a:pt x="143" y="1394"/>
                  </a:lnTo>
                  <a:lnTo>
                    <a:pt x="170" y="72"/>
                  </a:lnTo>
                  <a:lnTo>
                    <a:pt x="170" y="45"/>
                  </a:lnTo>
                  <a:lnTo>
                    <a:pt x="12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3749;p33">
              <a:extLst>
                <a:ext uri="{FF2B5EF4-FFF2-40B4-BE49-F238E27FC236}">
                  <a16:creationId xmlns:a16="http://schemas.microsoft.com/office/drawing/2014/main" id="{481851F0-DF27-4AE6-A34E-C5702DE9EFDD}"/>
                </a:ext>
              </a:extLst>
            </p:cNvPr>
            <p:cNvSpPr/>
            <p:nvPr/>
          </p:nvSpPr>
          <p:spPr>
            <a:xfrm>
              <a:off x="5768059" y="4162796"/>
              <a:ext cx="8763" cy="59895"/>
            </a:xfrm>
            <a:custGeom>
              <a:avLst/>
              <a:gdLst/>
              <a:ahLst/>
              <a:cxnLst/>
              <a:rect l="l" t="t" r="r" b="b"/>
              <a:pathLst>
                <a:path w="170" h="1162" extrusionOk="0">
                  <a:moveTo>
                    <a:pt x="63" y="1"/>
                  </a:moveTo>
                  <a:lnTo>
                    <a:pt x="18" y="37"/>
                  </a:lnTo>
                  <a:lnTo>
                    <a:pt x="18" y="63"/>
                  </a:lnTo>
                  <a:lnTo>
                    <a:pt x="9" y="572"/>
                  </a:lnTo>
                  <a:lnTo>
                    <a:pt x="0" y="1090"/>
                  </a:lnTo>
                  <a:lnTo>
                    <a:pt x="0" y="1117"/>
                  </a:lnTo>
                  <a:lnTo>
                    <a:pt x="45" y="1162"/>
                  </a:lnTo>
                  <a:lnTo>
                    <a:pt x="98" y="1162"/>
                  </a:lnTo>
                  <a:lnTo>
                    <a:pt x="143" y="1135"/>
                  </a:lnTo>
                  <a:lnTo>
                    <a:pt x="152" y="1099"/>
                  </a:lnTo>
                  <a:lnTo>
                    <a:pt x="161" y="590"/>
                  </a:lnTo>
                  <a:lnTo>
                    <a:pt x="170" y="81"/>
                  </a:lnTo>
                  <a:lnTo>
                    <a:pt x="161" y="45"/>
                  </a:lnTo>
                  <a:lnTo>
                    <a:pt x="125"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3750;p33">
              <a:extLst>
                <a:ext uri="{FF2B5EF4-FFF2-40B4-BE49-F238E27FC236}">
                  <a16:creationId xmlns:a16="http://schemas.microsoft.com/office/drawing/2014/main" id="{13AF75F5-2D29-43D4-9B68-A42F52E48890}"/>
                </a:ext>
              </a:extLst>
            </p:cNvPr>
            <p:cNvSpPr/>
            <p:nvPr/>
          </p:nvSpPr>
          <p:spPr>
            <a:xfrm>
              <a:off x="5713268" y="4177537"/>
              <a:ext cx="8814" cy="46545"/>
            </a:xfrm>
            <a:custGeom>
              <a:avLst/>
              <a:gdLst/>
              <a:ahLst/>
              <a:cxnLst/>
              <a:rect l="l" t="t" r="r" b="b"/>
              <a:pathLst>
                <a:path w="171" h="903" extrusionOk="0">
                  <a:moveTo>
                    <a:pt x="45" y="1"/>
                  </a:moveTo>
                  <a:lnTo>
                    <a:pt x="0" y="27"/>
                  </a:lnTo>
                  <a:lnTo>
                    <a:pt x="0" y="63"/>
                  </a:lnTo>
                  <a:lnTo>
                    <a:pt x="9" y="447"/>
                  </a:lnTo>
                  <a:lnTo>
                    <a:pt x="18" y="831"/>
                  </a:lnTo>
                  <a:lnTo>
                    <a:pt x="27" y="858"/>
                  </a:lnTo>
                  <a:lnTo>
                    <a:pt x="72" y="902"/>
                  </a:lnTo>
                  <a:lnTo>
                    <a:pt x="125" y="902"/>
                  </a:lnTo>
                  <a:lnTo>
                    <a:pt x="161" y="867"/>
                  </a:lnTo>
                  <a:lnTo>
                    <a:pt x="170" y="840"/>
                  </a:lnTo>
                  <a:lnTo>
                    <a:pt x="161" y="456"/>
                  </a:lnTo>
                  <a:lnTo>
                    <a:pt x="143" y="72"/>
                  </a:lnTo>
                  <a:lnTo>
                    <a:pt x="143" y="36"/>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3751;p33">
              <a:extLst>
                <a:ext uri="{FF2B5EF4-FFF2-40B4-BE49-F238E27FC236}">
                  <a16:creationId xmlns:a16="http://schemas.microsoft.com/office/drawing/2014/main" id="{0685EB3C-19A8-4AD6-BD99-8C696DA1FAC5}"/>
                </a:ext>
              </a:extLst>
            </p:cNvPr>
            <p:cNvSpPr/>
            <p:nvPr/>
          </p:nvSpPr>
          <p:spPr>
            <a:xfrm>
              <a:off x="5661724" y="4181661"/>
              <a:ext cx="7886" cy="40566"/>
            </a:xfrm>
            <a:custGeom>
              <a:avLst/>
              <a:gdLst/>
              <a:ahLst/>
              <a:cxnLst/>
              <a:rect l="l" t="t" r="r" b="b"/>
              <a:pathLst>
                <a:path w="153" h="787" extrusionOk="0">
                  <a:moveTo>
                    <a:pt x="54" y="1"/>
                  </a:moveTo>
                  <a:lnTo>
                    <a:pt x="9" y="28"/>
                  </a:lnTo>
                  <a:lnTo>
                    <a:pt x="0" y="63"/>
                  </a:lnTo>
                  <a:lnTo>
                    <a:pt x="0" y="706"/>
                  </a:lnTo>
                  <a:lnTo>
                    <a:pt x="9" y="742"/>
                  </a:lnTo>
                  <a:lnTo>
                    <a:pt x="54" y="778"/>
                  </a:lnTo>
                  <a:lnTo>
                    <a:pt x="107" y="787"/>
                  </a:lnTo>
                  <a:lnTo>
                    <a:pt x="152" y="751"/>
                  </a:lnTo>
                  <a:lnTo>
                    <a:pt x="152" y="715"/>
                  </a:lnTo>
                  <a:lnTo>
                    <a:pt x="152" y="72"/>
                  </a:lnTo>
                  <a:lnTo>
                    <a:pt x="152" y="37"/>
                  </a:lnTo>
                  <a:lnTo>
                    <a:pt x="10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3752;p33">
              <a:extLst>
                <a:ext uri="{FF2B5EF4-FFF2-40B4-BE49-F238E27FC236}">
                  <a16:creationId xmlns:a16="http://schemas.microsoft.com/office/drawing/2014/main" id="{CBC7D307-DC1D-42CE-B2C7-3611F1304305}"/>
                </a:ext>
              </a:extLst>
            </p:cNvPr>
            <p:cNvSpPr/>
            <p:nvPr/>
          </p:nvSpPr>
          <p:spPr>
            <a:xfrm>
              <a:off x="5613840" y="4181661"/>
              <a:ext cx="7886" cy="39174"/>
            </a:xfrm>
            <a:custGeom>
              <a:avLst/>
              <a:gdLst/>
              <a:ahLst/>
              <a:cxnLst/>
              <a:rect l="l" t="t" r="r" b="b"/>
              <a:pathLst>
                <a:path w="153" h="760" extrusionOk="0">
                  <a:moveTo>
                    <a:pt x="45" y="1"/>
                  </a:moveTo>
                  <a:lnTo>
                    <a:pt x="1" y="28"/>
                  </a:lnTo>
                  <a:lnTo>
                    <a:pt x="1" y="63"/>
                  </a:lnTo>
                  <a:lnTo>
                    <a:pt x="9" y="680"/>
                  </a:lnTo>
                  <a:lnTo>
                    <a:pt x="9" y="715"/>
                  </a:lnTo>
                  <a:lnTo>
                    <a:pt x="54" y="751"/>
                  </a:lnTo>
                  <a:lnTo>
                    <a:pt x="108" y="760"/>
                  </a:lnTo>
                  <a:lnTo>
                    <a:pt x="152" y="724"/>
                  </a:lnTo>
                  <a:lnTo>
                    <a:pt x="152" y="689"/>
                  </a:lnTo>
                  <a:lnTo>
                    <a:pt x="143" y="72"/>
                  </a:lnTo>
                  <a:lnTo>
                    <a:pt x="143" y="37"/>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3753;p33">
              <a:extLst>
                <a:ext uri="{FF2B5EF4-FFF2-40B4-BE49-F238E27FC236}">
                  <a16:creationId xmlns:a16="http://schemas.microsoft.com/office/drawing/2014/main" id="{577B5FEA-5221-4E38-86CB-237B9F518080}"/>
                </a:ext>
              </a:extLst>
            </p:cNvPr>
            <p:cNvSpPr/>
            <p:nvPr/>
          </p:nvSpPr>
          <p:spPr>
            <a:xfrm>
              <a:off x="5570594" y="4178929"/>
              <a:ext cx="8299" cy="39174"/>
            </a:xfrm>
            <a:custGeom>
              <a:avLst/>
              <a:gdLst/>
              <a:ahLst/>
              <a:cxnLst/>
              <a:rect l="l" t="t" r="r" b="b"/>
              <a:pathLst>
                <a:path w="161" h="760" extrusionOk="0">
                  <a:moveTo>
                    <a:pt x="54" y="0"/>
                  </a:moveTo>
                  <a:lnTo>
                    <a:pt x="9" y="27"/>
                  </a:lnTo>
                  <a:lnTo>
                    <a:pt x="0" y="63"/>
                  </a:lnTo>
                  <a:lnTo>
                    <a:pt x="9" y="679"/>
                  </a:lnTo>
                  <a:lnTo>
                    <a:pt x="18" y="715"/>
                  </a:lnTo>
                  <a:lnTo>
                    <a:pt x="63" y="750"/>
                  </a:lnTo>
                  <a:lnTo>
                    <a:pt x="116" y="759"/>
                  </a:lnTo>
                  <a:lnTo>
                    <a:pt x="152" y="724"/>
                  </a:lnTo>
                  <a:lnTo>
                    <a:pt x="161" y="688"/>
                  </a:lnTo>
                  <a:lnTo>
                    <a:pt x="152" y="72"/>
                  </a:lnTo>
                  <a:lnTo>
                    <a:pt x="152" y="36"/>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3754;p33">
              <a:extLst>
                <a:ext uri="{FF2B5EF4-FFF2-40B4-BE49-F238E27FC236}">
                  <a16:creationId xmlns:a16="http://schemas.microsoft.com/office/drawing/2014/main" id="{1C94E577-32C1-4079-9F8E-5E8B00879569}"/>
                </a:ext>
              </a:extLst>
            </p:cNvPr>
            <p:cNvSpPr/>
            <p:nvPr/>
          </p:nvSpPr>
          <p:spPr>
            <a:xfrm>
              <a:off x="5524566" y="4178001"/>
              <a:ext cx="8763" cy="43298"/>
            </a:xfrm>
            <a:custGeom>
              <a:avLst/>
              <a:gdLst/>
              <a:ahLst/>
              <a:cxnLst/>
              <a:rect l="l" t="t" r="r" b="b"/>
              <a:pathLst>
                <a:path w="170" h="840" extrusionOk="0">
                  <a:moveTo>
                    <a:pt x="63" y="1"/>
                  </a:moveTo>
                  <a:lnTo>
                    <a:pt x="18" y="36"/>
                  </a:lnTo>
                  <a:lnTo>
                    <a:pt x="18" y="63"/>
                  </a:lnTo>
                  <a:lnTo>
                    <a:pt x="0" y="768"/>
                  </a:lnTo>
                  <a:lnTo>
                    <a:pt x="9" y="795"/>
                  </a:lnTo>
                  <a:lnTo>
                    <a:pt x="45" y="840"/>
                  </a:lnTo>
                  <a:lnTo>
                    <a:pt x="107" y="840"/>
                  </a:lnTo>
                  <a:lnTo>
                    <a:pt x="143" y="804"/>
                  </a:lnTo>
                  <a:lnTo>
                    <a:pt x="152" y="777"/>
                  </a:lnTo>
                  <a:lnTo>
                    <a:pt x="170" y="81"/>
                  </a:lnTo>
                  <a:lnTo>
                    <a:pt x="161" y="45"/>
                  </a:lnTo>
                  <a:lnTo>
                    <a:pt x="11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3755;p33">
              <a:extLst>
                <a:ext uri="{FF2B5EF4-FFF2-40B4-BE49-F238E27FC236}">
                  <a16:creationId xmlns:a16="http://schemas.microsoft.com/office/drawing/2014/main" id="{5D8F31B5-CBD3-49C9-A265-DE438BD0E23B}"/>
                </a:ext>
              </a:extLst>
            </p:cNvPr>
            <p:cNvSpPr/>
            <p:nvPr/>
          </p:nvSpPr>
          <p:spPr>
            <a:xfrm>
              <a:off x="5470702" y="4160064"/>
              <a:ext cx="8763" cy="57112"/>
            </a:xfrm>
            <a:custGeom>
              <a:avLst/>
              <a:gdLst/>
              <a:ahLst/>
              <a:cxnLst/>
              <a:rect l="l" t="t" r="r" b="b"/>
              <a:pathLst>
                <a:path w="170" h="1108" extrusionOk="0">
                  <a:moveTo>
                    <a:pt x="45" y="0"/>
                  </a:moveTo>
                  <a:lnTo>
                    <a:pt x="0" y="36"/>
                  </a:lnTo>
                  <a:lnTo>
                    <a:pt x="0" y="63"/>
                  </a:lnTo>
                  <a:lnTo>
                    <a:pt x="9" y="545"/>
                  </a:lnTo>
                  <a:lnTo>
                    <a:pt x="18" y="1036"/>
                  </a:lnTo>
                  <a:lnTo>
                    <a:pt x="27" y="1063"/>
                  </a:lnTo>
                  <a:lnTo>
                    <a:pt x="72" y="1108"/>
                  </a:lnTo>
                  <a:lnTo>
                    <a:pt x="125" y="1108"/>
                  </a:lnTo>
                  <a:lnTo>
                    <a:pt x="170" y="1072"/>
                  </a:lnTo>
                  <a:lnTo>
                    <a:pt x="170" y="1045"/>
                  </a:lnTo>
                  <a:lnTo>
                    <a:pt x="161" y="563"/>
                  </a:lnTo>
                  <a:lnTo>
                    <a:pt x="152" y="72"/>
                  </a:lnTo>
                  <a:lnTo>
                    <a:pt x="143" y="45"/>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3756;p33">
              <a:extLst>
                <a:ext uri="{FF2B5EF4-FFF2-40B4-BE49-F238E27FC236}">
                  <a16:creationId xmlns:a16="http://schemas.microsoft.com/office/drawing/2014/main" id="{BEB00A89-7D11-4803-989C-E4E8A597FF84}"/>
                </a:ext>
              </a:extLst>
            </p:cNvPr>
            <p:cNvSpPr/>
            <p:nvPr/>
          </p:nvSpPr>
          <p:spPr>
            <a:xfrm>
              <a:off x="5418231" y="4143930"/>
              <a:ext cx="13866" cy="79225"/>
            </a:xfrm>
            <a:custGeom>
              <a:avLst/>
              <a:gdLst/>
              <a:ahLst/>
              <a:cxnLst/>
              <a:rect l="l" t="t" r="r" b="b"/>
              <a:pathLst>
                <a:path w="269" h="1537" extrusionOk="0">
                  <a:moveTo>
                    <a:pt x="90" y="1"/>
                  </a:moveTo>
                  <a:lnTo>
                    <a:pt x="36" y="10"/>
                  </a:lnTo>
                  <a:lnTo>
                    <a:pt x="0" y="54"/>
                  </a:lnTo>
                  <a:lnTo>
                    <a:pt x="0" y="90"/>
                  </a:lnTo>
                  <a:lnTo>
                    <a:pt x="63" y="778"/>
                  </a:lnTo>
                  <a:lnTo>
                    <a:pt x="116" y="1474"/>
                  </a:lnTo>
                  <a:lnTo>
                    <a:pt x="125" y="1501"/>
                  </a:lnTo>
                  <a:lnTo>
                    <a:pt x="170" y="1537"/>
                  </a:lnTo>
                  <a:lnTo>
                    <a:pt x="224" y="1519"/>
                  </a:lnTo>
                  <a:lnTo>
                    <a:pt x="268" y="1474"/>
                  </a:lnTo>
                  <a:lnTo>
                    <a:pt x="268" y="1447"/>
                  </a:lnTo>
                  <a:lnTo>
                    <a:pt x="143" y="63"/>
                  </a:lnTo>
                  <a:lnTo>
                    <a:pt x="134" y="27"/>
                  </a:lnTo>
                  <a:lnTo>
                    <a:pt x="90"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3757;p33">
              <a:extLst>
                <a:ext uri="{FF2B5EF4-FFF2-40B4-BE49-F238E27FC236}">
                  <a16:creationId xmlns:a16="http://schemas.microsoft.com/office/drawing/2014/main" id="{6A484118-FA53-455A-9D1F-2B744F609C82}"/>
                </a:ext>
              </a:extLst>
            </p:cNvPr>
            <p:cNvSpPr/>
            <p:nvPr/>
          </p:nvSpPr>
          <p:spPr>
            <a:xfrm>
              <a:off x="5173346" y="4486389"/>
              <a:ext cx="437359" cy="87987"/>
            </a:xfrm>
            <a:custGeom>
              <a:avLst/>
              <a:gdLst/>
              <a:ahLst/>
              <a:cxnLst/>
              <a:rect l="l" t="t" r="r" b="b"/>
              <a:pathLst>
                <a:path w="8485" h="1707" extrusionOk="0">
                  <a:moveTo>
                    <a:pt x="1" y="1"/>
                  </a:moveTo>
                  <a:lnTo>
                    <a:pt x="1" y="1706"/>
                  </a:lnTo>
                  <a:lnTo>
                    <a:pt x="8484" y="1706"/>
                  </a:lnTo>
                  <a:lnTo>
                    <a:pt x="8484" y="1"/>
                  </a:lnTo>
                  <a:lnTo>
                    <a:pt x="8439" y="27"/>
                  </a:lnTo>
                  <a:lnTo>
                    <a:pt x="7895" y="295"/>
                  </a:lnTo>
                  <a:lnTo>
                    <a:pt x="7118" y="563"/>
                  </a:lnTo>
                  <a:lnTo>
                    <a:pt x="6448" y="724"/>
                  </a:lnTo>
                  <a:lnTo>
                    <a:pt x="5662" y="858"/>
                  </a:lnTo>
                  <a:lnTo>
                    <a:pt x="4751" y="929"/>
                  </a:lnTo>
                  <a:lnTo>
                    <a:pt x="4242" y="938"/>
                  </a:lnTo>
                  <a:lnTo>
                    <a:pt x="3733" y="929"/>
                  </a:lnTo>
                  <a:lnTo>
                    <a:pt x="2822" y="858"/>
                  </a:lnTo>
                  <a:lnTo>
                    <a:pt x="2028" y="724"/>
                  </a:lnTo>
                  <a:lnTo>
                    <a:pt x="1367" y="563"/>
                  </a:lnTo>
                  <a:lnTo>
                    <a:pt x="590" y="295"/>
                  </a:lnTo>
                  <a:lnTo>
                    <a:pt x="45" y="27"/>
                  </a:lnTo>
                  <a:lnTo>
                    <a:pt x="1"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3758;p33">
              <a:extLst>
                <a:ext uri="{FF2B5EF4-FFF2-40B4-BE49-F238E27FC236}">
                  <a16:creationId xmlns:a16="http://schemas.microsoft.com/office/drawing/2014/main" id="{D551DA2D-29D0-4BC7-8187-8262C32ACD85}"/>
                </a:ext>
              </a:extLst>
            </p:cNvPr>
            <p:cNvSpPr/>
            <p:nvPr/>
          </p:nvSpPr>
          <p:spPr>
            <a:xfrm>
              <a:off x="5173346" y="4486389"/>
              <a:ext cx="437359" cy="48401"/>
            </a:xfrm>
            <a:custGeom>
              <a:avLst/>
              <a:gdLst/>
              <a:ahLst/>
              <a:cxnLst/>
              <a:rect l="l" t="t" r="r" b="b"/>
              <a:pathLst>
                <a:path w="8485" h="939" extrusionOk="0">
                  <a:moveTo>
                    <a:pt x="1" y="1"/>
                  </a:moveTo>
                  <a:lnTo>
                    <a:pt x="45" y="27"/>
                  </a:lnTo>
                  <a:lnTo>
                    <a:pt x="590" y="295"/>
                  </a:lnTo>
                  <a:lnTo>
                    <a:pt x="1367" y="563"/>
                  </a:lnTo>
                  <a:lnTo>
                    <a:pt x="2028" y="724"/>
                  </a:lnTo>
                  <a:lnTo>
                    <a:pt x="2822" y="858"/>
                  </a:lnTo>
                  <a:lnTo>
                    <a:pt x="3733" y="929"/>
                  </a:lnTo>
                  <a:lnTo>
                    <a:pt x="4242" y="938"/>
                  </a:lnTo>
                  <a:lnTo>
                    <a:pt x="4751" y="929"/>
                  </a:lnTo>
                  <a:lnTo>
                    <a:pt x="5662" y="858"/>
                  </a:lnTo>
                  <a:lnTo>
                    <a:pt x="6448" y="724"/>
                  </a:lnTo>
                  <a:lnTo>
                    <a:pt x="7118" y="563"/>
                  </a:lnTo>
                  <a:lnTo>
                    <a:pt x="7895" y="295"/>
                  </a:lnTo>
                  <a:lnTo>
                    <a:pt x="8439" y="27"/>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3759;p33">
              <a:extLst>
                <a:ext uri="{FF2B5EF4-FFF2-40B4-BE49-F238E27FC236}">
                  <a16:creationId xmlns:a16="http://schemas.microsoft.com/office/drawing/2014/main" id="{07B16D3C-AB49-4CEB-B832-7EE83FB21D9E}"/>
                </a:ext>
              </a:extLst>
            </p:cNvPr>
            <p:cNvSpPr/>
            <p:nvPr/>
          </p:nvSpPr>
          <p:spPr>
            <a:xfrm>
              <a:off x="5518123" y="4515872"/>
              <a:ext cx="10154" cy="59844"/>
            </a:xfrm>
            <a:custGeom>
              <a:avLst/>
              <a:gdLst/>
              <a:ahLst/>
              <a:cxnLst/>
              <a:rect l="l" t="t" r="r" b="b"/>
              <a:pathLst>
                <a:path w="197" h="1161" extrusionOk="0">
                  <a:moveTo>
                    <a:pt x="98" y="0"/>
                  </a:moveTo>
                  <a:lnTo>
                    <a:pt x="54" y="36"/>
                  </a:lnTo>
                  <a:lnTo>
                    <a:pt x="45" y="63"/>
                  </a:lnTo>
                  <a:lnTo>
                    <a:pt x="27" y="572"/>
                  </a:lnTo>
                  <a:lnTo>
                    <a:pt x="0" y="1090"/>
                  </a:lnTo>
                  <a:lnTo>
                    <a:pt x="9" y="1116"/>
                  </a:lnTo>
                  <a:lnTo>
                    <a:pt x="45" y="1161"/>
                  </a:lnTo>
                  <a:lnTo>
                    <a:pt x="107" y="1161"/>
                  </a:lnTo>
                  <a:lnTo>
                    <a:pt x="143" y="1134"/>
                  </a:lnTo>
                  <a:lnTo>
                    <a:pt x="152" y="1098"/>
                  </a:lnTo>
                  <a:lnTo>
                    <a:pt x="170" y="589"/>
                  </a:lnTo>
                  <a:lnTo>
                    <a:pt x="197" y="72"/>
                  </a:lnTo>
                  <a:lnTo>
                    <a:pt x="197" y="45"/>
                  </a:lnTo>
                  <a:lnTo>
                    <a:pt x="152"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3760;p33">
              <a:extLst>
                <a:ext uri="{FF2B5EF4-FFF2-40B4-BE49-F238E27FC236}">
                  <a16:creationId xmlns:a16="http://schemas.microsoft.com/office/drawing/2014/main" id="{2D7D201C-2680-472E-BDA2-A881370CB6D8}"/>
                </a:ext>
              </a:extLst>
            </p:cNvPr>
            <p:cNvSpPr/>
            <p:nvPr/>
          </p:nvSpPr>
          <p:spPr>
            <a:xfrm>
              <a:off x="5474826" y="4529634"/>
              <a:ext cx="8350" cy="42885"/>
            </a:xfrm>
            <a:custGeom>
              <a:avLst/>
              <a:gdLst/>
              <a:ahLst/>
              <a:cxnLst/>
              <a:rect l="l" t="t" r="r" b="b"/>
              <a:pathLst>
                <a:path w="162" h="832" extrusionOk="0">
                  <a:moveTo>
                    <a:pt x="63" y="1"/>
                  </a:moveTo>
                  <a:lnTo>
                    <a:pt x="19" y="37"/>
                  </a:lnTo>
                  <a:lnTo>
                    <a:pt x="10" y="63"/>
                  </a:lnTo>
                  <a:lnTo>
                    <a:pt x="10" y="412"/>
                  </a:lnTo>
                  <a:lnTo>
                    <a:pt x="1" y="751"/>
                  </a:lnTo>
                  <a:lnTo>
                    <a:pt x="10" y="787"/>
                  </a:lnTo>
                  <a:lnTo>
                    <a:pt x="54" y="823"/>
                  </a:lnTo>
                  <a:lnTo>
                    <a:pt x="108" y="831"/>
                  </a:lnTo>
                  <a:lnTo>
                    <a:pt x="152" y="796"/>
                  </a:lnTo>
                  <a:lnTo>
                    <a:pt x="152" y="760"/>
                  </a:lnTo>
                  <a:lnTo>
                    <a:pt x="161" y="421"/>
                  </a:lnTo>
                  <a:lnTo>
                    <a:pt x="161" y="81"/>
                  </a:lnTo>
                  <a:lnTo>
                    <a:pt x="161" y="46"/>
                  </a:lnTo>
                  <a:lnTo>
                    <a:pt x="117"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3761;p33">
              <a:extLst>
                <a:ext uri="{FF2B5EF4-FFF2-40B4-BE49-F238E27FC236}">
                  <a16:creationId xmlns:a16="http://schemas.microsoft.com/office/drawing/2014/main" id="{A52BDE73-96F4-4A7D-8615-AB2853966240}"/>
                </a:ext>
              </a:extLst>
            </p:cNvPr>
            <p:cNvSpPr/>
            <p:nvPr/>
          </p:nvSpPr>
          <p:spPr>
            <a:xfrm>
              <a:off x="5426065" y="4533809"/>
              <a:ext cx="8763" cy="40566"/>
            </a:xfrm>
            <a:custGeom>
              <a:avLst/>
              <a:gdLst/>
              <a:ahLst/>
              <a:cxnLst/>
              <a:rect l="l" t="t" r="r" b="b"/>
              <a:pathLst>
                <a:path w="170" h="787" extrusionOk="0">
                  <a:moveTo>
                    <a:pt x="72" y="0"/>
                  </a:moveTo>
                  <a:lnTo>
                    <a:pt x="27" y="36"/>
                  </a:lnTo>
                  <a:lnTo>
                    <a:pt x="27" y="63"/>
                  </a:lnTo>
                  <a:lnTo>
                    <a:pt x="9" y="384"/>
                  </a:lnTo>
                  <a:lnTo>
                    <a:pt x="0" y="715"/>
                  </a:lnTo>
                  <a:lnTo>
                    <a:pt x="9" y="742"/>
                  </a:lnTo>
                  <a:lnTo>
                    <a:pt x="45" y="786"/>
                  </a:lnTo>
                  <a:lnTo>
                    <a:pt x="98" y="786"/>
                  </a:lnTo>
                  <a:lnTo>
                    <a:pt x="143" y="759"/>
                  </a:lnTo>
                  <a:lnTo>
                    <a:pt x="152" y="724"/>
                  </a:lnTo>
                  <a:lnTo>
                    <a:pt x="161" y="402"/>
                  </a:lnTo>
                  <a:lnTo>
                    <a:pt x="170" y="81"/>
                  </a:lnTo>
                  <a:lnTo>
                    <a:pt x="170" y="45"/>
                  </a:lnTo>
                  <a:lnTo>
                    <a:pt x="125" y="9"/>
                  </a:lnTo>
                  <a:lnTo>
                    <a:pt x="72"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3762;p33">
              <a:extLst>
                <a:ext uri="{FF2B5EF4-FFF2-40B4-BE49-F238E27FC236}">
                  <a16:creationId xmlns:a16="http://schemas.microsoft.com/office/drawing/2014/main" id="{3CA0E606-1A77-4B9A-9279-4C1CF8F65B9F}"/>
                </a:ext>
              </a:extLst>
            </p:cNvPr>
            <p:cNvSpPr/>
            <p:nvPr/>
          </p:nvSpPr>
          <p:spPr>
            <a:xfrm>
              <a:off x="5380501" y="4533345"/>
              <a:ext cx="7371" cy="42370"/>
            </a:xfrm>
            <a:custGeom>
              <a:avLst/>
              <a:gdLst/>
              <a:ahLst/>
              <a:cxnLst/>
              <a:rect l="l" t="t" r="r" b="b"/>
              <a:pathLst>
                <a:path w="143" h="822" extrusionOk="0">
                  <a:moveTo>
                    <a:pt x="45" y="0"/>
                  </a:moveTo>
                  <a:lnTo>
                    <a:pt x="0" y="27"/>
                  </a:lnTo>
                  <a:lnTo>
                    <a:pt x="0" y="63"/>
                  </a:lnTo>
                  <a:lnTo>
                    <a:pt x="0" y="751"/>
                  </a:lnTo>
                  <a:lnTo>
                    <a:pt x="0" y="777"/>
                  </a:lnTo>
                  <a:lnTo>
                    <a:pt x="45" y="822"/>
                  </a:lnTo>
                  <a:lnTo>
                    <a:pt x="98" y="822"/>
                  </a:lnTo>
                  <a:lnTo>
                    <a:pt x="143" y="795"/>
                  </a:lnTo>
                  <a:lnTo>
                    <a:pt x="143" y="759"/>
                  </a:lnTo>
                  <a:lnTo>
                    <a:pt x="143" y="72"/>
                  </a:lnTo>
                  <a:lnTo>
                    <a:pt x="143" y="36"/>
                  </a:lnTo>
                  <a:lnTo>
                    <a:pt x="9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3763;p33">
              <a:extLst>
                <a:ext uri="{FF2B5EF4-FFF2-40B4-BE49-F238E27FC236}">
                  <a16:creationId xmlns:a16="http://schemas.microsoft.com/office/drawing/2014/main" id="{91525589-C884-400E-9160-428D72FB8192}"/>
                </a:ext>
              </a:extLst>
            </p:cNvPr>
            <p:cNvSpPr/>
            <p:nvPr/>
          </p:nvSpPr>
          <p:spPr>
            <a:xfrm>
              <a:off x="5328441" y="4530562"/>
              <a:ext cx="8814" cy="44741"/>
            </a:xfrm>
            <a:custGeom>
              <a:avLst/>
              <a:gdLst/>
              <a:ahLst/>
              <a:cxnLst/>
              <a:rect l="l" t="t" r="r" b="b"/>
              <a:pathLst>
                <a:path w="171" h="868" extrusionOk="0">
                  <a:moveTo>
                    <a:pt x="72" y="1"/>
                  </a:moveTo>
                  <a:lnTo>
                    <a:pt x="28" y="28"/>
                  </a:lnTo>
                  <a:lnTo>
                    <a:pt x="19" y="63"/>
                  </a:lnTo>
                  <a:lnTo>
                    <a:pt x="10" y="421"/>
                  </a:lnTo>
                  <a:lnTo>
                    <a:pt x="1" y="787"/>
                  </a:lnTo>
                  <a:lnTo>
                    <a:pt x="10" y="822"/>
                  </a:lnTo>
                  <a:lnTo>
                    <a:pt x="46" y="858"/>
                  </a:lnTo>
                  <a:lnTo>
                    <a:pt x="108" y="867"/>
                  </a:lnTo>
                  <a:lnTo>
                    <a:pt x="144" y="831"/>
                  </a:lnTo>
                  <a:lnTo>
                    <a:pt x="153" y="796"/>
                  </a:lnTo>
                  <a:lnTo>
                    <a:pt x="162" y="438"/>
                  </a:lnTo>
                  <a:lnTo>
                    <a:pt x="171" y="72"/>
                  </a:lnTo>
                  <a:lnTo>
                    <a:pt x="171" y="37"/>
                  </a:lnTo>
                  <a:lnTo>
                    <a:pt x="126"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3764;p33">
              <a:extLst>
                <a:ext uri="{FF2B5EF4-FFF2-40B4-BE49-F238E27FC236}">
                  <a16:creationId xmlns:a16="http://schemas.microsoft.com/office/drawing/2014/main" id="{E284237C-602D-4661-9061-938D17A8F039}"/>
                </a:ext>
              </a:extLst>
            </p:cNvPr>
            <p:cNvSpPr/>
            <p:nvPr/>
          </p:nvSpPr>
          <p:spPr>
            <a:xfrm>
              <a:off x="5282413" y="4525510"/>
              <a:ext cx="8814" cy="48401"/>
            </a:xfrm>
            <a:custGeom>
              <a:avLst/>
              <a:gdLst/>
              <a:ahLst/>
              <a:cxnLst/>
              <a:rect l="l" t="t" r="r" b="b"/>
              <a:pathLst>
                <a:path w="171" h="939" extrusionOk="0">
                  <a:moveTo>
                    <a:pt x="46" y="1"/>
                  </a:moveTo>
                  <a:lnTo>
                    <a:pt x="10" y="36"/>
                  </a:lnTo>
                  <a:lnTo>
                    <a:pt x="1" y="63"/>
                  </a:lnTo>
                  <a:lnTo>
                    <a:pt x="19" y="858"/>
                  </a:lnTo>
                  <a:lnTo>
                    <a:pt x="19" y="894"/>
                  </a:lnTo>
                  <a:lnTo>
                    <a:pt x="63" y="929"/>
                  </a:lnTo>
                  <a:lnTo>
                    <a:pt x="117" y="938"/>
                  </a:lnTo>
                  <a:lnTo>
                    <a:pt x="162" y="903"/>
                  </a:lnTo>
                  <a:lnTo>
                    <a:pt x="171" y="867"/>
                  </a:lnTo>
                  <a:lnTo>
                    <a:pt x="162" y="474"/>
                  </a:lnTo>
                  <a:lnTo>
                    <a:pt x="153" y="81"/>
                  </a:lnTo>
                  <a:lnTo>
                    <a:pt x="144" y="45"/>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3765;p33">
              <a:extLst>
                <a:ext uri="{FF2B5EF4-FFF2-40B4-BE49-F238E27FC236}">
                  <a16:creationId xmlns:a16="http://schemas.microsoft.com/office/drawing/2014/main" id="{F8A1BC35-508E-42A6-93AC-1792462C941C}"/>
                </a:ext>
              </a:extLst>
            </p:cNvPr>
            <p:cNvSpPr/>
            <p:nvPr/>
          </p:nvSpPr>
          <p:spPr>
            <a:xfrm>
              <a:off x="5236384" y="4516336"/>
              <a:ext cx="9278" cy="54792"/>
            </a:xfrm>
            <a:custGeom>
              <a:avLst/>
              <a:gdLst/>
              <a:ahLst/>
              <a:cxnLst/>
              <a:rect l="l" t="t" r="r" b="b"/>
              <a:pathLst>
                <a:path w="180" h="1063" extrusionOk="0">
                  <a:moveTo>
                    <a:pt x="46" y="0"/>
                  </a:moveTo>
                  <a:lnTo>
                    <a:pt x="10" y="36"/>
                  </a:lnTo>
                  <a:lnTo>
                    <a:pt x="1" y="71"/>
                  </a:lnTo>
                  <a:lnTo>
                    <a:pt x="28" y="982"/>
                  </a:lnTo>
                  <a:lnTo>
                    <a:pt x="37" y="1018"/>
                  </a:lnTo>
                  <a:lnTo>
                    <a:pt x="81" y="1054"/>
                  </a:lnTo>
                  <a:lnTo>
                    <a:pt x="135" y="1063"/>
                  </a:lnTo>
                  <a:lnTo>
                    <a:pt x="171" y="1027"/>
                  </a:lnTo>
                  <a:lnTo>
                    <a:pt x="180" y="991"/>
                  </a:lnTo>
                  <a:lnTo>
                    <a:pt x="153" y="80"/>
                  </a:lnTo>
                  <a:lnTo>
                    <a:pt x="144" y="45"/>
                  </a:lnTo>
                  <a:lnTo>
                    <a:pt x="108" y="9"/>
                  </a:lnTo>
                  <a:lnTo>
                    <a:pt x="4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3766;p33">
              <a:extLst>
                <a:ext uri="{FF2B5EF4-FFF2-40B4-BE49-F238E27FC236}">
                  <a16:creationId xmlns:a16="http://schemas.microsoft.com/office/drawing/2014/main" id="{EDF06B38-4307-4B9C-B4CD-9BEA8C58C0DE}"/>
                </a:ext>
              </a:extLst>
            </p:cNvPr>
            <p:cNvSpPr/>
            <p:nvPr/>
          </p:nvSpPr>
          <p:spPr>
            <a:xfrm>
              <a:off x="5194066" y="4497883"/>
              <a:ext cx="10618" cy="80616"/>
            </a:xfrm>
            <a:custGeom>
              <a:avLst/>
              <a:gdLst/>
              <a:ahLst/>
              <a:cxnLst/>
              <a:rect l="l" t="t" r="r" b="b"/>
              <a:pathLst>
                <a:path w="206" h="1564" extrusionOk="0">
                  <a:moveTo>
                    <a:pt x="36" y="1"/>
                  </a:moveTo>
                  <a:lnTo>
                    <a:pt x="0" y="28"/>
                  </a:lnTo>
                  <a:lnTo>
                    <a:pt x="0" y="63"/>
                  </a:lnTo>
                  <a:lnTo>
                    <a:pt x="27" y="778"/>
                  </a:lnTo>
                  <a:lnTo>
                    <a:pt x="63" y="1492"/>
                  </a:lnTo>
                  <a:lnTo>
                    <a:pt x="63" y="1519"/>
                  </a:lnTo>
                  <a:lnTo>
                    <a:pt x="108" y="1564"/>
                  </a:lnTo>
                  <a:lnTo>
                    <a:pt x="161" y="1564"/>
                  </a:lnTo>
                  <a:lnTo>
                    <a:pt x="206" y="1528"/>
                  </a:lnTo>
                  <a:lnTo>
                    <a:pt x="206" y="1501"/>
                  </a:lnTo>
                  <a:lnTo>
                    <a:pt x="179" y="787"/>
                  </a:lnTo>
                  <a:lnTo>
                    <a:pt x="143" y="72"/>
                  </a:lnTo>
                  <a:lnTo>
                    <a:pt x="143" y="45"/>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3767;p33">
              <a:extLst>
                <a:ext uri="{FF2B5EF4-FFF2-40B4-BE49-F238E27FC236}">
                  <a16:creationId xmlns:a16="http://schemas.microsoft.com/office/drawing/2014/main" id="{166B46EB-205E-4D10-BA23-56DD83D912AB}"/>
                </a:ext>
              </a:extLst>
            </p:cNvPr>
            <p:cNvSpPr/>
            <p:nvPr/>
          </p:nvSpPr>
          <p:spPr>
            <a:xfrm>
              <a:off x="5136543" y="4311036"/>
              <a:ext cx="437772" cy="87472"/>
            </a:xfrm>
            <a:custGeom>
              <a:avLst/>
              <a:gdLst/>
              <a:ahLst/>
              <a:cxnLst/>
              <a:rect l="l" t="t" r="r" b="b"/>
              <a:pathLst>
                <a:path w="8493" h="1697" extrusionOk="0">
                  <a:moveTo>
                    <a:pt x="0" y="0"/>
                  </a:moveTo>
                  <a:lnTo>
                    <a:pt x="0" y="1697"/>
                  </a:lnTo>
                  <a:lnTo>
                    <a:pt x="8493" y="1697"/>
                  </a:lnTo>
                  <a:lnTo>
                    <a:pt x="8493" y="0"/>
                  </a:lnTo>
                  <a:lnTo>
                    <a:pt x="8439" y="27"/>
                  </a:lnTo>
                  <a:lnTo>
                    <a:pt x="7894" y="295"/>
                  </a:lnTo>
                  <a:lnTo>
                    <a:pt x="7126" y="554"/>
                  </a:lnTo>
                  <a:lnTo>
                    <a:pt x="6457" y="724"/>
                  </a:lnTo>
                  <a:lnTo>
                    <a:pt x="5671" y="858"/>
                  </a:lnTo>
                  <a:lnTo>
                    <a:pt x="4751" y="929"/>
                  </a:lnTo>
                  <a:lnTo>
                    <a:pt x="4251" y="938"/>
                  </a:lnTo>
                  <a:lnTo>
                    <a:pt x="3742" y="929"/>
                  </a:lnTo>
                  <a:lnTo>
                    <a:pt x="2822" y="858"/>
                  </a:lnTo>
                  <a:lnTo>
                    <a:pt x="2036" y="724"/>
                  </a:lnTo>
                  <a:lnTo>
                    <a:pt x="1366" y="554"/>
                  </a:lnTo>
                  <a:lnTo>
                    <a:pt x="598" y="295"/>
                  </a:lnTo>
                  <a:lnTo>
                    <a:pt x="54"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3768;p33">
              <a:extLst>
                <a:ext uri="{FF2B5EF4-FFF2-40B4-BE49-F238E27FC236}">
                  <a16:creationId xmlns:a16="http://schemas.microsoft.com/office/drawing/2014/main" id="{2F8A480D-3AB0-467A-904E-6619AE651BF2}"/>
                </a:ext>
              </a:extLst>
            </p:cNvPr>
            <p:cNvSpPr/>
            <p:nvPr/>
          </p:nvSpPr>
          <p:spPr>
            <a:xfrm>
              <a:off x="5136543" y="4311036"/>
              <a:ext cx="437772" cy="48349"/>
            </a:xfrm>
            <a:custGeom>
              <a:avLst/>
              <a:gdLst/>
              <a:ahLst/>
              <a:cxnLst/>
              <a:rect l="l" t="t" r="r" b="b"/>
              <a:pathLst>
                <a:path w="8493" h="938" extrusionOk="0">
                  <a:moveTo>
                    <a:pt x="0" y="0"/>
                  </a:moveTo>
                  <a:lnTo>
                    <a:pt x="54" y="27"/>
                  </a:lnTo>
                  <a:lnTo>
                    <a:pt x="598" y="295"/>
                  </a:lnTo>
                  <a:lnTo>
                    <a:pt x="1366" y="554"/>
                  </a:lnTo>
                  <a:lnTo>
                    <a:pt x="2036" y="724"/>
                  </a:lnTo>
                  <a:lnTo>
                    <a:pt x="2822" y="858"/>
                  </a:lnTo>
                  <a:lnTo>
                    <a:pt x="3742" y="929"/>
                  </a:lnTo>
                  <a:lnTo>
                    <a:pt x="4251" y="938"/>
                  </a:lnTo>
                  <a:lnTo>
                    <a:pt x="4751" y="929"/>
                  </a:lnTo>
                  <a:lnTo>
                    <a:pt x="5671" y="858"/>
                  </a:lnTo>
                  <a:lnTo>
                    <a:pt x="6457" y="724"/>
                  </a:lnTo>
                  <a:lnTo>
                    <a:pt x="7126" y="554"/>
                  </a:lnTo>
                  <a:lnTo>
                    <a:pt x="7894" y="295"/>
                  </a:lnTo>
                  <a:lnTo>
                    <a:pt x="8439" y="27"/>
                  </a:lnTo>
                  <a:lnTo>
                    <a:pt x="8493"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3769;p33">
              <a:extLst>
                <a:ext uri="{FF2B5EF4-FFF2-40B4-BE49-F238E27FC236}">
                  <a16:creationId xmlns:a16="http://schemas.microsoft.com/office/drawing/2014/main" id="{0EFA66DE-C57C-419F-8BB9-B7DFE29EE9CA}"/>
                </a:ext>
              </a:extLst>
            </p:cNvPr>
            <p:cNvSpPr/>
            <p:nvPr/>
          </p:nvSpPr>
          <p:spPr>
            <a:xfrm>
              <a:off x="5136543" y="4398455"/>
              <a:ext cx="437772" cy="87523"/>
            </a:xfrm>
            <a:custGeom>
              <a:avLst/>
              <a:gdLst/>
              <a:ahLst/>
              <a:cxnLst/>
              <a:rect l="l" t="t" r="r" b="b"/>
              <a:pathLst>
                <a:path w="8493" h="1698" extrusionOk="0">
                  <a:moveTo>
                    <a:pt x="0" y="1"/>
                  </a:moveTo>
                  <a:lnTo>
                    <a:pt x="0" y="1698"/>
                  </a:lnTo>
                  <a:lnTo>
                    <a:pt x="8493" y="1698"/>
                  </a:lnTo>
                  <a:lnTo>
                    <a:pt x="8493" y="1"/>
                  </a:lnTo>
                  <a:lnTo>
                    <a:pt x="8439" y="28"/>
                  </a:lnTo>
                  <a:lnTo>
                    <a:pt x="7894" y="296"/>
                  </a:lnTo>
                  <a:lnTo>
                    <a:pt x="7126" y="555"/>
                  </a:lnTo>
                  <a:lnTo>
                    <a:pt x="6457" y="724"/>
                  </a:lnTo>
                  <a:lnTo>
                    <a:pt x="5671" y="849"/>
                  </a:lnTo>
                  <a:lnTo>
                    <a:pt x="4751" y="930"/>
                  </a:lnTo>
                  <a:lnTo>
                    <a:pt x="4251" y="939"/>
                  </a:lnTo>
                  <a:lnTo>
                    <a:pt x="3742" y="930"/>
                  </a:lnTo>
                  <a:lnTo>
                    <a:pt x="2822" y="849"/>
                  </a:lnTo>
                  <a:lnTo>
                    <a:pt x="2036" y="724"/>
                  </a:lnTo>
                  <a:lnTo>
                    <a:pt x="1366" y="555"/>
                  </a:lnTo>
                  <a:lnTo>
                    <a:pt x="598" y="296"/>
                  </a:lnTo>
                  <a:lnTo>
                    <a:pt x="54" y="28"/>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3770;p33">
              <a:extLst>
                <a:ext uri="{FF2B5EF4-FFF2-40B4-BE49-F238E27FC236}">
                  <a16:creationId xmlns:a16="http://schemas.microsoft.com/office/drawing/2014/main" id="{808CAF97-AC5C-45CE-99D4-27293CC8929E}"/>
                </a:ext>
              </a:extLst>
            </p:cNvPr>
            <p:cNvSpPr/>
            <p:nvPr/>
          </p:nvSpPr>
          <p:spPr>
            <a:xfrm>
              <a:off x="5136543" y="4398455"/>
              <a:ext cx="437772" cy="48401"/>
            </a:xfrm>
            <a:custGeom>
              <a:avLst/>
              <a:gdLst/>
              <a:ahLst/>
              <a:cxnLst/>
              <a:rect l="l" t="t" r="r" b="b"/>
              <a:pathLst>
                <a:path w="8493" h="939" extrusionOk="0">
                  <a:moveTo>
                    <a:pt x="0" y="1"/>
                  </a:moveTo>
                  <a:lnTo>
                    <a:pt x="54" y="28"/>
                  </a:lnTo>
                  <a:lnTo>
                    <a:pt x="598" y="296"/>
                  </a:lnTo>
                  <a:lnTo>
                    <a:pt x="1366" y="555"/>
                  </a:lnTo>
                  <a:lnTo>
                    <a:pt x="2036" y="724"/>
                  </a:lnTo>
                  <a:lnTo>
                    <a:pt x="2822" y="849"/>
                  </a:lnTo>
                  <a:lnTo>
                    <a:pt x="3742" y="930"/>
                  </a:lnTo>
                  <a:lnTo>
                    <a:pt x="4251" y="939"/>
                  </a:lnTo>
                  <a:lnTo>
                    <a:pt x="4751" y="930"/>
                  </a:lnTo>
                  <a:lnTo>
                    <a:pt x="5671" y="849"/>
                  </a:lnTo>
                  <a:lnTo>
                    <a:pt x="6457" y="724"/>
                  </a:lnTo>
                  <a:lnTo>
                    <a:pt x="7126" y="555"/>
                  </a:lnTo>
                  <a:lnTo>
                    <a:pt x="7894" y="296"/>
                  </a:lnTo>
                  <a:lnTo>
                    <a:pt x="8439" y="28"/>
                  </a:lnTo>
                  <a:lnTo>
                    <a:pt x="8493"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3771;p33">
              <a:extLst>
                <a:ext uri="{FF2B5EF4-FFF2-40B4-BE49-F238E27FC236}">
                  <a16:creationId xmlns:a16="http://schemas.microsoft.com/office/drawing/2014/main" id="{90325917-61FD-4771-A5E6-95E8B3B77A30}"/>
                </a:ext>
              </a:extLst>
            </p:cNvPr>
            <p:cNvSpPr/>
            <p:nvPr/>
          </p:nvSpPr>
          <p:spPr>
            <a:xfrm>
              <a:off x="5166903" y="4325778"/>
              <a:ext cx="12474" cy="75977"/>
            </a:xfrm>
            <a:custGeom>
              <a:avLst/>
              <a:gdLst/>
              <a:ahLst/>
              <a:cxnLst/>
              <a:rect l="l" t="t" r="r" b="b"/>
              <a:pathLst>
                <a:path w="242" h="1474" extrusionOk="0">
                  <a:moveTo>
                    <a:pt x="99" y="0"/>
                  </a:moveTo>
                  <a:lnTo>
                    <a:pt x="45" y="9"/>
                  </a:lnTo>
                  <a:lnTo>
                    <a:pt x="9" y="45"/>
                  </a:lnTo>
                  <a:lnTo>
                    <a:pt x="1" y="80"/>
                  </a:lnTo>
                  <a:lnTo>
                    <a:pt x="45" y="741"/>
                  </a:lnTo>
                  <a:lnTo>
                    <a:pt x="99" y="1411"/>
                  </a:lnTo>
                  <a:lnTo>
                    <a:pt x="99" y="1438"/>
                  </a:lnTo>
                  <a:lnTo>
                    <a:pt x="143" y="1473"/>
                  </a:lnTo>
                  <a:lnTo>
                    <a:pt x="206" y="1473"/>
                  </a:lnTo>
                  <a:lnTo>
                    <a:pt x="242" y="1429"/>
                  </a:lnTo>
                  <a:lnTo>
                    <a:pt x="242" y="1393"/>
                  </a:lnTo>
                  <a:lnTo>
                    <a:pt x="197" y="732"/>
                  </a:lnTo>
                  <a:lnTo>
                    <a:pt x="152" y="63"/>
                  </a:lnTo>
                  <a:lnTo>
                    <a:pt x="143" y="36"/>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3772;p33">
              <a:extLst>
                <a:ext uri="{FF2B5EF4-FFF2-40B4-BE49-F238E27FC236}">
                  <a16:creationId xmlns:a16="http://schemas.microsoft.com/office/drawing/2014/main" id="{F16CC4E3-3AA6-4A60-98F4-B24E24C3F225}"/>
                </a:ext>
              </a:extLst>
            </p:cNvPr>
            <p:cNvSpPr/>
            <p:nvPr/>
          </p:nvSpPr>
          <p:spPr>
            <a:xfrm>
              <a:off x="5218910" y="4340468"/>
              <a:ext cx="10206" cy="59895"/>
            </a:xfrm>
            <a:custGeom>
              <a:avLst/>
              <a:gdLst/>
              <a:ahLst/>
              <a:cxnLst/>
              <a:rect l="l" t="t" r="r" b="b"/>
              <a:pathLst>
                <a:path w="198" h="1162" extrusionOk="0">
                  <a:moveTo>
                    <a:pt x="45" y="1"/>
                  </a:moveTo>
                  <a:lnTo>
                    <a:pt x="10" y="45"/>
                  </a:lnTo>
                  <a:lnTo>
                    <a:pt x="1" y="72"/>
                  </a:lnTo>
                  <a:lnTo>
                    <a:pt x="27" y="581"/>
                  </a:lnTo>
                  <a:lnTo>
                    <a:pt x="45" y="1099"/>
                  </a:lnTo>
                  <a:lnTo>
                    <a:pt x="54" y="1126"/>
                  </a:lnTo>
                  <a:lnTo>
                    <a:pt x="99" y="1162"/>
                  </a:lnTo>
                  <a:lnTo>
                    <a:pt x="152" y="1162"/>
                  </a:lnTo>
                  <a:lnTo>
                    <a:pt x="197" y="1117"/>
                  </a:lnTo>
                  <a:lnTo>
                    <a:pt x="197" y="1081"/>
                  </a:lnTo>
                  <a:lnTo>
                    <a:pt x="179" y="572"/>
                  </a:lnTo>
                  <a:lnTo>
                    <a:pt x="152" y="63"/>
                  </a:lnTo>
                  <a:lnTo>
                    <a:pt x="143" y="28"/>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3773;p33">
              <a:extLst>
                <a:ext uri="{FF2B5EF4-FFF2-40B4-BE49-F238E27FC236}">
                  <a16:creationId xmlns:a16="http://schemas.microsoft.com/office/drawing/2014/main" id="{601168FD-B13C-4EED-B284-699CA654944E}"/>
                </a:ext>
              </a:extLst>
            </p:cNvPr>
            <p:cNvSpPr/>
            <p:nvPr/>
          </p:nvSpPr>
          <p:spPr>
            <a:xfrm>
              <a:off x="5264011" y="4354281"/>
              <a:ext cx="8350" cy="42422"/>
            </a:xfrm>
            <a:custGeom>
              <a:avLst/>
              <a:gdLst/>
              <a:ahLst/>
              <a:cxnLst/>
              <a:rect l="l" t="t" r="r" b="b"/>
              <a:pathLst>
                <a:path w="162" h="823" extrusionOk="0">
                  <a:moveTo>
                    <a:pt x="45" y="1"/>
                  </a:moveTo>
                  <a:lnTo>
                    <a:pt x="10" y="45"/>
                  </a:lnTo>
                  <a:lnTo>
                    <a:pt x="1" y="72"/>
                  </a:lnTo>
                  <a:lnTo>
                    <a:pt x="10" y="420"/>
                  </a:lnTo>
                  <a:lnTo>
                    <a:pt x="10" y="760"/>
                  </a:lnTo>
                  <a:lnTo>
                    <a:pt x="19" y="795"/>
                  </a:lnTo>
                  <a:lnTo>
                    <a:pt x="63" y="822"/>
                  </a:lnTo>
                  <a:lnTo>
                    <a:pt x="117" y="822"/>
                  </a:lnTo>
                  <a:lnTo>
                    <a:pt x="153" y="787"/>
                  </a:lnTo>
                  <a:lnTo>
                    <a:pt x="161" y="751"/>
                  </a:lnTo>
                  <a:lnTo>
                    <a:pt x="153" y="411"/>
                  </a:lnTo>
                  <a:lnTo>
                    <a:pt x="153" y="63"/>
                  </a:lnTo>
                  <a:lnTo>
                    <a:pt x="144" y="27"/>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3774;p33">
              <a:extLst>
                <a:ext uri="{FF2B5EF4-FFF2-40B4-BE49-F238E27FC236}">
                  <a16:creationId xmlns:a16="http://schemas.microsoft.com/office/drawing/2014/main" id="{BBD2F01C-6C13-4965-A9DB-566970579E01}"/>
                </a:ext>
              </a:extLst>
            </p:cNvPr>
            <p:cNvSpPr/>
            <p:nvPr/>
          </p:nvSpPr>
          <p:spPr>
            <a:xfrm>
              <a:off x="5312360" y="4358456"/>
              <a:ext cx="8814" cy="40514"/>
            </a:xfrm>
            <a:custGeom>
              <a:avLst/>
              <a:gdLst/>
              <a:ahLst/>
              <a:cxnLst/>
              <a:rect l="l" t="t" r="r" b="b"/>
              <a:pathLst>
                <a:path w="171" h="786" extrusionOk="0">
                  <a:moveTo>
                    <a:pt x="45" y="0"/>
                  </a:moveTo>
                  <a:lnTo>
                    <a:pt x="0" y="45"/>
                  </a:lnTo>
                  <a:lnTo>
                    <a:pt x="0" y="71"/>
                  </a:lnTo>
                  <a:lnTo>
                    <a:pt x="9" y="402"/>
                  </a:lnTo>
                  <a:lnTo>
                    <a:pt x="18" y="723"/>
                  </a:lnTo>
                  <a:lnTo>
                    <a:pt x="27" y="750"/>
                  </a:lnTo>
                  <a:lnTo>
                    <a:pt x="72" y="786"/>
                  </a:lnTo>
                  <a:lnTo>
                    <a:pt x="125" y="786"/>
                  </a:lnTo>
                  <a:lnTo>
                    <a:pt x="170" y="741"/>
                  </a:lnTo>
                  <a:lnTo>
                    <a:pt x="170" y="706"/>
                  </a:lnTo>
                  <a:lnTo>
                    <a:pt x="161" y="384"/>
                  </a:lnTo>
                  <a:lnTo>
                    <a:pt x="152" y="63"/>
                  </a:lnTo>
                  <a:lnTo>
                    <a:pt x="143" y="36"/>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775;p33">
              <a:extLst>
                <a:ext uri="{FF2B5EF4-FFF2-40B4-BE49-F238E27FC236}">
                  <a16:creationId xmlns:a16="http://schemas.microsoft.com/office/drawing/2014/main" id="{15C0B7BC-D21D-4ED7-918C-19A33BD9136C}"/>
                </a:ext>
              </a:extLst>
            </p:cNvPr>
            <p:cNvSpPr/>
            <p:nvPr/>
          </p:nvSpPr>
          <p:spPr>
            <a:xfrm>
              <a:off x="5359316" y="4357529"/>
              <a:ext cx="7886" cy="42834"/>
            </a:xfrm>
            <a:custGeom>
              <a:avLst/>
              <a:gdLst/>
              <a:ahLst/>
              <a:cxnLst/>
              <a:rect l="l" t="t" r="r" b="b"/>
              <a:pathLst>
                <a:path w="153" h="831" extrusionOk="0">
                  <a:moveTo>
                    <a:pt x="107" y="0"/>
                  </a:moveTo>
                  <a:lnTo>
                    <a:pt x="45" y="9"/>
                  </a:lnTo>
                  <a:lnTo>
                    <a:pt x="9" y="45"/>
                  </a:lnTo>
                  <a:lnTo>
                    <a:pt x="0" y="81"/>
                  </a:lnTo>
                  <a:lnTo>
                    <a:pt x="0" y="768"/>
                  </a:lnTo>
                  <a:lnTo>
                    <a:pt x="9" y="795"/>
                  </a:lnTo>
                  <a:lnTo>
                    <a:pt x="45" y="831"/>
                  </a:lnTo>
                  <a:lnTo>
                    <a:pt x="107" y="831"/>
                  </a:lnTo>
                  <a:lnTo>
                    <a:pt x="143" y="786"/>
                  </a:lnTo>
                  <a:lnTo>
                    <a:pt x="152" y="750"/>
                  </a:lnTo>
                  <a:lnTo>
                    <a:pt x="152" y="72"/>
                  </a:lnTo>
                  <a:lnTo>
                    <a:pt x="143" y="36"/>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776;p33">
              <a:extLst>
                <a:ext uri="{FF2B5EF4-FFF2-40B4-BE49-F238E27FC236}">
                  <a16:creationId xmlns:a16="http://schemas.microsoft.com/office/drawing/2014/main" id="{18F2A2DA-E1C5-4918-BD04-E5A9DB3B9060}"/>
                </a:ext>
              </a:extLst>
            </p:cNvPr>
            <p:cNvSpPr/>
            <p:nvPr/>
          </p:nvSpPr>
          <p:spPr>
            <a:xfrm>
              <a:off x="5409932" y="4354745"/>
              <a:ext cx="8814" cy="45153"/>
            </a:xfrm>
            <a:custGeom>
              <a:avLst/>
              <a:gdLst/>
              <a:ahLst/>
              <a:cxnLst/>
              <a:rect l="l" t="t" r="r" b="b"/>
              <a:pathLst>
                <a:path w="171" h="876" extrusionOk="0">
                  <a:moveTo>
                    <a:pt x="108" y="1"/>
                  </a:moveTo>
                  <a:lnTo>
                    <a:pt x="45" y="10"/>
                  </a:lnTo>
                  <a:lnTo>
                    <a:pt x="9" y="45"/>
                  </a:lnTo>
                  <a:lnTo>
                    <a:pt x="1" y="81"/>
                  </a:lnTo>
                  <a:lnTo>
                    <a:pt x="9" y="447"/>
                  </a:lnTo>
                  <a:lnTo>
                    <a:pt x="18" y="804"/>
                  </a:lnTo>
                  <a:lnTo>
                    <a:pt x="27" y="840"/>
                  </a:lnTo>
                  <a:lnTo>
                    <a:pt x="72" y="876"/>
                  </a:lnTo>
                  <a:lnTo>
                    <a:pt x="126" y="867"/>
                  </a:lnTo>
                  <a:lnTo>
                    <a:pt x="170" y="831"/>
                  </a:lnTo>
                  <a:lnTo>
                    <a:pt x="170" y="795"/>
                  </a:lnTo>
                  <a:lnTo>
                    <a:pt x="161" y="429"/>
                  </a:lnTo>
                  <a:lnTo>
                    <a:pt x="152" y="72"/>
                  </a:lnTo>
                  <a:lnTo>
                    <a:pt x="143" y="36"/>
                  </a:lnTo>
                  <a:lnTo>
                    <a:pt x="108"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777;p33">
              <a:extLst>
                <a:ext uri="{FF2B5EF4-FFF2-40B4-BE49-F238E27FC236}">
                  <a16:creationId xmlns:a16="http://schemas.microsoft.com/office/drawing/2014/main" id="{67B35FE1-B8BB-43C1-A966-07324D9EE821}"/>
                </a:ext>
              </a:extLst>
            </p:cNvPr>
            <p:cNvSpPr/>
            <p:nvPr/>
          </p:nvSpPr>
          <p:spPr>
            <a:xfrm>
              <a:off x="5456425" y="4350158"/>
              <a:ext cx="8350" cy="47937"/>
            </a:xfrm>
            <a:custGeom>
              <a:avLst/>
              <a:gdLst/>
              <a:ahLst/>
              <a:cxnLst/>
              <a:rect l="l" t="t" r="r" b="b"/>
              <a:pathLst>
                <a:path w="162" h="930" extrusionOk="0">
                  <a:moveTo>
                    <a:pt x="63" y="0"/>
                  </a:moveTo>
                  <a:lnTo>
                    <a:pt x="18" y="45"/>
                  </a:lnTo>
                  <a:lnTo>
                    <a:pt x="9" y="72"/>
                  </a:lnTo>
                  <a:lnTo>
                    <a:pt x="9" y="474"/>
                  </a:lnTo>
                  <a:lnTo>
                    <a:pt x="0" y="867"/>
                  </a:lnTo>
                  <a:lnTo>
                    <a:pt x="0" y="902"/>
                  </a:lnTo>
                  <a:lnTo>
                    <a:pt x="45" y="929"/>
                  </a:lnTo>
                  <a:lnTo>
                    <a:pt x="99" y="929"/>
                  </a:lnTo>
                  <a:lnTo>
                    <a:pt x="143" y="893"/>
                  </a:lnTo>
                  <a:lnTo>
                    <a:pt x="152" y="858"/>
                  </a:lnTo>
                  <a:lnTo>
                    <a:pt x="152" y="465"/>
                  </a:lnTo>
                  <a:lnTo>
                    <a:pt x="161" y="63"/>
                  </a:lnTo>
                  <a:lnTo>
                    <a:pt x="161" y="27"/>
                  </a:lnTo>
                  <a:lnTo>
                    <a:pt x="11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778;p33">
              <a:extLst>
                <a:ext uri="{FF2B5EF4-FFF2-40B4-BE49-F238E27FC236}">
                  <a16:creationId xmlns:a16="http://schemas.microsoft.com/office/drawing/2014/main" id="{3AF67E20-4BED-4AAB-9F57-DF993187595A}"/>
                </a:ext>
              </a:extLst>
            </p:cNvPr>
            <p:cNvSpPr/>
            <p:nvPr/>
          </p:nvSpPr>
          <p:spPr>
            <a:xfrm>
              <a:off x="5501526" y="4340932"/>
              <a:ext cx="9278" cy="54380"/>
            </a:xfrm>
            <a:custGeom>
              <a:avLst/>
              <a:gdLst/>
              <a:ahLst/>
              <a:cxnLst/>
              <a:rect l="l" t="t" r="r" b="b"/>
              <a:pathLst>
                <a:path w="180" h="1055" extrusionOk="0">
                  <a:moveTo>
                    <a:pt x="135" y="1"/>
                  </a:moveTo>
                  <a:lnTo>
                    <a:pt x="81" y="10"/>
                  </a:lnTo>
                  <a:lnTo>
                    <a:pt x="36" y="45"/>
                  </a:lnTo>
                  <a:lnTo>
                    <a:pt x="27" y="81"/>
                  </a:lnTo>
                  <a:lnTo>
                    <a:pt x="1" y="992"/>
                  </a:lnTo>
                  <a:lnTo>
                    <a:pt x="10" y="1028"/>
                  </a:lnTo>
                  <a:lnTo>
                    <a:pt x="45" y="1054"/>
                  </a:lnTo>
                  <a:lnTo>
                    <a:pt x="108" y="1054"/>
                  </a:lnTo>
                  <a:lnTo>
                    <a:pt x="152" y="1019"/>
                  </a:lnTo>
                  <a:lnTo>
                    <a:pt x="152" y="983"/>
                  </a:lnTo>
                  <a:lnTo>
                    <a:pt x="179" y="72"/>
                  </a:lnTo>
                  <a:lnTo>
                    <a:pt x="179" y="36"/>
                  </a:lnTo>
                  <a:lnTo>
                    <a:pt x="13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779;p33">
              <a:extLst>
                <a:ext uri="{FF2B5EF4-FFF2-40B4-BE49-F238E27FC236}">
                  <a16:creationId xmlns:a16="http://schemas.microsoft.com/office/drawing/2014/main" id="{A40172C0-3613-4B4D-998E-578EDD504AA6}"/>
                </a:ext>
              </a:extLst>
            </p:cNvPr>
            <p:cNvSpPr/>
            <p:nvPr/>
          </p:nvSpPr>
          <p:spPr>
            <a:xfrm>
              <a:off x="5542503" y="4322530"/>
              <a:ext cx="11082" cy="80616"/>
            </a:xfrm>
            <a:custGeom>
              <a:avLst/>
              <a:gdLst/>
              <a:ahLst/>
              <a:cxnLst/>
              <a:rect l="l" t="t" r="r" b="b"/>
              <a:pathLst>
                <a:path w="215" h="1564" extrusionOk="0">
                  <a:moveTo>
                    <a:pt x="116" y="1"/>
                  </a:moveTo>
                  <a:lnTo>
                    <a:pt x="72" y="36"/>
                  </a:lnTo>
                  <a:lnTo>
                    <a:pt x="63" y="72"/>
                  </a:lnTo>
                  <a:lnTo>
                    <a:pt x="36" y="786"/>
                  </a:lnTo>
                  <a:lnTo>
                    <a:pt x="0" y="1501"/>
                  </a:lnTo>
                  <a:lnTo>
                    <a:pt x="0" y="1528"/>
                  </a:lnTo>
                  <a:lnTo>
                    <a:pt x="45" y="1563"/>
                  </a:lnTo>
                  <a:lnTo>
                    <a:pt x="99" y="1554"/>
                  </a:lnTo>
                  <a:lnTo>
                    <a:pt x="143" y="1519"/>
                  </a:lnTo>
                  <a:lnTo>
                    <a:pt x="152" y="1483"/>
                  </a:lnTo>
                  <a:lnTo>
                    <a:pt x="179" y="777"/>
                  </a:lnTo>
                  <a:lnTo>
                    <a:pt x="215" y="63"/>
                  </a:lnTo>
                  <a:lnTo>
                    <a:pt x="206" y="27"/>
                  </a:lnTo>
                  <a:lnTo>
                    <a:pt x="170"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780;p33">
              <a:extLst>
                <a:ext uri="{FF2B5EF4-FFF2-40B4-BE49-F238E27FC236}">
                  <a16:creationId xmlns:a16="http://schemas.microsoft.com/office/drawing/2014/main" id="{C898D151-5FA7-4126-A8BF-498EAD9F1737}"/>
                </a:ext>
              </a:extLst>
            </p:cNvPr>
            <p:cNvSpPr/>
            <p:nvPr/>
          </p:nvSpPr>
          <p:spPr>
            <a:xfrm>
              <a:off x="5151697" y="4409073"/>
              <a:ext cx="8814" cy="75050"/>
            </a:xfrm>
            <a:custGeom>
              <a:avLst/>
              <a:gdLst/>
              <a:ahLst/>
              <a:cxnLst/>
              <a:rect l="l" t="t" r="r" b="b"/>
              <a:pathLst>
                <a:path w="171" h="1456" extrusionOk="0">
                  <a:moveTo>
                    <a:pt x="45" y="0"/>
                  </a:moveTo>
                  <a:lnTo>
                    <a:pt x="1" y="45"/>
                  </a:lnTo>
                  <a:lnTo>
                    <a:pt x="1" y="72"/>
                  </a:lnTo>
                  <a:lnTo>
                    <a:pt x="28" y="1393"/>
                  </a:lnTo>
                  <a:lnTo>
                    <a:pt x="28" y="1420"/>
                  </a:lnTo>
                  <a:lnTo>
                    <a:pt x="72" y="1456"/>
                  </a:lnTo>
                  <a:lnTo>
                    <a:pt x="126" y="1456"/>
                  </a:lnTo>
                  <a:lnTo>
                    <a:pt x="171" y="1411"/>
                  </a:lnTo>
                  <a:lnTo>
                    <a:pt x="171" y="1376"/>
                  </a:lnTo>
                  <a:lnTo>
                    <a:pt x="153" y="63"/>
                  </a:lnTo>
                  <a:lnTo>
                    <a:pt x="144" y="27"/>
                  </a:lnTo>
                  <a:lnTo>
                    <a:pt x="99"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781;p33">
              <a:extLst>
                <a:ext uri="{FF2B5EF4-FFF2-40B4-BE49-F238E27FC236}">
                  <a16:creationId xmlns:a16="http://schemas.microsoft.com/office/drawing/2014/main" id="{14CCC4E4-DC5A-4F96-9AC8-A30AF0EB9817}"/>
                </a:ext>
              </a:extLst>
            </p:cNvPr>
            <p:cNvSpPr/>
            <p:nvPr/>
          </p:nvSpPr>
          <p:spPr>
            <a:xfrm>
              <a:off x="5202365" y="4428402"/>
              <a:ext cx="8763" cy="59895"/>
            </a:xfrm>
            <a:custGeom>
              <a:avLst/>
              <a:gdLst/>
              <a:ahLst/>
              <a:cxnLst/>
              <a:rect l="l" t="t" r="r" b="b"/>
              <a:pathLst>
                <a:path w="170" h="1162" extrusionOk="0">
                  <a:moveTo>
                    <a:pt x="45" y="0"/>
                  </a:moveTo>
                  <a:lnTo>
                    <a:pt x="9" y="45"/>
                  </a:lnTo>
                  <a:lnTo>
                    <a:pt x="0" y="72"/>
                  </a:lnTo>
                  <a:lnTo>
                    <a:pt x="9" y="590"/>
                  </a:lnTo>
                  <a:lnTo>
                    <a:pt x="18" y="1099"/>
                  </a:lnTo>
                  <a:lnTo>
                    <a:pt x="27" y="1126"/>
                  </a:lnTo>
                  <a:lnTo>
                    <a:pt x="72" y="1161"/>
                  </a:lnTo>
                  <a:lnTo>
                    <a:pt x="125" y="1161"/>
                  </a:lnTo>
                  <a:lnTo>
                    <a:pt x="170" y="1117"/>
                  </a:lnTo>
                  <a:lnTo>
                    <a:pt x="170" y="1081"/>
                  </a:lnTo>
                  <a:lnTo>
                    <a:pt x="161" y="572"/>
                  </a:lnTo>
                  <a:lnTo>
                    <a:pt x="152" y="63"/>
                  </a:lnTo>
                  <a:lnTo>
                    <a:pt x="143" y="27"/>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782;p33">
              <a:extLst>
                <a:ext uri="{FF2B5EF4-FFF2-40B4-BE49-F238E27FC236}">
                  <a16:creationId xmlns:a16="http://schemas.microsoft.com/office/drawing/2014/main" id="{82DDF61F-3F45-40FC-A457-731DDF53E39B}"/>
                </a:ext>
              </a:extLst>
            </p:cNvPr>
            <p:cNvSpPr/>
            <p:nvPr/>
          </p:nvSpPr>
          <p:spPr>
            <a:xfrm>
              <a:off x="5257104" y="4442679"/>
              <a:ext cx="8814" cy="47009"/>
            </a:xfrm>
            <a:custGeom>
              <a:avLst/>
              <a:gdLst/>
              <a:ahLst/>
              <a:cxnLst/>
              <a:rect l="l" t="t" r="r" b="b"/>
              <a:pathLst>
                <a:path w="171" h="912" extrusionOk="0">
                  <a:moveTo>
                    <a:pt x="126" y="0"/>
                  </a:moveTo>
                  <a:lnTo>
                    <a:pt x="72" y="9"/>
                  </a:lnTo>
                  <a:lnTo>
                    <a:pt x="28" y="45"/>
                  </a:lnTo>
                  <a:lnTo>
                    <a:pt x="28" y="81"/>
                  </a:lnTo>
                  <a:lnTo>
                    <a:pt x="1" y="849"/>
                  </a:lnTo>
                  <a:lnTo>
                    <a:pt x="10" y="875"/>
                  </a:lnTo>
                  <a:lnTo>
                    <a:pt x="45" y="911"/>
                  </a:lnTo>
                  <a:lnTo>
                    <a:pt x="99" y="911"/>
                  </a:lnTo>
                  <a:lnTo>
                    <a:pt x="144" y="866"/>
                  </a:lnTo>
                  <a:lnTo>
                    <a:pt x="153" y="831"/>
                  </a:lnTo>
                  <a:lnTo>
                    <a:pt x="162" y="456"/>
                  </a:lnTo>
                  <a:lnTo>
                    <a:pt x="170" y="72"/>
                  </a:lnTo>
                  <a:lnTo>
                    <a:pt x="170" y="36"/>
                  </a:lnTo>
                  <a:lnTo>
                    <a:pt x="12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3783;p33">
              <a:extLst>
                <a:ext uri="{FF2B5EF4-FFF2-40B4-BE49-F238E27FC236}">
                  <a16:creationId xmlns:a16="http://schemas.microsoft.com/office/drawing/2014/main" id="{EBFA505D-76CF-4490-85D6-E8FBA085DCD4}"/>
                </a:ext>
              </a:extLst>
            </p:cNvPr>
            <p:cNvSpPr/>
            <p:nvPr/>
          </p:nvSpPr>
          <p:spPr>
            <a:xfrm>
              <a:off x="5309576" y="4446803"/>
              <a:ext cx="7422" cy="41030"/>
            </a:xfrm>
            <a:custGeom>
              <a:avLst/>
              <a:gdLst/>
              <a:ahLst/>
              <a:cxnLst/>
              <a:rect l="l" t="t" r="r" b="b"/>
              <a:pathLst>
                <a:path w="144" h="796" extrusionOk="0">
                  <a:moveTo>
                    <a:pt x="99" y="1"/>
                  </a:moveTo>
                  <a:lnTo>
                    <a:pt x="45" y="10"/>
                  </a:lnTo>
                  <a:lnTo>
                    <a:pt x="1" y="45"/>
                  </a:lnTo>
                  <a:lnTo>
                    <a:pt x="1" y="81"/>
                  </a:lnTo>
                  <a:lnTo>
                    <a:pt x="1" y="724"/>
                  </a:lnTo>
                  <a:lnTo>
                    <a:pt x="1" y="760"/>
                  </a:lnTo>
                  <a:lnTo>
                    <a:pt x="45" y="795"/>
                  </a:lnTo>
                  <a:lnTo>
                    <a:pt x="99" y="786"/>
                  </a:lnTo>
                  <a:lnTo>
                    <a:pt x="144" y="751"/>
                  </a:lnTo>
                  <a:lnTo>
                    <a:pt x="144" y="715"/>
                  </a:lnTo>
                  <a:lnTo>
                    <a:pt x="144" y="72"/>
                  </a:lnTo>
                  <a:lnTo>
                    <a:pt x="144" y="36"/>
                  </a:lnTo>
                  <a:lnTo>
                    <a:pt x="99"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3784;p33">
              <a:extLst>
                <a:ext uri="{FF2B5EF4-FFF2-40B4-BE49-F238E27FC236}">
                  <a16:creationId xmlns:a16="http://schemas.microsoft.com/office/drawing/2014/main" id="{40793281-833C-4E4D-8B2F-943D57936489}"/>
                </a:ext>
              </a:extLst>
            </p:cNvPr>
            <p:cNvSpPr/>
            <p:nvPr/>
          </p:nvSpPr>
          <p:spPr>
            <a:xfrm>
              <a:off x="5357460" y="4446803"/>
              <a:ext cx="7886" cy="39638"/>
            </a:xfrm>
            <a:custGeom>
              <a:avLst/>
              <a:gdLst/>
              <a:ahLst/>
              <a:cxnLst/>
              <a:rect l="l" t="t" r="r" b="b"/>
              <a:pathLst>
                <a:path w="153" h="769" extrusionOk="0">
                  <a:moveTo>
                    <a:pt x="108" y="1"/>
                  </a:moveTo>
                  <a:lnTo>
                    <a:pt x="54" y="10"/>
                  </a:lnTo>
                  <a:lnTo>
                    <a:pt x="9" y="45"/>
                  </a:lnTo>
                  <a:lnTo>
                    <a:pt x="9" y="81"/>
                  </a:lnTo>
                  <a:lnTo>
                    <a:pt x="1" y="697"/>
                  </a:lnTo>
                  <a:lnTo>
                    <a:pt x="1" y="733"/>
                  </a:lnTo>
                  <a:lnTo>
                    <a:pt x="45" y="769"/>
                  </a:lnTo>
                  <a:lnTo>
                    <a:pt x="99" y="760"/>
                  </a:lnTo>
                  <a:lnTo>
                    <a:pt x="143" y="724"/>
                  </a:lnTo>
                  <a:lnTo>
                    <a:pt x="143" y="688"/>
                  </a:lnTo>
                  <a:lnTo>
                    <a:pt x="152" y="72"/>
                  </a:lnTo>
                  <a:lnTo>
                    <a:pt x="152" y="36"/>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785;p33">
              <a:extLst>
                <a:ext uri="{FF2B5EF4-FFF2-40B4-BE49-F238E27FC236}">
                  <a16:creationId xmlns:a16="http://schemas.microsoft.com/office/drawing/2014/main" id="{0ECBC5A1-A2A0-4785-BF92-7D88FB3873CD}"/>
                </a:ext>
              </a:extLst>
            </p:cNvPr>
            <p:cNvSpPr/>
            <p:nvPr/>
          </p:nvSpPr>
          <p:spPr>
            <a:xfrm>
              <a:off x="5400293" y="4444071"/>
              <a:ext cx="7835" cy="39174"/>
            </a:xfrm>
            <a:custGeom>
              <a:avLst/>
              <a:gdLst/>
              <a:ahLst/>
              <a:cxnLst/>
              <a:rect l="l" t="t" r="r" b="b"/>
              <a:pathLst>
                <a:path w="152" h="760" extrusionOk="0">
                  <a:moveTo>
                    <a:pt x="107" y="0"/>
                  </a:moveTo>
                  <a:lnTo>
                    <a:pt x="54" y="9"/>
                  </a:lnTo>
                  <a:lnTo>
                    <a:pt x="9" y="45"/>
                  </a:lnTo>
                  <a:lnTo>
                    <a:pt x="9" y="80"/>
                  </a:lnTo>
                  <a:lnTo>
                    <a:pt x="0" y="697"/>
                  </a:lnTo>
                  <a:lnTo>
                    <a:pt x="0" y="732"/>
                  </a:lnTo>
                  <a:lnTo>
                    <a:pt x="45" y="759"/>
                  </a:lnTo>
                  <a:lnTo>
                    <a:pt x="98" y="759"/>
                  </a:lnTo>
                  <a:lnTo>
                    <a:pt x="143" y="723"/>
                  </a:lnTo>
                  <a:lnTo>
                    <a:pt x="152" y="688"/>
                  </a:lnTo>
                  <a:lnTo>
                    <a:pt x="152" y="71"/>
                  </a:lnTo>
                  <a:lnTo>
                    <a:pt x="152" y="36"/>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3786;p33">
              <a:extLst>
                <a:ext uri="{FF2B5EF4-FFF2-40B4-BE49-F238E27FC236}">
                  <a16:creationId xmlns:a16="http://schemas.microsoft.com/office/drawing/2014/main" id="{D11D727F-CB7D-4371-9705-D9B92B5EBBD8}"/>
                </a:ext>
              </a:extLst>
            </p:cNvPr>
            <p:cNvSpPr/>
            <p:nvPr/>
          </p:nvSpPr>
          <p:spPr>
            <a:xfrm>
              <a:off x="5445858" y="4443607"/>
              <a:ext cx="8763" cy="43298"/>
            </a:xfrm>
            <a:custGeom>
              <a:avLst/>
              <a:gdLst/>
              <a:ahLst/>
              <a:cxnLst/>
              <a:rect l="l" t="t" r="r" b="b"/>
              <a:pathLst>
                <a:path w="170" h="840" extrusionOk="0">
                  <a:moveTo>
                    <a:pt x="45" y="0"/>
                  </a:moveTo>
                  <a:lnTo>
                    <a:pt x="9" y="45"/>
                  </a:lnTo>
                  <a:lnTo>
                    <a:pt x="0" y="72"/>
                  </a:lnTo>
                  <a:lnTo>
                    <a:pt x="18" y="777"/>
                  </a:lnTo>
                  <a:lnTo>
                    <a:pt x="18" y="804"/>
                  </a:lnTo>
                  <a:lnTo>
                    <a:pt x="63" y="839"/>
                  </a:lnTo>
                  <a:lnTo>
                    <a:pt x="116" y="839"/>
                  </a:lnTo>
                  <a:lnTo>
                    <a:pt x="161" y="795"/>
                  </a:lnTo>
                  <a:lnTo>
                    <a:pt x="170" y="759"/>
                  </a:lnTo>
                  <a:lnTo>
                    <a:pt x="152" y="63"/>
                  </a:lnTo>
                  <a:lnTo>
                    <a:pt x="143" y="36"/>
                  </a:lnTo>
                  <a:lnTo>
                    <a:pt x="107"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3787;p33">
              <a:extLst>
                <a:ext uri="{FF2B5EF4-FFF2-40B4-BE49-F238E27FC236}">
                  <a16:creationId xmlns:a16="http://schemas.microsoft.com/office/drawing/2014/main" id="{986CBEED-72F9-4773-9229-A91F8AF0B977}"/>
                </a:ext>
              </a:extLst>
            </p:cNvPr>
            <p:cNvSpPr/>
            <p:nvPr/>
          </p:nvSpPr>
          <p:spPr>
            <a:xfrm>
              <a:off x="5499670" y="4425618"/>
              <a:ext cx="8814" cy="57163"/>
            </a:xfrm>
            <a:custGeom>
              <a:avLst/>
              <a:gdLst/>
              <a:ahLst/>
              <a:cxnLst/>
              <a:rect l="l" t="t" r="r" b="b"/>
              <a:pathLst>
                <a:path w="171" h="1109" extrusionOk="0">
                  <a:moveTo>
                    <a:pt x="72" y="1"/>
                  </a:moveTo>
                  <a:lnTo>
                    <a:pt x="28" y="45"/>
                  </a:lnTo>
                  <a:lnTo>
                    <a:pt x="19" y="72"/>
                  </a:lnTo>
                  <a:lnTo>
                    <a:pt x="10" y="554"/>
                  </a:lnTo>
                  <a:lnTo>
                    <a:pt x="1" y="1046"/>
                  </a:lnTo>
                  <a:lnTo>
                    <a:pt x="1" y="1072"/>
                  </a:lnTo>
                  <a:lnTo>
                    <a:pt x="46" y="1108"/>
                  </a:lnTo>
                  <a:lnTo>
                    <a:pt x="99" y="1099"/>
                  </a:lnTo>
                  <a:lnTo>
                    <a:pt x="144" y="1063"/>
                  </a:lnTo>
                  <a:lnTo>
                    <a:pt x="144" y="1028"/>
                  </a:lnTo>
                  <a:lnTo>
                    <a:pt x="162" y="546"/>
                  </a:lnTo>
                  <a:lnTo>
                    <a:pt x="171" y="63"/>
                  </a:lnTo>
                  <a:lnTo>
                    <a:pt x="162" y="28"/>
                  </a:lnTo>
                  <a:lnTo>
                    <a:pt x="12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788;p33">
              <a:extLst>
                <a:ext uri="{FF2B5EF4-FFF2-40B4-BE49-F238E27FC236}">
                  <a16:creationId xmlns:a16="http://schemas.microsoft.com/office/drawing/2014/main" id="{BC25F135-E984-4ECD-9B8B-A45B8F117C57}"/>
                </a:ext>
              </a:extLst>
            </p:cNvPr>
            <p:cNvSpPr/>
            <p:nvPr/>
          </p:nvSpPr>
          <p:spPr>
            <a:xfrm>
              <a:off x="5547090" y="4409537"/>
              <a:ext cx="13866" cy="78761"/>
            </a:xfrm>
            <a:custGeom>
              <a:avLst/>
              <a:gdLst/>
              <a:ahLst/>
              <a:cxnLst/>
              <a:rect l="l" t="t" r="r" b="b"/>
              <a:pathLst>
                <a:path w="269" h="1528" extrusionOk="0">
                  <a:moveTo>
                    <a:pt x="170" y="0"/>
                  </a:moveTo>
                  <a:lnTo>
                    <a:pt x="126" y="27"/>
                  </a:lnTo>
                  <a:lnTo>
                    <a:pt x="126" y="63"/>
                  </a:lnTo>
                  <a:lnTo>
                    <a:pt x="1" y="1438"/>
                  </a:lnTo>
                  <a:lnTo>
                    <a:pt x="1" y="1474"/>
                  </a:lnTo>
                  <a:lnTo>
                    <a:pt x="45" y="1518"/>
                  </a:lnTo>
                  <a:lnTo>
                    <a:pt x="99" y="1527"/>
                  </a:lnTo>
                  <a:lnTo>
                    <a:pt x="144" y="1500"/>
                  </a:lnTo>
                  <a:lnTo>
                    <a:pt x="152" y="1474"/>
                  </a:lnTo>
                  <a:lnTo>
                    <a:pt x="206" y="777"/>
                  </a:lnTo>
                  <a:lnTo>
                    <a:pt x="269" y="90"/>
                  </a:lnTo>
                  <a:lnTo>
                    <a:pt x="269" y="54"/>
                  </a:lnTo>
                  <a:lnTo>
                    <a:pt x="233" y="9"/>
                  </a:lnTo>
                  <a:lnTo>
                    <a:pt x="170"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789;p33">
              <a:extLst>
                <a:ext uri="{FF2B5EF4-FFF2-40B4-BE49-F238E27FC236}">
                  <a16:creationId xmlns:a16="http://schemas.microsoft.com/office/drawing/2014/main" id="{9DB5F88E-1D37-43F3-AD8E-113A9C65DF45}"/>
                </a:ext>
              </a:extLst>
            </p:cNvPr>
            <p:cNvSpPr/>
            <p:nvPr/>
          </p:nvSpPr>
          <p:spPr>
            <a:xfrm>
              <a:off x="5190355" y="4308253"/>
              <a:ext cx="316744" cy="36906"/>
            </a:xfrm>
            <a:custGeom>
              <a:avLst/>
              <a:gdLst/>
              <a:ahLst/>
              <a:cxnLst/>
              <a:rect l="l" t="t" r="r" b="b"/>
              <a:pathLst>
                <a:path w="6145" h="716" extrusionOk="0">
                  <a:moveTo>
                    <a:pt x="81" y="1"/>
                  </a:moveTo>
                  <a:lnTo>
                    <a:pt x="28" y="27"/>
                  </a:lnTo>
                  <a:lnTo>
                    <a:pt x="1" y="81"/>
                  </a:lnTo>
                  <a:lnTo>
                    <a:pt x="19" y="135"/>
                  </a:lnTo>
                  <a:lnTo>
                    <a:pt x="46" y="144"/>
                  </a:lnTo>
                  <a:lnTo>
                    <a:pt x="412" y="286"/>
                  </a:lnTo>
                  <a:lnTo>
                    <a:pt x="1162" y="501"/>
                  </a:lnTo>
                  <a:lnTo>
                    <a:pt x="1921" y="644"/>
                  </a:lnTo>
                  <a:lnTo>
                    <a:pt x="2689" y="715"/>
                  </a:lnTo>
                  <a:lnTo>
                    <a:pt x="3457" y="715"/>
                  </a:lnTo>
                  <a:lnTo>
                    <a:pt x="4225" y="653"/>
                  </a:lnTo>
                  <a:lnTo>
                    <a:pt x="4984" y="519"/>
                  </a:lnTo>
                  <a:lnTo>
                    <a:pt x="5734" y="304"/>
                  </a:lnTo>
                  <a:lnTo>
                    <a:pt x="6100" y="179"/>
                  </a:lnTo>
                  <a:lnTo>
                    <a:pt x="6127" y="161"/>
                  </a:lnTo>
                  <a:lnTo>
                    <a:pt x="6145" y="108"/>
                  </a:lnTo>
                  <a:lnTo>
                    <a:pt x="6127" y="54"/>
                  </a:lnTo>
                  <a:lnTo>
                    <a:pt x="6082" y="27"/>
                  </a:lnTo>
                  <a:lnTo>
                    <a:pt x="6047" y="36"/>
                  </a:lnTo>
                  <a:lnTo>
                    <a:pt x="5689" y="161"/>
                  </a:lnTo>
                  <a:lnTo>
                    <a:pt x="4957" y="367"/>
                  </a:lnTo>
                  <a:lnTo>
                    <a:pt x="4207" y="501"/>
                  </a:lnTo>
                  <a:lnTo>
                    <a:pt x="3457" y="572"/>
                  </a:lnTo>
                  <a:lnTo>
                    <a:pt x="2698" y="563"/>
                  </a:lnTo>
                  <a:lnTo>
                    <a:pt x="1948" y="492"/>
                  </a:lnTo>
                  <a:lnTo>
                    <a:pt x="1207" y="358"/>
                  </a:lnTo>
                  <a:lnTo>
                    <a:pt x="474" y="144"/>
                  </a:lnTo>
                  <a:lnTo>
                    <a:pt x="117" y="10"/>
                  </a:lnTo>
                  <a:lnTo>
                    <a:pt x="81"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790;p33">
              <a:extLst>
                <a:ext uri="{FF2B5EF4-FFF2-40B4-BE49-F238E27FC236}">
                  <a16:creationId xmlns:a16="http://schemas.microsoft.com/office/drawing/2014/main" id="{0E87CF9B-8BAA-4683-ABCE-29804EF8C2FF}"/>
                </a:ext>
              </a:extLst>
            </p:cNvPr>
            <p:cNvSpPr/>
            <p:nvPr/>
          </p:nvSpPr>
          <p:spPr>
            <a:xfrm>
              <a:off x="5143450" y="4223102"/>
              <a:ext cx="437308" cy="87987"/>
            </a:xfrm>
            <a:custGeom>
              <a:avLst/>
              <a:gdLst/>
              <a:ahLst/>
              <a:cxnLst/>
              <a:rect l="l" t="t" r="r" b="b"/>
              <a:pathLst>
                <a:path w="8484" h="1707" extrusionOk="0">
                  <a:moveTo>
                    <a:pt x="0" y="1"/>
                  </a:moveTo>
                  <a:lnTo>
                    <a:pt x="0" y="1706"/>
                  </a:lnTo>
                  <a:lnTo>
                    <a:pt x="8484" y="1706"/>
                  </a:lnTo>
                  <a:lnTo>
                    <a:pt x="8484" y="1"/>
                  </a:lnTo>
                  <a:lnTo>
                    <a:pt x="8439" y="27"/>
                  </a:lnTo>
                  <a:lnTo>
                    <a:pt x="7894" y="295"/>
                  </a:lnTo>
                  <a:lnTo>
                    <a:pt x="7117" y="554"/>
                  </a:lnTo>
                  <a:lnTo>
                    <a:pt x="6456" y="724"/>
                  </a:lnTo>
                  <a:lnTo>
                    <a:pt x="5662" y="858"/>
                  </a:lnTo>
                  <a:lnTo>
                    <a:pt x="4751" y="929"/>
                  </a:lnTo>
                  <a:lnTo>
                    <a:pt x="4242" y="938"/>
                  </a:lnTo>
                  <a:lnTo>
                    <a:pt x="3733" y="929"/>
                  </a:lnTo>
                  <a:lnTo>
                    <a:pt x="2822" y="858"/>
                  </a:lnTo>
                  <a:lnTo>
                    <a:pt x="2027" y="724"/>
                  </a:lnTo>
                  <a:lnTo>
                    <a:pt x="1366" y="554"/>
                  </a:lnTo>
                  <a:lnTo>
                    <a:pt x="589" y="295"/>
                  </a:lnTo>
                  <a:lnTo>
                    <a:pt x="45" y="27"/>
                  </a:lnTo>
                  <a:lnTo>
                    <a:pt x="0" y="1"/>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791;p33">
              <a:extLst>
                <a:ext uri="{FF2B5EF4-FFF2-40B4-BE49-F238E27FC236}">
                  <a16:creationId xmlns:a16="http://schemas.microsoft.com/office/drawing/2014/main" id="{E377F472-0152-41F0-8184-0098EDE132CE}"/>
                </a:ext>
              </a:extLst>
            </p:cNvPr>
            <p:cNvSpPr/>
            <p:nvPr/>
          </p:nvSpPr>
          <p:spPr>
            <a:xfrm>
              <a:off x="5143450" y="4223102"/>
              <a:ext cx="437308" cy="48401"/>
            </a:xfrm>
            <a:custGeom>
              <a:avLst/>
              <a:gdLst/>
              <a:ahLst/>
              <a:cxnLst/>
              <a:rect l="l" t="t" r="r" b="b"/>
              <a:pathLst>
                <a:path w="8484" h="939" extrusionOk="0">
                  <a:moveTo>
                    <a:pt x="0" y="1"/>
                  </a:moveTo>
                  <a:lnTo>
                    <a:pt x="45" y="27"/>
                  </a:lnTo>
                  <a:lnTo>
                    <a:pt x="589" y="295"/>
                  </a:lnTo>
                  <a:lnTo>
                    <a:pt x="1366" y="554"/>
                  </a:lnTo>
                  <a:lnTo>
                    <a:pt x="2027" y="724"/>
                  </a:lnTo>
                  <a:lnTo>
                    <a:pt x="2822" y="858"/>
                  </a:lnTo>
                  <a:lnTo>
                    <a:pt x="3733" y="929"/>
                  </a:lnTo>
                  <a:lnTo>
                    <a:pt x="4242" y="938"/>
                  </a:lnTo>
                  <a:lnTo>
                    <a:pt x="4751" y="929"/>
                  </a:lnTo>
                  <a:lnTo>
                    <a:pt x="5662" y="858"/>
                  </a:lnTo>
                  <a:lnTo>
                    <a:pt x="6456" y="724"/>
                  </a:lnTo>
                  <a:lnTo>
                    <a:pt x="7117" y="554"/>
                  </a:lnTo>
                  <a:lnTo>
                    <a:pt x="7894" y="295"/>
                  </a:lnTo>
                  <a:lnTo>
                    <a:pt x="8439" y="27"/>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792;p33">
              <a:extLst>
                <a:ext uri="{FF2B5EF4-FFF2-40B4-BE49-F238E27FC236}">
                  <a16:creationId xmlns:a16="http://schemas.microsoft.com/office/drawing/2014/main" id="{767A8B3C-21F4-4028-A269-CFA0FE32261D}"/>
                </a:ext>
              </a:extLst>
            </p:cNvPr>
            <p:cNvSpPr/>
            <p:nvPr/>
          </p:nvSpPr>
          <p:spPr>
            <a:xfrm>
              <a:off x="5488640" y="4252585"/>
              <a:ext cx="9742" cy="59895"/>
            </a:xfrm>
            <a:custGeom>
              <a:avLst/>
              <a:gdLst/>
              <a:ahLst/>
              <a:cxnLst/>
              <a:rect l="l" t="t" r="r" b="b"/>
              <a:pathLst>
                <a:path w="189" h="1162" extrusionOk="0">
                  <a:moveTo>
                    <a:pt x="90" y="0"/>
                  </a:moveTo>
                  <a:lnTo>
                    <a:pt x="45" y="27"/>
                  </a:lnTo>
                  <a:lnTo>
                    <a:pt x="36" y="63"/>
                  </a:lnTo>
                  <a:lnTo>
                    <a:pt x="18" y="572"/>
                  </a:lnTo>
                  <a:lnTo>
                    <a:pt x="1" y="1081"/>
                  </a:lnTo>
                  <a:lnTo>
                    <a:pt x="1" y="1116"/>
                  </a:lnTo>
                  <a:lnTo>
                    <a:pt x="36" y="1161"/>
                  </a:lnTo>
                  <a:lnTo>
                    <a:pt x="99" y="1161"/>
                  </a:lnTo>
                  <a:lnTo>
                    <a:pt x="143" y="1125"/>
                  </a:lnTo>
                  <a:lnTo>
                    <a:pt x="143" y="1099"/>
                  </a:lnTo>
                  <a:lnTo>
                    <a:pt x="170" y="590"/>
                  </a:lnTo>
                  <a:lnTo>
                    <a:pt x="188" y="72"/>
                  </a:lnTo>
                  <a:lnTo>
                    <a:pt x="188" y="45"/>
                  </a:lnTo>
                  <a:lnTo>
                    <a:pt x="143"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793;p33">
              <a:extLst>
                <a:ext uri="{FF2B5EF4-FFF2-40B4-BE49-F238E27FC236}">
                  <a16:creationId xmlns:a16="http://schemas.microsoft.com/office/drawing/2014/main" id="{BA205EF9-BA69-4B47-A6A5-26ED11606435}"/>
                </a:ext>
              </a:extLst>
            </p:cNvPr>
            <p:cNvSpPr/>
            <p:nvPr/>
          </p:nvSpPr>
          <p:spPr>
            <a:xfrm>
              <a:off x="5445394" y="4266399"/>
              <a:ext cx="7835" cy="42834"/>
            </a:xfrm>
            <a:custGeom>
              <a:avLst/>
              <a:gdLst/>
              <a:ahLst/>
              <a:cxnLst/>
              <a:rect l="l" t="t" r="r" b="b"/>
              <a:pathLst>
                <a:path w="152" h="831" extrusionOk="0">
                  <a:moveTo>
                    <a:pt x="54" y="0"/>
                  </a:moveTo>
                  <a:lnTo>
                    <a:pt x="9" y="36"/>
                  </a:lnTo>
                  <a:lnTo>
                    <a:pt x="9" y="63"/>
                  </a:lnTo>
                  <a:lnTo>
                    <a:pt x="0" y="411"/>
                  </a:lnTo>
                  <a:lnTo>
                    <a:pt x="0" y="750"/>
                  </a:lnTo>
                  <a:lnTo>
                    <a:pt x="0" y="786"/>
                  </a:lnTo>
                  <a:lnTo>
                    <a:pt x="45" y="822"/>
                  </a:lnTo>
                  <a:lnTo>
                    <a:pt x="98" y="831"/>
                  </a:lnTo>
                  <a:lnTo>
                    <a:pt x="143" y="795"/>
                  </a:lnTo>
                  <a:lnTo>
                    <a:pt x="143" y="759"/>
                  </a:lnTo>
                  <a:lnTo>
                    <a:pt x="152" y="420"/>
                  </a:lnTo>
                  <a:lnTo>
                    <a:pt x="152" y="80"/>
                  </a:lnTo>
                  <a:lnTo>
                    <a:pt x="152" y="45"/>
                  </a:lnTo>
                  <a:lnTo>
                    <a:pt x="107"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794;p33">
              <a:extLst>
                <a:ext uri="{FF2B5EF4-FFF2-40B4-BE49-F238E27FC236}">
                  <a16:creationId xmlns:a16="http://schemas.microsoft.com/office/drawing/2014/main" id="{C045EBCB-8D59-4D62-B68B-05A1A2DF727D}"/>
                </a:ext>
              </a:extLst>
            </p:cNvPr>
            <p:cNvSpPr/>
            <p:nvPr/>
          </p:nvSpPr>
          <p:spPr>
            <a:xfrm>
              <a:off x="5396118" y="4270522"/>
              <a:ext cx="9278" cy="40566"/>
            </a:xfrm>
            <a:custGeom>
              <a:avLst/>
              <a:gdLst/>
              <a:ahLst/>
              <a:cxnLst/>
              <a:rect l="l" t="t" r="r" b="b"/>
              <a:pathLst>
                <a:path w="180" h="787" extrusionOk="0">
                  <a:moveTo>
                    <a:pt x="72" y="0"/>
                  </a:moveTo>
                  <a:lnTo>
                    <a:pt x="27" y="36"/>
                  </a:lnTo>
                  <a:lnTo>
                    <a:pt x="27" y="63"/>
                  </a:lnTo>
                  <a:lnTo>
                    <a:pt x="19" y="384"/>
                  </a:lnTo>
                  <a:lnTo>
                    <a:pt x="1" y="706"/>
                  </a:lnTo>
                  <a:lnTo>
                    <a:pt x="10" y="742"/>
                  </a:lnTo>
                  <a:lnTo>
                    <a:pt x="45" y="786"/>
                  </a:lnTo>
                  <a:lnTo>
                    <a:pt x="108" y="786"/>
                  </a:lnTo>
                  <a:lnTo>
                    <a:pt x="152" y="751"/>
                  </a:lnTo>
                  <a:lnTo>
                    <a:pt x="152" y="724"/>
                  </a:lnTo>
                  <a:lnTo>
                    <a:pt x="161" y="402"/>
                  </a:lnTo>
                  <a:lnTo>
                    <a:pt x="179" y="81"/>
                  </a:lnTo>
                  <a:lnTo>
                    <a:pt x="170" y="45"/>
                  </a:lnTo>
                  <a:lnTo>
                    <a:pt x="13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3795;p33">
              <a:extLst>
                <a:ext uri="{FF2B5EF4-FFF2-40B4-BE49-F238E27FC236}">
                  <a16:creationId xmlns:a16="http://schemas.microsoft.com/office/drawing/2014/main" id="{AB319151-843A-45C0-86EE-C93BE91A7C6D}"/>
                </a:ext>
              </a:extLst>
            </p:cNvPr>
            <p:cNvSpPr/>
            <p:nvPr/>
          </p:nvSpPr>
          <p:spPr>
            <a:xfrm>
              <a:off x="5350554" y="4269595"/>
              <a:ext cx="7886" cy="42885"/>
            </a:xfrm>
            <a:custGeom>
              <a:avLst/>
              <a:gdLst/>
              <a:ahLst/>
              <a:cxnLst/>
              <a:rect l="l" t="t" r="r" b="b"/>
              <a:pathLst>
                <a:path w="153" h="832" extrusionOk="0">
                  <a:moveTo>
                    <a:pt x="45" y="1"/>
                  </a:moveTo>
                  <a:lnTo>
                    <a:pt x="1" y="36"/>
                  </a:lnTo>
                  <a:lnTo>
                    <a:pt x="1" y="72"/>
                  </a:lnTo>
                  <a:lnTo>
                    <a:pt x="1" y="751"/>
                  </a:lnTo>
                  <a:lnTo>
                    <a:pt x="1" y="786"/>
                  </a:lnTo>
                  <a:lnTo>
                    <a:pt x="45" y="831"/>
                  </a:lnTo>
                  <a:lnTo>
                    <a:pt x="99" y="831"/>
                  </a:lnTo>
                  <a:lnTo>
                    <a:pt x="143" y="795"/>
                  </a:lnTo>
                  <a:lnTo>
                    <a:pt x="152" y="769"/>
                  </a:lnTo>
                  <a:lnTo>
                    <a:pt x="152" y="81"/>
                  </a:lnTo>
                  <a:lnTo>
                    <a:pt x="143" y="45"/>
                  </a:lnTo>
                  <a:lnTo>
                    <a:pt x="99" y="9"/>
                  </a:lnTo>
                  <a:lnTo>
                    <a:pt x="4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3796;p33">
              <a:extLst>
                <a:ext uri="{FF2B5EF4-FFF2-40B4-BE49-F238E27FC236}">
                  <a16:creationId xmlns:a16="http://schemas.microsoft.com/office/drawing/2014/main" id="{2DCD19FC-1723-4BF8-BAA4-4ACD9EF7C8E9}"/>
                </a:ext>
              </a:extLst>
            </p:cNvPr>
            <p:cNvSpPr/>
            <p:nvPr/>
          </p:nvSpPr>
          <p:spPr>
            <a:xfrm>
              <a:off x="5299010" y="4266811"/>
              <a:ext cx="8350" cy="45205"/>
            </a:xfrm>
            <a:custGeom>
              <a:avLst/>
              <a:gdLst/>
              <a:ahLst/>
              <a:cxnLst/>
              <a:rect l="l" t="t" r="r" b="b"/>
              <a:pathLst>
                <a:path w="162" h="877" extrusionOk="0">
                  <a:moveTo>
                    <a:pt x="63" y="1"/>
                  </a:moveTo>
                  <a:lnTo>
                    <a:pt x="18" y="37"/>
                  </a:lnTo>
                  <a:lnTo>
                    <a:pt x="18" y="72"/>
                  </a:lnTo>
                  <a:lnTo>
                    <a:pt x="9" y="430"/>
                  </a:lnTo>
                  <a:lnTo>
                    <a:pt x="0" y="796"/>
                  </a:lnTo>
                  <a:lnTo>
                    <a:pt x="0" y="831"/>
                  </a:lnTo>
                  <a:lnTo>
                    <a:pt x="45" y="867"/>
                  </a:lnTo>
                  <a:lnTo>
                    <a:pt x="99" y="876"/>
                  </a:lnTo>
                  <a:lnTo>
                    <a:pt x="143" y="840"/>
                  </a:lnTo>
                  <a:lnTo>
                    <a:pt x="143" y="805"/>
                  </a:lnTo>
                  <a:lnTo>
                    <a:pt x="152" y="447"/>
                  </a:lnTo>
                  <a:lnTo>
                    <a:pt x="161" y="81"/>
                  </a:lnTo>
                  <a:lnTo>
                    <a:pt x="161" y="46"/>
                  </a:lnTo>
                  <a:lnTo>
                    <a:pt x="117" y="10"/>
                  </a:lnTo>
                  <a:lnTo>
                    <a:pt x="63"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797;p33">
              <a:extLst>
                <a:ext uri="{FF2B5EF4-FFF2-40B4-BE49-F238E27FC236}">
                  <a16:creationId xmlns:a16="http://schemas.microsoft.com/office/drawing/2014/main" id="{73558E3B-7FD4-41E9-892C-4EF19540C89B}"/>
                </a:ext>
              </a:extLst>
            </p:cNvPr>
            <p:cNvSpPr/>
            <p:nvPr/>
          </p:nvSpPr>
          <p:spPr>
            <a:xfrm>
              <a:off x="5252981" y="4262224"/>
              <a:ext cx="8350" cy="48401"/>
            </a:xfrm>
            <a:custGeom>
              <a:avLst/>
              <a:gdLst/>
              <a:ahLst/>
              <a:cxnLst/>
              <a:rect l="l" t="t" r="r" b="b"/>
              <a:pathLst>
                <a:path w="162" h="939" extrusionOk="0">
                  <a:moveTo>
                    <a:pt x="45" y="1"/>
                  </a:moveTo>
                  <a:lnTo>
                    <a:pt x="0" y="36"/>
                  </a:lnTo>
                  <a:lnTo>
                    <a:pt x="0" y="63"/>
                  </a:lnTo>
                  <a:lnTo>
                    <a:pt x="0" y="465"/>
                  </a:lnTo>
                  <a:lnTo>
                    <a:pt x="9" y="858"/>
                  </a:lnTo>
                  <a:lnTo>
                    <a:pt x="18" y="894"/>
                  </a:lnTo>
                  <a:lnTo>
                    <a:pt x="54" y="929"/>
                  </a:lnTo>
                  <a:lnTo>
                    <a:pt x="117" y="938"/>
                  </a:lnTo>
                  <a:lnTo>
                    <a:pt x="152" y="903"/>
                  </a:lnTo>
                  <a:lnTo>
                    <a:pt x="161" y="867"/>
                  </a:lnTo>
                  <a:lnTo>
                    <a:pt x="152" y="474"/>
                  </a:lnTo>
                  <a:lnTo>
                    <a:pt x="143" y="72"/>
                  </a:lnTo>
                  <a:lnTo>
                    <a:pt x="143" y="45"/>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798;p33">
              <a:extLst>
                <a:ext uri="{FF2B5EF4-FFF2-40B4-BE49-F238E27FC236}">
                  <a16:creationId xmlns:a16="http://schemas.microsoft.com/office/drawing/2014/main" id="{B73166EC-229B-4704-93FB-864C57AE1AE3}"/>
                </a:ext>
              </a:extLst>
            </p:cNvPr>
            <p:cNvSpPr/>
            <p:nvPr/>
          </p:nvSpPr>
          <p:spPr>
            <a:xfrm>
              <a:off x="5206952" y="4253049"/>
              <a:ext cx="8814" cy="54792"/>
            </a:xfrm>
            <a:custGeom>
              <a:avLst/>
              <a:gdLst/>
              <a:ahLst/>
              <a:cxnLst/>
              <a:rect l="l" t="t" r="r" b="b"/>
              <a:pathLst>
                <a:path w="171" h="1063" extrusionOk="0">
                  <a:moveTo>
                    <a:pt x="45" y="0"/>
                  </a:moveTo>
                  <a:lnTo>
                    <a:pt x="0" y="36"/>
                  </a:lnTo>
                  <a:lnTo>
                    <a:pt x="0" y="72"/>
                  </a:lnTo>
                  <a:lnTo>
                    <a:pt x="18" y="982"/>
                  </a:lnTo>
                  <a:lnTo>
                    <a:pt x="27" y="1018"/>
                  </a:lnTo>
                  <a:lnTo>
                    <a:pt x="72" y="1054"/>
                  </a:lnTo>
                  <a:lnTo>
                    <a:pt x="125" y="1063"/>
                  </a:lnTo>
                  <a:lnTo>
                    <a:pt x="170" y="1027"/>
                  </a:lnTo>
                  <a:lnTo>
                    <a:pt x="170" y="991"/>
                  </a:lnTo>
                  <a:lnTo>
                    <a:pt x="161" y="536"/>
                  </a:lnTo>
                  <a:lnTo>
                    <a:pt x="143" y="80"/>
                  </a:lnTo>
                  <a:lnTo>
                    <a:pt x="143" y="45"/>
                  </a:lnTo>
                  <a:lnTo>
                    <a:pt x="99" y="9"/>
                  </a:lnTo>
                  <a:lnTo>
                    <a:pt x="45"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799;p33">
              <a:extLst>
                <a:ext uri="{FF2B5EF4-FFF2-40B4-BE49-F238E27FC236}">
                  <a16:creationId xmlns:a16="http://schemas.microsoft.com/office/drawing/2014/main" id="{67E9DD32-D731-48DC-8ABE-DA763041167D}"/>
                </a:ext>
              </a:extLst>
            </p:cNvPr>
            <p:cNvSpPr/>
            <p:nvPr/>
          </p:nvSpPr>
          <p:spPr>
            <a:xfrm>
              <a:off x="5164119" y="4234596"/>
              <a:ext cx="10670" cy="80616"/>
            </a:xfrm>
            <a:custGeom>
              <a:avLst/>
              <a:gdLst/>
              <a:ahLst/>
              <a:cxnLst/>
              <a:rect l="l" t="t" r="r" b="b"/>
              <a:pathLst>
                <a:path w="207" h="1564" extrusionOk="0">
                  <a:moveTo>
                    <a:pt x="46" y="1"/>
                  </a:moveTo>
                  <a:lnTo>
                    <a:pt x="1" y="28"/>
                  </a:lnTo>
                  <a:lnTo>
                    <a:pt x="1" y="63"/>
                  </a:lnTo>
                  <a:lnTo>
                    <a:pt x="28" y="778"/>
                  </a:lnTo>
                  <a:lnTo>
                    <a:pt x="63" y="1483"/>
                  </a:lnTo>
                  <a:lnTo>
                    <a:pt x="63" y="1519"/>
                  </a:lnTo>
                  <a:lnTo>
                    <a:pt x="108" y="1555"/>
                  </a:lnTo>
                  <a:lnTo>
                    <a:pt x="171" y="1564"/>
                  </a:lnTo>
                  <a:lnTo>
                    <a:pt x="206" y="1528"/>
                  </a:lnTo>
                  <a:lnTo>
                    <a:pt x="206" y="1501"/>
                  </a:lnTo>
                  <a:lnTo>
                    <a:pt x="180" y="787"/>
                  </a:lnTo>
                  <a:lnTo>
                    <a:pt x="153" y="72"/>
                  </a:lnTo>
                  <a:lnTo>
                    <a:pt x="144" y="4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800;p33">
              <a:extLst>
                <a:ext uri="{FF2B5EF4-FFF2-40B4-BE49-F238E27FC236}">
                  <a16:creationId xmlns:a16="http://schemas.microsoft.com/office/drawing/2014/main" id="{07B26312-2D17-41A9-9DA5-55919E8D1246}"/>
                </a:ext>
              </a:extLst>
            </p:cNvPr>
            <p:cNvSpPr/>
            <p:nvPr/>
          </p:nvSpPr>
          <p:spPr>
            <a:xfrm>
              <a:off x="5149893" y="4048213"/>
              <a:ext cx="437308" cy="87936"/>
            </a:xfrm>
            <a:custGeom>
              <a:avLst/>
              <a:gdLst/>
              <a:ahLst/>
              <a:cxnLst/>
              <a:rect l="l" t="t" r="r" b="b"/>
              <a:pathLst>
                <a:path w="8484" h="1706" extrusionOk="0">
                  <a:moveTo>
                    <a:pt x="0" y="0"/>
                  </a:moveTo>
                  <a:lnTo>
                    <a:pt x="0" y="1706"/>
                  </a:lnTo>
                  <a:lnTo>
                    <a:pt x="8484" y="1706"/>
                  </a:lnTo>
                  <a:lnTo>
                    <a:pt x="8484" y="0"/>
                  </a:lnTo>
                  <a:lnTo>
                    <a:pt x="8439" y="27"/>
                  </a:lnTo>
                  <a:lnTo>
                    <a:pt x="7894" y="295"/>
                  </a:lnTo>
                  <a:lnTo>
                    <a:pt x="7117" y="554"/>
                  </a:lnTo>
                  <a:lnTo>
                    <a:pt x="6456" y="724"/>
                  </a:lnTo>
                  <a:lnTo>
                    <a:pt x="5662" y="858"/>
                  </a:lnTo>
                  <a:lnTo>
                    <a:pt x="4751" y="929"/>
                  </a:lnTo>
                  <a:lnTo>
                    <a:pt x="4242" y="938"/>
                  </a:lnTo>
                  <a:lnTo>
                    <a:pt x="3733" y="929"/>
                  </a:lnTo>
                  <a:lnTo>
                    <a:pt x="2822" y="858"/>
                  </a:lnTo>
                  <a:lnTo>
                    <a:pt x="2027" y="724"/>
                  </a:lnTo>
                  <a:lnTo>
                    <a:pt x="1366" y="554"/>
                  </a:lnTo>
                  <a:lnTo>
                    <a:pt x="589" y="295"/>
                  </a:lnTo>
                  <a:lnTo>
                    <a:pt x="45" y="27"/>
                  </a:lnTo>
                  <a:lnTo>
                    <a:pt x="0" y="0"/>
                  </a:lnTo>
                  <a:close/>
                </a:path>
              </a:pathLst>
            </a:custGeom>
            <a:solidFill>
              <a:srgbClr val="FFD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3801;p33">
              <a:extLst>
                <a:ext uri="{FF2B5EF4-FFF2-40B4-BE49-F238E27FC236}">
                  <a16:creationId xmlns:a16="http://schemas.microsoft.com/office/drawing/2014/main" id="{1AF151E0-D41C-413C-BF08-B7C80B5FA672}"/>
                </a:ext>
              </a:extLst>
            </p:cNvPr>
            <p:cNvSpPr/>
            <p:nvPr/>
          </p:nvSpPr>
          <p:spPr>
            <a:xfrm>
              <a:off x="5149893" y="4048213"/>
              <a:ext cx="437308" cy="48349"/>
            </a:xfrm>
            <a:custGeom>
              <a:avLst/>
              <a:gdLst/>
              <a:ahLst/>
              <a:cxnLst/>
              <a:rect l="l" t="t" r="r" b="b"/>
              <a:pathLst>
                <a:path w="8484" h="938" extrusionOk="0">
                  <a:moveTo>
                    <a:pt x="0" y="0"/>
                  </a:moveTo>
                  <a:lnTo>
                    <a:pt x="45" y="27"/>
                  </a:lnTo>
                  <a:lnTo>
                    <a:pt x="589" y="295"/>
                  </a:lnTo>
                  <a:lnTo>
                    <a:pt x="1366" y="554"/>
                  </a:lnTo>
                  <a:lnTo>
                    <a:pt x="2027" y="724"/>
                  </a:lnTo>
                  <a:lnTo>
                    <a:pt x="2822" y="858"/>
                  </a:lnTo>
                  <a:lnTo>
                    <a:pt x="3733" y="929"/>
                  </a:lnTo>
                  <a:lnTo>
                    <a:pt x="4242" y="938"/>
                  </a:lnTo>
                  <a:lnTo>
                    <a:pt x="4751" y="929"/>
                  </a:lnTo>
                  <a:lnTo>
                    <a:pt x="5662" y="858"/>
                  </a:lnTo>
                  <a:lnTo>
                    <a:pt x="6456" y="724"/>
                  </a:lnTo>
                  <a:lnTo>
                    <a:pt x="7117" y="554"/>
                  </a:lnTo>
                  <a:lnTo>
                    <a:pt x="7894" y="295"/>
                  </a:lnTo>
                  <a:lnTo>
                    <a:pt x="8439" y="27"/>
                  </a:lnTo>
                  <a:lnTo>
                    <a:pt x="8484" y="0"/>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3802;p33">
              <a:extLst>
                <a:ext uri="{FF2B5EF4-FFF2-40B4-BE49-F238E27FC236}">
                  <a16:creationId xmlns:a16="http://schemas.microsoft.com/office/drawing/2014/main" id="{6E93CC2F-2842-49E5-AF9B-ADAC41332E09}"/>
                </a:ext>
              </a:extLst>
            </p:cNvPr>
            <p:cNvSpPr/>
            <p:nvPr/>
          </p:nvSpPr>
          <p:spPr>
            <a:xfrm>
              <a:off x="5149893" y="4135632"/>
              <a:ext cx="437308" cy="87523"/>
            </a:xfrm>
            <a:custGeom>
              <a:avLst/>
              <a:gdLst/>
              <a:ahLst/>
              <a:cxnLst/>
              <a:rect l="l" t="t" r="r" b="b"/>
              <a:pathLst>
                <a:path w="8484" h="1698" extrusionOk="0">
                  <a:moveTo>
                    <a:pt x="0" y="1"/>
                  </a:moveTo>
                  <a:lnTo>
                    <a:pt x="0" y="1698"/>
                  </a:lnTo>
                  <a:lnTo>
                    <a:pt x="8484" y="1698"/>
                  </a:lnTo>
                  <a:lnTo>
                    <a:pt x="8484" y="1"/>
                  </a:lnTo>
                  <a:lnTo>
                    <a:pt x="8439" y="28"/>
                  </a:lnTo>
                  <a:lnTo>
                    <a:pt x="7894" y="296"/>
                  </a:lnTo>
                  <a:lnTo>
                    <a:pt x="7117" y="555"/>
                  </a:lnTo>
                  <a:lnTo>
                    <a:pt x="6456" y="724"/>
                  </a:lnTo>
                  <a:lnTo>
                    <a:pt x="5662" y="849"/>
                  </a:lnTo>
                  <a:lnTo>
                    <a:pt x="4751" y="930"/>
                  </a:lnTo>
                  <a:lnTo>
                    <a:pt x="4242" y="939"/>
                  </a:lnTo>
                  <a:lnTo>
                    <a:pt x="3733" y="930"/>
                  </a:lnTo>
                  <a:lnTo>
                    <a:pt x="2822" y="849"/>
                  </a:lnTo>
                  <a:lnTo>
                    <a:pt x="2027" y="724"/>
                  </a:lnTo>
                  <a:lnTo>
                    <a:pt x="1366" y="555"/>
                  </a:lnTo>
                  <a:lnTo>
                    <a:pt x="589" y="296"/>
                  </a:lnTo>
                  <a:lnTo>
                    <a:pt x="45" y="28"/>
                  </a:lnTo>
                  <a:lnTo>
                    <a:pt x="0" y="1"/>
                  </a:lnTo>
                  <a:close/>
                </a:path>
              </a:pathLst>
            </a:custGeom>
            <a:solidFill>
              <a:srgbClr val="FFB3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3803;p33">
              <a:extLst>
                <a:ext uri="{FF2B5EF4-FFF2-40B4-BE49-F238E27FC236}">
                  <a16:creationId xmlns:a16="http://schemas.microsoft.com/office/drawing/2014/main" id="{B35F6CA4-3B49-4CC1-8F3E-4ECE1B21B90B}"/>
                </a:ext>
              </a:extLst>
            </p:cNvPr>
            <p:cNvSpPr/>
            <p:nvPr/>
          </p:nvSpPr>
          <p:spPr>
            <a:xfrm>
              <a:off x="5149893" y="4135632"/>
              <a:ext cx="437308" cy="48401"/>
            </a:xfrm>
            <a:custGeom>
              <a:avLst/>
              <a:gdLst/>
              <a:ahLst/>
              <a:cxnLst/>
              <a:rect l="l" t="t" r="r" b="b"/>
              <a:pathLst>
                <a:path w="8484" h="939" extrusionOk="0">
                  <a:moveTo>
                    <a:pt x="0" y="1"/>
                  </a:moveTo>
                  <a:lnTo>
                    <a:pt x="45" y="28"/>
                  </a:lnTo>
                  <a:lnTo>
                    <a:pt x="589" y="296"/>
                  </a:lnTo>
                  <a:lnTo>
                    <a:pt x="1366" y="555"/>
                  </a:lnTo>
                  <a:lnTo>
                    <a:pt x="2027" y="724"/>
                  </a:lnTo>
                  <a:lnTo>
                    <a:pt x="2822" y="849"/>
                  </a:lnTo>
                  <a:lnTo>
                    <a:pt x="3733" y="930"/>
                  </a:lnTo>
                  <a:lnTo>
                    <a:pt x="4242" y="939"/>
                  </a:lnTo>
                  <a:lnTo>
                    <a:pt x="4751" y="930"/>
                  </a:lnTo>
                  <a:lnTo>
                    <a:pt x="5662" y="849"/>
                  </a:lnTo>
                  <a:lnTo>
                    <a:pt x="6456" y="724"/>
                  </a:lnTo>
                  <a:lnTo>
                    <a:pt x="7117" y="555"/>
                  </a:lnTo>
                  <a:lnTo>
                    <a:pt x="7894" y="296"/>
                  </a:lnTo>
                  <a:lnTo>
                    <a:pt x="8439" y="28"/>
                  </a:lnTo>
                  <a:lnTo>
                    <a:pt x="8484" y="1"/>
                  </a:lnTo>
                  <a:close/>
                </a:path>
              </a:pathLst>
            </a:custGeom>
            <a:solidFill>
              <a:srgbClr val="FBC2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3804;p33">
              <a:extLst>
                <a:ext uri="{FF2B5EF4-FFF2-40B4-BE49-F238E27FC236}">
                  <a16:creationId xmlns:a16="http://schemas.microsoft.com/office/drawing/2014/main" id="{029EC667-59F1-4BBA-8D8A-DCC48EA8BAC7}"/>
                </a:ext>
              </a:extLst>
            </p:cNvPr>
            <p:cNvSpPr/>
            <p:nvPr/>
          </p:nvSpPr>
          <p:spPr>
            <a:xfrm>
              <a:off x="5180253" y="4062955"/>
              <a:ext cx="12474" cy="75977"/>
            </a:xfrm>
            <a:custGeom>
              <a:avLst/>
              <a:gdLst/>
              <a:ahLst/>
              <a:cxnLst/>
              <a:rect l="l" t="t" r="r" b="b"/>
              <a:pathLst>
                <a:path w="242" h="1474" extrusionOk="0">
                  <a:moveTo>
                    <a:pt x="99" y="0"/>
                  </a:moveTo>
                  <a:lnTo>
                    <a:pt x="45" y="9"/>
                  </a:lnTo>
                  <a:lnTo>
                    <a:pt x="0" y="45"/>
                  </a:lnTo>
                  <a:lnTo>
                    <a:pt x="0" y="80"/>
                  </a:lnTo>
                  <a:lnTo>
                    <a:pt x="45" y="741"/>
                  </a:lnTo>
                  <a:lnTo>
                    <a:pt x="90" y="1411"/>
                  </a:lnTo>
                  <a:lnTo>
                    <a:pt x="99" y="1438"/>
                  </a:lnTo>
                  <a:lnTo>
                    <a:pt x="143" y="1473"/>
                  </a:lnTo>
                  <a:lnTo>
                    <a:pt x="197" y="1473"/>
                  </a:lnTo>
                  <a:lnTo>
                    <a:pt x="242" y="1429"/>
                  </a:lnTo>
                  <a:lnTo>
                    <a:pt x="242" y="1402"/>
                  </a:lnTo>
                  <a:lnTo>
                    <a:pt x="197" y="732"/>
                  </a:lnTo>
                  <a:lnTo>
                    <a:pt x="152" y="71"/>
                  </a:lnTo>
                  <a:lnTo>
                    <a:pt x="143" y="36"/>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3805;p33">
              <a:extLst>
                <a:ext uri="{FF2B5EF4-FFF2-40B4-BE49-F238E27FC236}">
                  <a16:creationId xmlns:a16="http://schemas.microsoft.com/office/drawing/2014/main" id="{3C91B74D-AEF1-47AA-8C58-2741CFDF46AC}"/>
                </a:ext>
              </a:extLst>
            </p:cNvPr>
            <p:cNvSpPr/>
            <p:nvPr/>
          </p:nvSpPr>
          <p:spPr>
            <a:xfrm>
              <a:off x="5232260" y="4077645"/>
              <a:ext cx="10206" cy="59895"/>
            </a:xfrm>
            <a:custGeom>
              <a:avLst/>
              <a:gdLst/>
              <a:ahLst/>
              <a:cxnLst/>
              <a:rect l="l" t="t" r="r" b="b"/>
              <a:pathLst>
                <a:path w="198" h="1162" extrusionOk="0">
                  <a:moveTo>
                    <a:pt x="45" y="1"/>
                  </a:moveTo>
                  <a:lnTo>
                    <a:pt x="1" y="45"/>
                  </a:lnTo>
                  <a:lnTo>
                    <a:pt x="1" y="72"/>
                  </a:lnTo>
                  <a:lnTo>
                    <a:pt x="18" y="590"/>
                  </a:lnTo>
                  <a:lnTo>
                    <a:pt x="45" y="1099"/>
                  </a:lnTo>
                  <a:lnTo>
                    <a:pt x="54" y="1126"/>
                  </a:lnTo>
                  <a:lnTo>
                    <a:pt x="90" y="1162"/>
                  </a:lnTo>
                  <a:lnTo>
                    <a:pt x="152" y="1162"/>
                  </a:lnTo>
                  <a:lnTo>
                    <a:pt x="188" y="1117"/>
                  </a:lnTo>
                  <a:lnTo>
                    <a:pt x="197" y="1090"/>
                  </a:lnTo>
                  <a:lnTo>
                    <a:pt x="170" y="572"/>
                  </a:lnTo>
                  <a:lnTo>
                    <a:pt x="152" y="63"/>
                  </a:lnTo>
                  <a:lnTo>
                    <a:pt x="143"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3806;p33">
              <a:extLst>
                <a:ext uri="{FF2B5EF4-FFF2-40B4-BE49-F238E27FC236}">
                  <a16:creationId xmlns:a16="http://schemas.microsoft.com/office/drawing/2014/main" id="{22EE0E56-6918-4667-9855-0B48B6614EC0}"/>
                </a:ext>
              </a:extLst>
            </p:cNvPr>
            <p:cNvSpPr/>
            <p:nvPr/>
          </p:nvSpPr>
          <p:spPr>
            <a:xfrm>
              <a:off x="5277361" y="4091459"/>
              <a:ext cx="8350" cy="42885"/>
            </a:xfrm>
            <a:custGeom>
              <a:avLst/>
              <a:gdLst/>
              <a:ahLst/>
              <a:cxnLst/>
              <a:rect l="l" t="t" r="r" b="b"/>
              <a:pathLst>
                <a:path w="162" h="832" extrusionOk="0">
                  <a:moveTo>
                    <a:pt x="45" y="1"/>
                  </a:moveTo>
                  <a:lnTo>
                    <a:pt x="1" y="45"/>
                  </a:lnTo>
                  <a:lnTo>
                    <a:pt x="1" y="81"/>
                  </a:lnTo>
                  <a:lnTo>
                    <a:pt x="1" y="420"/>
                  </a:lnTo>
                  <a:lnTo>
                    <a:pt x="10" y="760"/>
                  </a:lnTo>
                  <a:lnTo>
                    <a:pt x="10" y="795"/>
                  </a:lnTo>
                  <a:lnTo>
                    <a:pt x="54" y="831"/>
                  </a:lnTo>
                  <a:lnTo>
                    <a:pt x="108" y="822"/>
                  </a:lnTo>
                  <a:lnTo>
                    <a:pt x="153" y="787"/>
                  </a:lnTo>
                  <a:lnTo>
                    <a:pt x="161" y="751"/>
                  </a:lnTo>
                  <a:lnTo>
                    <a:pt x="153" y="411"/>
                  </a:lnTo>
                  <a:lnTo>
                    <a:pt x="153" y="63"/>
                  </a:lnTo>
                  <a:lnTo>
                    <a:pt x="144"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3807;p33">
              <a:extLst>
                <a:ext uri="{FF2B5EF4-FFF2-40B4-BE49-F238E27FC236}">
                  <a16:creationId xmlns:a16="http://schemas.microsoft.com/office/drawing/2014/main" id="{56CB384C-62A1-4BCE-81B8-670467246B9D}"/>
                </a:ext>
              </a:extLst>
            </p:cNvPr>
            <p:cNvSpPr/>
            <p:nvPr/>
          </p:nvSpPr>
          <p:spPr>
            <a:xfrm>
              <a:off x="5325709" y="4095634"/>
              <a:ext cx="8814" cy="40514"/>
            </a:xfrm>
            <a:custGeom>
              <a:avLst/>
              <a:gdLst/>
              <a:ahLst/>
              <a:cxnLst/>
              <a:rect l="l" t="t" r="r" b="b"/>
              <a:pathLst>
                <a:path w="171" h="786" extrusionOk="0">
                  <a:moveTo>
                    <a:pt x="45" y="0"/>
                  </a:moveTo>
                  <a:lnTo>
                    <a:pt x="0" y="45"/>
                  </a:lnTo>
                  <a:lnTo>
                    <a:pt x="0" y="80"/>
                  </a:lnTo>
                  <a:lnTo>
                    <a:pt x="9" y="402"/>
                  </a:lnTo>
                  <a:lnTo>
                    <a:pt x="18" y="723"/>
                  </a:lnTo>
                  <a:lnTo>
                    <a:pt x="27" y="750"/>
                  </a:lnTo>
                  <a:lnTo>
                    <a:pt x="63" y="786"/>
                  </a:lnTo>
                  <a:lnTo>
                    <a:pt x="125" y="786"/>
                  </a:lnTo>
                  <a:lnTo>
                    <a:pt x="161" y="741"/>
                  </a:lnTo>
                  <a:lnTo>
                    <a:pt x="170" y="714"/>
                  </a:lnTo>
                  <a:lnTo>
                    <a:pt x="161" y="384"/>
                  </a:lnTo>
                  <a:lnTo>
                    <a:pt x="143" y="63"/>
                  </a:lnTo>
                  <a:lnTo>
                    <a:pt x="143" y="36"/>
                  </a:lnTo>
                  <a:lnTo>
                    <a:pt x="99"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3808;p33">
              <a:extLst>
                <a:ext uri="{FF2B5EF4-FFF2-40B4-BE49-F238E27FC236}">
                  <a16:creationId xmlns:a16="http://schemas.microsoft.com/office/drawing/2014/main" id="{879CF97B-2DD8-4815-8C15-80ED0DCEFA29}"/>
                </a:ext>
              </a:extLst>
            </p:cNvPr>
            <p:cNvSpPr/>
            <p:nvPr/>
          </p:nvSpPr>
          <p:spPr>
            <a:xfrm>
              <a:off x="5372666" y="4094706"/>
              <a:ext cx="7422" cy="42834"/>
            </a:xfrm>
            <a:custGeom>
              <a:avLst/>
              <a:gdLst/>
              <a:ahLst/>
              <a:cxnLst/>
              <a:rect l="l" t="t" r="r" b="b"/>
              <a:pathLst>
                <a:path w="144" h="831" extrusionOk="0">
                  <a:moveTo>
                    <a:pt x="98" y="0"/>
                  </a:moveTo>
                  <a:lnTo>
                    <a:pt x="45" y="9"/>
                  </a:lnTo>
                  <a:lnTo>
                    <a:pt x="0" y="45"/>
                  </a:lnTo>
                  <a:lnTo>
                    <a:pt x="0" y="81"/>
                  </a:lnTo>
                  <a:lnTo>
                    <a:pt x="0" y="768"/>
                  </a:lnTo>
                  <a:lnTo>
                    <a:pt x="0" y="795"/>
                  </a:lnTo>
                  <a:lnTo>
                    <a:pt x="45" y="831"/>
                  </a:lnTo>
                  <a:lnTo>
                    <a:pt x="98" y="831"/>
                  </a:lnTo>
                  <a:lnTo>
                    <a:pt x="143" y="786"/>
                  </a:lnTo>
                  <a:lnTo>
                    <a:pt x="143" y="759"/>
                  </a:lnTo>
                  <a:lnTo>
                    <a:pt x="143" y="72"/>
                  </a:lnTo>
                  <a:lnTo>
                    <a:pt x="143" y="36"/>
                  </a:lnTo>
                  <a:lnTo>
                    <a:pt x="98"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3809;p33">
              <a:extLst>
                <a:ext uri="{FF2B5EF4-FFF2-40B4-BE49-F238E27FC236}">
                  <a16:creationId xmlns:a16="http://schemas.microsoft.com/office/drawing/2014/main" id="{0116C665-05EF-4E42-9317-7E9E7BA12F2F}"/>
                </a:ext>
              </a:extLst>
            </p:cNvPr>
            <p:cNvSpPr/>
            <p:nvPr/>
          </p:nvSpPr>
          <p:spPr>
            <a:xfrm>
              <a:off x="5423282" y="4091923"/>
              <a:ext cx="8814" cy="45153"/>
            </a:xfrm>
            <a:custGeom>
              <a:avLst/>
              <a:gdLst/>
              <a:ahLst/>
              <a:cxnLst/>
              <a:rect l="l" t="t" r="r" b="b"/>
              <a:pathLst>
                <a:path w="171" h="876" extrusionOk="0">
                  <a:moveTo>
                    <a:pt x="99" y="1"/>
                  </a:moveTo>
                  <a:lnTo>
                    <a:pt x="45" y="10"/>
                  </a:lnTo>
                  <a:lnTo>
                    <a:pt x="1" y="45"/>
                  </a:lnTo>
                  <a:lnTo>
                    <a:pt x="1" y="81"/>
                  </a:lnTo>
                  <a:lnTo>
                    <a:pt x="9" y="447"/>
                  </a:lnTo>
                  <a:lnTo>
                    <a:pt x="18" y="804"/>
                  </a:lnTo>
                  <a:lnTo>
                    <a:pt x="27" y="840"/>
                  </a:lnTo>
                  <a:lnTo>
                    <a:pt x="63" y="876"/>
                  </a:lnTo>
                  <a:lnTo>
                    <a:pt x="126" y="867"/>
                  </a:lnTo>
                  <a:lnTo>
                    <a:pt x="161" y="831"/>
                  </a:lnTo>
                  <a:lnTo>
                    <a:pt x="170" y="795"/>
                  </a:lnTo>
                  <a:lnTo>
                    <a:pt x="161" y="429"/>
                  </a:lnTo>
                  <a:lnTo>
                    <a:pt x="152" y="72"/>
                  </a:lnTo>
                  <a:lnTo>
                    <a:pt x="143" y="36"/>
                  </a:lnTo>
                  <a:lnTo>
                    <a:pt x="99"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3810;p33">
              <a:extLst>
                <a:ext uri="{FF2B5EF4-FFF2-40B4-BE49-F238E27FC236}">
                  <a16:creationId xmlns:a16="http://schemas.microsoft.com/office/drawing/2014/main" id="{9BA45784-A5DE-4FF1-83E8-02BFD3900341}"/>
                </a:ext>
              </a:extLst>
            </p:cNvPr>
            <p:cNvSpPr/>
            <p:nvPr/>
          </p:nvSpPr>
          <p:spPr>
            <a:xfrm>
              <a:off x="5469311" y="4087335"/>
              <a:ext cx="8814" cy="48349"/>
            </a:xfrm>
            <a:custGeom>
              <a:avLst/>
              <a:gdLst/>
              <a:ahLst/>
              <a:cxnLst/>
              <a:rect l="l" t="t" r="r" b="b"/>
              <a:pathLst>
                <a:path w="171" h="938" extrusionOk="0">
                  <a:moveTo>
                    <a:pt x="63" y="0"/>
                  </a:moveTo>
                  <a:lnTo>
                    <a:pt x="18" y="45"/>
                  </a:lnTo>
                  <a:lnTo>
                    <a:pt x="18" y="81"/>
                  </a:lnTo>
                  <a:lnTo>
                    <a:pt x="1" y="867"/>
                  </a:lnTo>
                  <a:lnTo>
                    <a:pt x="9" y="902"/>
                  </a:lnTo>
                  <a:lnTo>
                    <a:pt x="45" y="938"/>
                  </a:lnTo>
                  <a:lnTo>
                    <a:pt x="108" y="929"/>
                  </a:lnTo>
                  <a:lnTo>
                    <a:pt x="152" y="893"/>
                  </a:lnTo>
                  <a:lnTo>
                    <a:pt x="152" y="858"/>
                  </a:lnTo>
                  <a:lnTo>
                    <a:pt x="170" y="63"/>
                  </a:lnTo>
                  <a:lnTo>
                    <a:pt x="161" y="36"/>
                  </a:lnTo>
                  <a:lnTo>
                    <a:pt x="126" y="0"/>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3811;p33">
              <a:extLst>
                <a:ext uri="{FF2B5EF4-FFF2-40B4-BE49-F238E27FC236}">
                  <a16:creationId xmlns:a16="http://schemas.microsoft.com/office/drawing/2014/main" id="{B1DA0374-83DC-4534-879A-AA49C6002439}"/>
                </a:ext>
              </a:extLst>
            </p:cNvPr>
            <p:cNvSpPr/>
            <p:nvPr/>
          </p:nvSpPr>
          <p:spPr>
            <a:xfrm>
              <a:off x="5514875" y="4078109"/>
              <a:ext cx="9278" cy="54844"/>
            </a:xfrm>
            <a:custGeom>
              <a:avLst/>
              <a:gdLst/>
              <a:ahLst/>
              <a:cxnLst/>
              <a:rect l="l" t="t" r="r" b="b"/>
              <a:pathLst>
                <a:path w="180" h="1064" extrusionOk="0">
                  <a:moveTo>
                    <a:pt x="135" y="1"/>
                  </a:moveTo>
                  <a:lnTo>
                    <a:pt x="72" y="10"/>
                  </a:lnTo>
                  <a:lnTo>
                    <a:pt x="27" y="45"/>
                  </a:lnTo>
                  <a:lnTo>
                    <a:pt x="27" y="81"/>
                  </a:lnTo>
                  <a:lnTo>
                    <a:pt x="1" y="992"/>
                  </a:lnTo>
                  <a:lnTo>
                    <a:pt x="1" y="1028"/>
                  </a:lnTo>
                  <a:lnTo>
                    <a:pt x="45" y="1063"/>
                  </a:lnTo>
                  <a:lnTo>
                    <a:pt x="99" y="1054"/>
                  </a:lnTo>
                  <a:lnTo>
                    <a:pt x="143" y="1019"/>
                  </a:lnTo>
                  <a:lnTo>
                    <a:pt x="152" y="983"/>
                  </a:lnTo>
                  <a:lnTo>
                    <a:pt x="179" y="72"/>
                  </a:lnTo>
                  <a:lnTo>
                    <a:pt x="170" y="36"/>
                  </a:lnTo>
                  <a:lnTo>
                    <a:pt x="135"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3812;p33">
              <a:extLst>
                <a:ext uri="{FF2B5EF4-FFF2-40B4-BE49-F238E27FC236}">
                  <a16:creationId xmlns:a16="http://schemas.microsoft.com/office/drawing/2014/main" id="{838B032B-BD71-410B-AA04-CE3938132376}"/>
                </a:ext>
              </a:extLst>
            </p:cNvPr>
            <p:cNvSpPr/>
            <p:nvPr/>
          </p:nvSpPr>
          <p:spPr>
            <a:xfrm>
              <a:off x="5555853" y="4059708"/>
              <a:ext cx="10618" cy="80616"/>
            </a:xfrm>
            <a:custGeom>
              <a:avLst/>
              <a:gdLst/>
              <a:ahLst/>
              <a:cxnLst/>
              <a:rect l="l" t="t" r="r" b="b"/>
              <a:pathLst>
                <a:path w="206" h="1564" extrusionOk="0">
                  <a:moveTo>
                    <a:pt x="108" y="1"/>
                  </a:moveTo>
                  <a:lnTo>
                    <a:pt x="63" y="45"/>
                  </a:lnTo>
                  <a:lnTo>
                    <a:pt x="63" y="72"/>
                  </a:lnTo>
                  <a:lnTo>
                    <a:pt x="27" y="786"/>
                  </a:lnTo>
                  <a:lnTo>
                    <a:pt x="0" y="1501"/>
                  </a:lnTo>
                  <a:lnTo>
                    <a:pt x="0" y="1528"/>
                  </a:lnTo>
                  <a:lnTo>
                    <a:pt x="45" y="1563"/>
                  </a:lnTo>
                  <a:lnTo>
                    <a:pt x="99" y="1563"/>
                  </a:lnTo>
                  <a:lnTo>
                    <a:pt x="143" y="1519"/>
                  </a:lnTo>
                  <a:lnTo>
                    <a:pt x="143" y="1483"/>
                  </a:lnTo>
                  <a:lnTo>
                    <a:pt x="179" y="777"/>
                  </a:lnTo>
                  <a:lnTo>
                    <a:pt x="206" y="63"/>
                  </a:lnTo>
                  <a:lnTo>
                    <a:pt x="206" y="27"/>
                  </a:lnTo>
                  <a:lnTo>
                    <a:pt x="161" y="1"/>
                  </a:lnTo>
                  <a:close/>
                </a:path>
              </a:pathLst>
            </a:custGeom>
            <a:solidFill>
              <a:srgbClr val="FFE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3813;p33">
              <a:extLst>
                <a:ext uri="{FF2B5EF4-FFF2-40B4-BE49-F238E27FC236}">
                  <a16:creationId xmlns:a16="http://schemas.microsoft.com/office/drawing/2014/main" id="{957B23F8-307E-4BA8-867E-6F007D5AAF8D}"/>
                </a:ext>
              </a:extLst>
            </p:cNvPr>
            <p:cNvSpPr/>
            <p:nvPr/>
          </p:nvSpPr>
          <p:spPr>
            <a:xfrm>
              <a:off x="5164583" y="4146250"/>
              <a:ext cx="9278" cy="75050"/>
            </a:xfrm>
            <a:custGeom>
              <a:avLst/>
              <a:gdLst/>
              <a:ahLst/>
              <a:cxnLst/>
              <a:rect l="l" t="t" r="r" b="b"/>
              <a:pathLst>
                <a:path w="180" h="1456" extrusionOk="0">
                  <a:moveTo>
                    <a:pt x="54" y="0"/>
                  </a:moveTo>
                  <a:lnTo>
                    <a:pt x="10" y="45"/>
                  </a:lnTo>
                  <a:lnTo>
                    <a:pt x="1" y="72"/>
                  </a:lnTo>
                  <a:lnTo>
                    <a:pt x="28" y="1393"/>
                  </a:lnTo>
                  <a:lnTo>
                    <a:pt x="37" y="1420"/>
                  </a:lnTo>
                  <a:lnTo>
                    <a:pt x="72" y="1456"/>
                  </a:lnTo>
                  <a:lnTo>
                    <a:pt x="135" y="1456"/>
                  </a:lnTo>
                  <a:lnTo>
                    <a:pt x="171" y="1411"/>
                  </a:lnTo>
                  <a:lnTo>
                    <a:pt x="179" y="1384"/>
                  </a:lnTo>
                  <a:lnTo>
                    <a:pt x="153" y="63"/>
                  </a:lnTo>
                  <a:lnTo>
                    <a:pt x="153" y="27"/>
                  </a:lnTo>
                  <a:lnTo>
                    <a:pt x="10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3814;p33">
              <a:extLst>
                <a:ext uri="{FF2B5EF4-FFF2-40B4-BE49-F238E27FC236}">
                  <a16:creationId xmlns:a16="http://schemas.microsoft.com/office/drawing/2014/main" id="{444B3647-8478-4E51-A00A-DDEE83E581FD}"/>
                </a:ext>
              </a:extLst>
            </p:cNvPr>
            <p:cNvSpPr/>
            <p:nvPr/>
          </p:nvSpPr>
          <p:spPr>
            <a:xfrm>
              <a:off x="5215715" y="4165579"/>
              <a:ext cx="8763" cy="59895"/>
            </a:xfrm>
            <a:custGeom>
              <a:avLst/>
              <a:gdLst/>
              <a:ahLst/>
              <a:cxnLst/>
              <a:rect l="l" t="t" r="r" b="b"/>
              <a:pathLst>
                <a:path w="170" h="1162" extrusionOk="0">
                  <a:moveTo>
                    <a:pt x="45" y="0"/>
                  </a:moveTo>
                  <a:lnTo>
                    <a:pt x="0" y="45"/>
                  </a:lnTo>
                  <a:lnTo>
                    <a:pt x="0" y="72"/>
                  </a:lnTo>
                  <a:lnTo>
                    <a:pt x="9" y="590"/>
                  </a:lnTo>
                  <a:lnTo>
                    <a:pt x="18" y="1099"/>
                  </a:lnTo>
                  <a:lnTo>
                    <a:pt x="27" y="1126"/>
                  </a:lnTo>
                  <a:lnTo>
                    <a:pt x="63" y="1161"/>
                  </a:lnTo>
                  <a:lnTo>
                    <a:pt x="125" y="1161"/>
                  </a:lnTo>
                  <a:lnTo>
                    <a:pt x="161" y="1117"/>
                  </a:lnTo>
                  <a:lnTo>
                    <a:pt x="170" y="1090"/>
                  </a:lnTo>
                  <a:lnTo>
                    <a:pt x="161" y="572"/>
                  </a:lnTo>
                  <a:lnTo>
                    <a:pt x="152" y="63"/>
                  </a:lnTo>
                  <a:lnTo>
                    <a:pt x="143" y="36"/>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3815;p33">
              <a:extLst>
                <a:ext uri="{FF2B5EF4-FFF2-40B4-BE49-F238E27FC236}">
                  <a16:creationId xmlns:a16="http://schemas.microsoft.com/office/drawing/2014/main" id="{51579E3D-AA3B-4573-8FE2-248114753008}"/>
                </a:ext>
              </a:extLst>
            </p:cNvPr>
            <p:cNvSpPr/>
            <p:nvPr/>
          </p:nvSpPr>
          <p:spPr>
            <a:xfrm>
              <a:off x="5270454" y="4180321"/>
              <a:ext cx="8814" cy="46545"/>
            </a:xfrm>
            <a:custGeom>
              <a:avLst/>
              <a:gdLst/>
              <a:ahLst/>
              <a:cxnLst/>
              <a:rect l="l" t="t" r="r" b="b"/>
              <a:pathLst>
                <a:path w="171" h="903" extrusionOk="0">
                  <a:moveTo>
                    <a:pt x="72" y="0"/>
                  </a:moveTo>
                  <a:lnTo>
                    <a:pt x="28" y="36"/>
                  </a:lnTo>
                  <a:lnTo>
                    <a:pt x="19" y="72"/>
                  </a:lnTo>
                  <a:lnTo>
                    <a:pt x="10" y="456"/>
                  </a:lnTo>
                  <a:lnTo>
                    <a:pt x="1" y="840"/>
                  </a:lnTo>
                  <a:lnTo>
                    <a:pt x="1" y="866"/>
                  </a:lnTo>
                  <a:lnTo>
                    <a:pt x="45" y="902"/>
                  </a:lnTo>
                  <a:lnTo>
                    <a:pt x="99" y="902"/>
                  </a:lnTo>
                  <a:lnTo>
                    <a:pt x="144" y="857"/>
                  </a:lnTo>
                  <a:lnTo>
                    <a:pt x="144" y="831"/>
                  </a:lnTo>
                  <a:lnTo>
                    <a:pt x="162" y="447"/>
                  </a:lnTo>
                  <a:lnTo>
                    <a:pt x="170" y="63"/>
                  </a:lnTo>
                  <a:lnTo>
                    <a:pt x="170" y="27"/>
                  </a:lnTo>
                  <a:lnTo>
                    <a:pt x="126"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3816;p33">
              <a:extLst>
                <a:ext uri="{FF2B5EF4-FFF2-40B4-BE49-F238E27FC236}">
                  <a16:creationId xmlns:a16="http://schemas.microsoft.com/office/drawing/2014/main" id="{AF89F314-154B-47B7-BF23-18A7EA88D96B}"/>
                </a:ext>
              </a:extLst>
            </p:cNvPr>
            <p:cNvSpPr/>
            <p:nvPr/>
          </p:nvSpPr>
          <p:spPr>
            <a:xfrm>
              <a:off x="5322462" y="4184444"/>
              <a:ext cx="7886" cy="40566"/>
            </a:xfrm>
            <a:custGeom>
              <a:avLst/>
              <a:gdLst/>
              <a:ahLst/>
              <a:cxnLst/>
              <a:rect l="l" t="t" r="r" b="b"/>
              <a:pathLst>
                <a:path w="153" h="787" extrusionOk="0">
                  <a:moveTo>
                    <a:pt x="54" y="1"/>
                  </a:moveTo>
                  <a:lnTo>
                    <a:pt x="10" y="36"/>
                  </a:lnTo>
                  <a:lnTo>
                    <a:pt x="1" y="72"/>
                  </a:lnTo>
                  <a:lnTo>
                    <a:pt x="1" y="715"/>
                  </a:lnTo>
                  <a:lnTo>
                    <a:pt x="10" y="751"/>
                  </a:lnTo>
                  <a:lnTo>
                    <a:pt x="54" y="786"/>
                  </a:lnTo>
                  <a:lnTo>
                    <a:pt x="108" y="777"/>
                  </a:lnTo>
                  <a:lnTo>
                    <a:pt x="153" y="742"/>
                  </a:lnTo>
                  <a:lnTo>
                    <a:pt x="153" y="706"/>
                  </a:lnTo>
                  <a:lnTo>
                    <a:pt x="153" y="63"/>
                  </a:lnTo>
                  <a:lnTo>
                    <a:pt x="153" y="27"/>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3817;p33">
              <a:extLst>
                <a:ext uri="{FF2B5EF4-FFF2-40B4-BE49-F238E27FC236}">
                  <a16:creationId xmlns:a16="http://schemas.microsoft.com/office/drawing/2014/main" id="{37B8235B-8B1A-4391-A8AA-44B2F0764037}"/>
                </a:ext>
              </a:extLst>
            </p:cNvPr>
            <p:cNvSpPr/>
            <p:nvPr/>
          </p:nvSpPr>
          <p:spPr>
            <a:xfrm>
              <a:off x="5370346" y="4184444"/>
              <a:ext cx="8350" cy="39174"/>
            </a:xfrm>
            <a:custGeom>
              <a:avLst/>
              <a:gdLst/>
              <a:ahLst/>
              <a:cxnLst/>
              <a:rect l="l" t="t" r="r" b="b"/>
              <a:pathLst>
                <a:path w="162" h="760" extrusionOk="0">
                  <a:moveTo>
                    <a:pt x="54" y="1"/>
                  </a:moveTo>
                  <a:lnTo>
                    <a:pt x="18" y="36"/>
                  </a:lnTo>
                  <a:lnTo>
                    <a:pt x="10" y="72"/>
                  </a:lnTo>
                  <a:lnTo>
                    <a:pt x="1" y="688"/>
                  </a:lnTo>
                  <a:lnTo>
                    <a:pt x="10" y="724"/>
                  </a:lnTo>
                  <a:lnTo>
                    <a:pt x="45" y="760"/>
                  </a:lnTo>
                  <a:lnTo>
                    <a:pt x="108" y="751"/>
                  </a:lnTo>
                  <a:lnTo>
                    <a:pt x="143" y="715"/>
                  </a:lnTo>
                  <a:lnTo>
                    <a:pt x="152" y="679"/>
                  </a:lnTo>
                  <a:lnTo>
                    <a:pt x="161" y="63"/>
                  </a:lnTo>
                  <a:lnTo>
                    <a:pt x="152" y="27"/>
                  </a:lnTo>
                  <a:lnTo>
                    <a:pt x="117"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3818;p33">
              <a:extLst>
                <a:ext uri="{FF2B5EF4-FFF2-40B4-BE49-F238E27FC236}">
                  <a16:creationId xmlns:a16="http://schemas.microsoft.com/office/drawing/2014/main" id="{46DAB6A5-C9C4-4394-BD9D-A8C87A76E007}"/>
                </a:ext>
              </a:extLst>
            </p:cNvPr>
            <p:cNvSpPr/>
            <p:nvPr/>
          </p:nvSpPr>
          <p:spPr>
            <a:xfrm>
              <a:off x="5413592" y="4181661"/>
              <a:ext cx="7886" cy="39174"/>
            </a:xfrm>
            <a:custGeom>
              <a:avLst/>
              <a:gdLst/>
              <a:ahLst/>
              <a:cxnLst/>
              <a:rect l="l" t="t" r="r" b="b"/>
              <a:pathLst>
                <a:path w="153" h="760" extrusionOk="0">
                  <a:moveTo>
                    <a:pt x="55" y="1"/>
                  </a:moveTo>
                  <a:lnTo>
                    <a:pt x="10" y="37"/>
                  </a:lnTo>
                  <a:lnTo>
                    <a:pt x="1" y="72"/>
                  </a:lnTo>
                  <a:lnTo>
                    <a:pt x="1" y="689"/>
                  </a:lnTo>
                  <a:lnTo>
                    <a:pt x="1" y="724"/>
                  </a:lnTo>
                  <a:lnTo>
                    <a:pt x="46" y="760"/>
                  </a:lnTo>
                  <a:lnTo>
                    <a:pt x="99" y="751"/>
                  </a:lnTo>
                  <a:lnTo>
                    <a:pt x="144" y="715"/>
                  </a:lnTo>
                  <a:lnTo>
                    <a:pt x="144" y="680"/>
                  </a:lnTo>
                  <a:lnTo>
                    <a:pt x="153" y="63"/>
                  </a:lnTo>
                  <a:lnTo>
                    <a:pt x="153" y="28"/>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3819;p33">
              <a:extLst>
                <a:ext uri="{FF2B5EF4-FFF2-40B4-BE49-F238E27FC236}">
                  <a16:creationId xmlns:a16="http://schemas.microsoft.com/office/drawing/2014/main" id="{A66F8D12-0EE8-4484-8743-8EBEE64E3855}"/>
                </a:ext>
              </a:extLst>
            </p:cNvPr>
            <p:cNvSpPr/>
            <p:nvPr/>
          </p:nvSpPr>
          <p:spPr>
            <a:xfrm>
              <a:off x="5459208" y="4180784"/>
              <a:ext cx="8299" cy="43298"/>
            </a:xfrm>
            <a:custGeom>
              <a:avLst/>
              <a:gdLst/>
              <a:ahLst/>
              <a:cxnLst/>
              <a:rect l="l" t="t" r="r" b="b"/>
              <a:pathLst>
                <a:path w="161" h="840" extrusionOk="0">
                  <a:moveTo>
                    <a:pt x="45" y="0"/>
                  </a:moveTo>
                  <a:lnTo>
                    <a:pt x="0" y="45"/>
                  </a:lnTo>
                  <a:lnTo>
                    <a:pt x="0" y="80"/>
                  </a:lnTo>
                  <a:lnTo>
                    <a:pt x="9" y="777"/>
                  </a:lnTo>
                  <a:lnTo>
                    <a:pt x="18" y="804"/>
                  </a:lnTo>
                  <a:lnTo>
                    <a:pt x="63" y="839"/>
                  </a:lnTo>
                  <a:lnTo>
                    <a:pt x="116" y="839"/>
                  </a:lnTo>
                  <a:lnTo>
                    <a:pt x="161" y="795"/>
                  </a:lnTo>
                  <a:lnTo>
                    <a:pt x="161" y="768"/>
                  </a:lnTo>
                  <a:lnTo>
                    <a:pt x="152" y="63"/>
                  </a:lnTo>
                  <a:lnTo>
                    <a:pt x="143" y="36"/>
                  </a:lnTo>
                  <a:lnTo>
                    <a:pt x="98"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3820;p33">
              <a:extLst>
                <a:ext uri="{FF2B5EF4-FFF2-40B4-BE49-F238E27FC236}">
                  <a16:creationId xmlns:a16="http://schemas.microsoft.com/office/drawing/2014/main" id="{23669E34-2167-409B-A581-FCB0A713F908}"/>
                </a:ext>
              </a:extLst>
            </p:cNvPr>
            <p:cNvSpPr/>
            <p:nvPr/>
          </p:nvSpPr>
          <p:spPr>
            <a:xfrm>
              <a:off x="5512556" y="4162796"/>
              <a:ext cx="8814" cy="57163"/>
            </a:xfrm>
            <a:custGeom>
              <a:avLst/>
              <a:gdLst/>
              <a:ahLst/>
              <a:cxnLst/>
              <a:rect l="l" t="t" r="r" b="b"/>
              <a:pathLst>
                <a:path w="171" h="1109" extrusionOk="0">
                  <a:moveTo>
                    <a:pt x="72" y="1"/>
                  </a:moveTo>
                  <a:lnTo>
                    <a:pt x="28" y="45"/>
                  </a:lnTo>
                  <a:lnTo>
                    <a:pt x="28" y="72"/>
                  </a:lnTo>
                  <a:lnTo>
                    <a:pt x="19" y="563"/>
                  </a:lnTo>
                  <a:lnTo>
                    <a:pt x="1" y="1046"/>
                  </a:lnTo>
                  <a:lnTo>
                    <a:pt x="10" y="1072"/>
                  </a:lnTo>
                  <a:lnTo>
                    <a:pt x="46" y="1108"/>
                  </a:lnTo>
                  <a:lnTo>
                    <a:pt x="108" y="1108"/>
                  </a:lnTo>
                  <a:lnTo>
                    <a:pt x="144" y="1063"/>
                  </a:lnTo>
                  <a:lnTo>
                    <a:pt x="153" y="1037"/>
                  </a:lnTo>
                  <a:lnTo>
                    <a:pt x="162" y="546"/>
                  </a:lnTo>
                  <a:lnTo>
                    <a:pt x="171" y="63"/>
                  </a:lnTo>
                  <a:lnTo>
                    <a:pt x="171" y="37"/>
                  </a:lnTo>
                  <a:lnTo>
                    <a:pt x="126"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3821;p33">
              <a:extLst>
                <a:ext uri="{FF2B5EF4-FFF2-40B4-BE49-F238E27FC236}">
                  <a16:creationId xmlns:a16="http://schemas.microsoft.com/office/drawing/2014/main" id="{0550F3D1-A734-4AB1-8656-3C0783790D9D}"/>
                </a:ext>
              </a:extLst>
            </p:cNvPr>
            <p:cNvSpPr/>
            <p:nvPr/>
          </p:nvSpPr>
          <p:spPr>
            <a:xfrm>
              <a:off x="5560440" y="4146714"/>
              <a:ext cx="13866" cy="79225"/>
            </a:xfrm>
            <a:custGeom>
              <a:avLst/>
              <a:gdLst/>
              <a:ahLst/>
              <a:cxnLst/>
              <a:rect l="l" t="t" r="r" b="b"/>
              <a:pathLst>
                <a:path w="269" h="1537" extrusionOk="0">
                  <a:moveTo>
                    <a:pt x="170" y="0"/>
                  </a:moveTo>
                  <a:lnTo>
                    <a:pt x="126" y="27"/>
                  </a:lnTo>
                  <a:lnTo>
                    <a:pt x="117" y="63"/>
                  </a:lnTo>
                  <a:lnTo>
                    <a:pt x="1" y="1447"/>
                  </a:lnTo>
                  <a:lnTo>
                    <a:pt x="1" y="1474"/>
                  </a:lnTo>
                  <a:lnTo>
                    <a:pt x="36" y="1518"/>
                  </a:lnTo>
                  <a:lnTo>
                    <a:pt x="90" y="1536"/>
                  </a:lnTo>
                  <a:lnTo>
                    <a:pt x="135" y="1500"/>
                  </a:lnTo>
                  <a:lnTo>
                    <a:pt x="144" y="1474"/>
                  </a:lnTo>
                  <a:lnTo>
                    <a:pt x="206" y="777"/>
                  </a:lnTo>
                  <a:lnTo>
                    <a:pt x="269" y="90"/>
                  </a:lnTo>
                  <a:lnTo>
                    <a:pt x="260" y="54"/>
                  </a:lnTo>
                  <a:lnTo>
                    <a:pt x="224" y="9"/>
                  </a:lnTo>
                  <a:lnTo>
                    <a:pt x="170" y="0"/>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3822;p33">
              <a:extLst>
                <a:ext uri="{FF2B5EF4-FFF2-40B4-BE49-F238E27FC236}">
                  <a16:creationId xmlns:a16="http://schemas.microsoft.com/office/drawing/2014/main" id="{29ACE688-27D4-4649-ACEE-C93E4005504C}"/>
                </a:ext>
              </a:extLst>
            </p:cNvPr>
            <p:cNvSpPr/>
            <p:nvPr/>
          </p:nvSpPr>
          <p:spPr>
            <a:xfrm>
              <a:off x="5203705" y="4045894"/>
              <a:ext cx="316744" cy="36442"/>
            </a:xfrm>
            <a:custGeom>
              <a:avLst/>
              <a:gdLst/>
              <a:ahLst/>
              <a:cxnLst/>
              <a:rect l="l" t="t" r="r" b="b"/>
              <a:pathLst>
                <a:path w="6145" h="707" extrusionOk="0">
                  <a:moveTo>
                    <a:pt x="72" y="1"/>
                  </a:moveTo>
                  <a:lnTo>
                    <a:pt x="28" y="18"/>
                  </a:lnTo>
                  <a:lnTo>
                    <a:pt x="1" y="72"/>
                  </a:lnTo>
                  <a:lnTo>
                    <a:pt x="19" y="126"/>
                  </a:lnTo>
                  <a:lnTo>
                    <a:pt x="46" y="143"/>
                  </a:lnTo>
                  <a:lnTo>
                    <a:pt x="412" y="277"/>
                  </a:lnTo>
                  <a:lnTo>
                    <a:pt x="1153" y="492"/>
                  </a:lnTo>
                  <a:lnTo>
                    <a:pt x="1912" y="635"/>
                  </a:lnTo>
                  <a:lnTo>
                    <a:pt x="2680" y="706"/>
                  </a:lnTo>
                  <a:lnTo>
                    <a:pt x="3448" y="706"/>
                  </a:lnTo>
                  <a:lnTo>
                    <a:pt x="4216" y="644"/>
                  </a:lnTo>
                  <a:lnTo>
                    <a:pt x="4975" y="510"/>
                  </a:lnTo>
                  <a:lnTo>
                    <a:pt x="5725" y="304"/>
                  </a:lnTo>
                  <a:lnTo>
                    <a:pt x="6091" y="170"/>
                  </a:lnTo>
                  <a:lnTo>
                    <a:pt x="6127" y="152"/>
                  </a:lnTo>
                  <a:lnTo>
                    <a:pt x="6145" y="99"/>
                  </a:lnTo>
                  <a:lnTo>
                    <a:pt x="6127" y="45"/>
                  </a:lnTo>
                  <a:lnTo>
                    <a:pt x="6073" y="18"/>
                  </a:lnTo>
                  <a:lnTo>
                    <a:pt x="6047" y="27"/>
                  </a:lnTo>
                  <a:lnTo>
                    <a:pt x="5680" y="161"/>
                  </a:lnTo>
                  <a:lnTo>
                    <a:pt x="4948" y="358"/>
                  </a:lnTo>
                  <a:lnTo>
                    <a:pt x="4207" y="492"/>
                  </a:lnTo>
                  <a:lnTo>
                    <a:pt x="3448" y="563"/>
                  </a:lnTo>
                  <a:lnTo>
                    <a:pt x="2698" y="563"/>
                  </a:lnTo>
                  <a:lnTo>
                    <a:pt x="1948" y="492"/>
                  </a:lnTo>
                  <a:lnTo>
                    <a:pt x="1198" y="349"/>
                  </a:lnTo>
                  <a:lnTo>
                    <a:pt x="465" y="135"/>
                  </a:lnTo>
                  <a:lnTo>
                    <a:pt x="108" y="1"/>
                  </a:lnTo>
                  <a:close/>
                </a:path>
              </a:pathLst>
            </a:custGeom>
            <a:solidFill>
              <a:srgbClr val="FFD3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3823;p33">
              <a:extLst>
                <a:ext uri="{FF2B5EF4-FFF2-40B4-BE49-F238E27FC236}">
                  <a16:creationId xmlns:a16="http://schemas.microsoft.com/office/drawing/2014/main" id="{7CBBF534-1502-4354-997A-4A673B6ED464}"/>
                </a:ext>
              </a:extLst>
            </p:cNvPr>
            <p:cNvSpPr/>
            <p:nvPr/>
          </p:nvSpPr>
          <p:spPr>
            <a:xfrm>
              <a:off x="5913052" y="4370879"/>
              <a:ext cx="289116" cy="160202"/>
            </a:xfrm>
            <a:custGeom>
              <a:avLst/>
              <a:gdLst/>
              <a:ahLst/>
              <a:cxnLst/>
              <a:rect l="l" t="t" r="r" b="b"/>
              <a:pathLst>
                <a:path w="5609" h="3108" extrusionOk="0">
                  <a:moveTo>
                    <a:pt x="3885" y="0"/>
                  </a:moveTo>
                  <a:lnTo>
                    <a:pt x="3876" y="27"/>
                  </a:lnTo>
                  <a:lnTo>
                    <a:pt x="3858" y="45"/>
                  </a:lnTo>
                  <a:lnTo>
                    <a:pt x="3617" y="366"/>
                  </a:lnTo>
                  <a:lnTo>
                    <a:pt x="3099" y="991"/>
                  </a:lnTo>
                  <a:lnTo>
                    <a:pt x="2822" y="1286"/>
                  </a:lnTo>
                  <a:lnTo>
                    <a:pt x="2652" y="1465"/>
                  </a:lnTo>
                  <a:lnTo>
                    <a:pt x="2465" y="1616"/>
                  </a:lnTo>
                  <a:lnTo>
                    <a:pt x="2268" y="1741"/>
                  </a:lnTo>
                  <a:lnTo>
                    <a:pt x="1849" y="1929"/>
                  </a:lnTo>
                  <a:lnTo>
                    <a:pt x="1634" y="2009"/>
                  </a:lnTo>
                  <a:lnTo>
                    <a:pt x="1179" y="2188"/>
                  </a:lnTo>
                  <a:lnTo>
                    <a:pt x="536" y="2536"/>
                  </a:lnTo>
                  <a:lnTo>
                    <a:pt x="161" y="2831"/>
                  </a:lnTo>
                  <a:lnTo>
                    <a:pt x="0" y="3018"/>
                  </a:lnTo>
                  <a:lnTo>
                    <a:pt x="0" y="3045"/>
                  </a:lnTo>
                  <a:lnTo>
                    <a:pt x="223" y="3081"/>
                  </a:lnTo>
                  <a:lnTo>
                    <a:pt x="688" y="3108"/>
                  </a:lnTo>
                  <a:lnTo>
                    <a:pt x="920" y="3099"/>
                  </a:lnTo>
                  <a:lnTo>
                    <a:pt x="2545" y="3063"/>
                  </a:lnTo>
                  <a:lnTo>
                    <a:pt x="4170" y="2965"/>
                  </a:lnTo>
                  <a:lnTo>
                    <a:pt x="4295" y="2965"/>
                  </a:lnTo>
                  <a:lnTo>
                    <a:pt x="4402" y="2920"/>
                  </a:lnTo>
                  <a:lnTo>
                    <a:pt x="4492" y="2867"/>
                  </a:lnTo>
                  <a:lnTo>
                    <a:pt x="4563" y="2795"/>
                  </a:lnTo>
                  <a:lnTo>
                    <a:pt x="5072" y="2277"/>
                  </a:lnTo>
                  <a:lnTo>
                    <a:pt x="5608" y="1795"/>
                  </a:lnTo>
                  <a:lnTo>
                    <a:pt x="5537" y="1081"/>
                  </a:lnTo>
                  <a:lnTo>
                    <a:pt x="5447" y="366"/>
                  </a:lnTo>
                  <a:lnTo>
                    <a:pt x="5242" y="366"/>
                  </a:lnTo>
                  <a:lnTo>
                    <a:pt x="4840" y="322"/>
                  </a:lnTo>
                  <a:lnTo>
                    <a:pt x="4447" y="223"/>
                  </a:lnTo>
                  <a:lnTo>
                    <a:pt x="4072" y="89"/>
                  </a:lnTo>
                  <a:lnTo>
                    <a:pt x="3885"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3824;p33">
              <a:extLst>
                <a:ext uri="{FF2B5EF4-FFF2-40B4-BE49-F238E27FC236}">
                  <a16:creationId xmlns:a16="http://schemas.microsoft.com/office/drawing/2014/main" id="{EE62108C-2062-4A46-9585-86917311AD50}"/>
                </a:ext>
              </a:extLst>
            </p:cNvPr>
            <p:cNvSpPr/>
            <p:nvPr/>
          </p:nvSpPr>
          <p:spPr>
            <a:xfrm>
              <a:off x="6015676" y="4502058"/>
              <a:ext cx="354011" cy="158862"/>
            </a:xfrm>
            <a:custGeom>
              <a:avLst/>
              <a:gdLst/>
              <a:ahLst/>
              <a:cxnLst/>
              <a:rect l="l" t="t" r="r" b="b"/>
              <a:pathLst>
                <a:path w="6868" h="3082" extrusionOk="0">
                  <a:moveTo>
                    <a:pt x="3885" y="0"/>
                  </a:moveTo>
                  <a:lnTo>
                    <a:pt x="3635" y="331"/>
                  </a:lnTo>
                  <a:lnTo>
                    <a:pt x="3108" y="965"/>
                  </a:lnTo>
                  <a:lnTo>
                    <a:pt x="2831" y="1268"/>
                  </a:lnTo>
                  <a:lnTo>
                    <a:pt x="2662" y="1447"/>
                  </a:lnTo>
                  <a:lnTo>
                    <a:pt x="2474" y="1599"/>
                  </a:lnTo>
                  <a:lnTo>
                    <a:pt x="2278" y="1724"/>
                  </a:lnTo>
                  <a:lnTo>
                    <a:pt x="1858" y="1902"/>
                  </a:lnTo>
                  <a:lnTo>
                    <a:pt x="1644" y="1983"/>
                  </a:lnTo>
                  <a:lnTo>
                    <a:pt x="1188" y="2161"/>
                  </a:lnTo>
                  <a:lnTo>
                    <a:pt x="545" y="2509"/>
                  </a:lnTo>
                  <a:lnTo>
                    <a:pt x="170" y="2813"/>
                  </a:lnTo>
                  <a:lnTo>
                    <a:pt x="9" y="2992"/>
                  </a:lnTo>
                  <a:lnTo>
                    <a:pt x="0" y="3019"/>
                  </a:lnTo>
                  <a:lnTo>
                    <a:pt x="233" y="3063"/>
                  </a:lnTo>
                  <a:lnTo>
                    <a:pt x="697" y="3081"/>
                  </a:lnTo>
                  <a:lnTo>
                    <a:pt x="929" y="3081"/>
                  </a:lnTo>
                  <a:lnTo>
                    <a:pt x="2554" y="3036"/>
                  </a:lnTo>
                  <a:lnTo>
                    <a:pt x="4180" y="2947"/>
                  </a:lnTo>
                  <a:lnTo>
                    <a:pt x="4296" y="2938"/>
                  </a:lnTo>
                  <a:lnTo>
                    <a:pt x="4412" y="2902"/>
                  </a:lnTo>
                  <a:lnTo>
                    <a:pt x="4492" y="2849"/>
                  </a:lnTo>
                  <a:lnTo>
                    <a:pt x="4573" y="2768"/>
                  </a:lnTo>
                  <a:lnTo>
                    <a:pt x="5055" y="2277"/>
                  </a:lnTo>
                  <a:lnTo>
                    <a:pt x="6100" y="1349"/>
                  </a:lnTo>
                  <a:lnTo>
                    <a:pt x="6653" y="920"/>
                  </a:lnTo>
                  <a:lnTo>
                    <a:pt x="6716" y="875"/>
                  </a:lnTo>
                  <a:lnTo>
                    <a:pt x="6823" y="759"/>
                  </a:lnTo>
                  <a:lnTo>
                    <a:pt x="6850" y="688"/>
                  </a:lnTo>
                  <a:lnTo>
                    <a:pt x="6868" y="563"/>
                  </a:lnTo>
                  <a:lnTo>
                    <a:pt x="6832" y="429"/>
                  </a:lnTo>
                  <a:lnTo>
                    <a:pt x="6769" y="250"/>
                  </a:lnTo>
                  <a:lnTo>
                    <a:pt x="6680" y="81"/>
                  </a:lnTo>
                  <a:lnTo>
                    <a:pt x="6341" y="179"/>
                  </a:lnTo>
                  <a:lnTo>
                    <a:pt x="5635" y="277"/>
                  </a:lnTo>
                  <a:lnTo>
                    <a:pt x="4921" y="250"/>
                  </a:lnTo>
                  <a:lnTo>
                    <a:pt x="4215" y="116"/>
                  </a:lnTo>
                  <a:lnTo>
                    <a:pt x="3885"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3825;p33">
              <a:extLst>
                <a:ext uri="{FF2B5EF4-FFF2-40B4-BE49-F238E27FC236}">
                  <a16:creationId xmlns:a16="http://schemas.microsoft.com/office/drawing/2014/main" id="{0CF37DC5-54A1-4384-AEA6-AE8C358A15B0}"/>
                </a:ext>
              </a:extLst>
            </p:cNvPr>
            <p:cNvSpPr/>
            <p:nvPr/>
          </p:nvSpPr>
          <p:spPr>
            <a:xfrm>
              <a:off x="5962276" y="3429119"/>
              <a:ext cx="407412" cy="1087290"/>
            </a:xfrm>
            <a:custGeom>
              <a:avLst/>
              <a:gdLst/>
              <a:ahLst/>
              <a:cxnLst/>
              <a:rect l="l" t="t" r="r" b="b"/>
              <a:pathLst>
                <a:path w="7904" h="21094" extrusionOk="0">
                  <a:moveTo>
                    <a:pt x="7046" y="0"/>
                  </a:moveTo>
                  <a:lnTo>
                    <a:pt x="6662" y="188"/>
                  </a:lnTo>
                  <a:lnTo>
                    <a:pt x="5867" y="465"/>
                  </a:lnTo>
                  <a:lnTo>
                    <a:pt x="5028" y="635"/>
                  </a:lnTo>
                  <a:lnTo>
                    <a:pt x="4180" y="724"/>
                  </a:lnTo>
                  <a:lnTo>
                    <a:pt x="3760" y="742"/>
                  </a:lnTo>
                  <a:lnTo>
                    <a:pt x="3287" y="742"/>
                  </a:lnTo>
                  <a:lnTo>
                    <a:pt x="2340" y="679"/>
                  </a:lnTo>
                  <a:lnTo>
                    <a:pt x="938" y="483"/>
                  </a:lnTo>
                  <a:lnTo>
                    <a:pt x="1" y="313"/>
                  </a:lnTo>
                  <a:lnTo>
                    <a:pt x="18" y="492"/>
                  </a:lnTo>
                  <a:lnTo>
                    <a:pt x="27" y="670"/>
                  </a:lnTo>
                  <a:lnTo>
                    <a:pt x="54" y="670"/>
                  </a:lnTo>
                  <a:lnTo>
                    <a:pt x="242" y="929"/>
                  </a:lnTo>
                  <a:lnTo>
                    <a:pt x="679" y="1385"/>
                  </a:lnTo>
                  <a:lnTo>
                    <a:pt x="1197" y="1760"/>
                  </a:lnTo>
                  <a:lnTo>
                    <a:pt x="1760" y="2045"/>
                  </a:lnTo>
                  <a:lnTo>
                    <a:pt x="2063" y="2144"/>
                  </a:lnTo>
                  <a:lnTo>
                    <a:pt x="2260" y="2206"/>
                  </a:lnTo>
                  <a:lnTo>
                    <a:pt x="2546" y="2331"/>
                  </a:lnTo>
                  <a:lnTo>
                    <a:pt x="2697" y="2447"/>
                  </a:lnTo>
                  <a:lnTo>
                    <a:pt x="2751" y="2537"/>
                  </a:lnTo>
                  <a:lnTo>
                    <a:pt x="2813" y="2715"/>
                  </a:lnTo>
                  <a:lnTo>
                    <a:pt x="2831" y="2912"/>
                  </a:lnTo>
                  <a:lnTo>
                    <a:pt x="2938" y="4269"/>
                  </a:lnTo>
                  <a:lnTo>
                    <a:pt x="3081" y="6984"/>
                  </a:lnTo>
                  <a:lnTo>
                    <a:pt x="3126" y="8350"/>
                  </a:lnTo>
                  <a:lnTo>
                    <a:pt x="3144" y="9547"/>
                  </a:lnTo>
                  <a:lnTo>
                    <a:pt x="3206" y="10752"/>
                  </a:lnTo>
                  <a:lnTo>
                    <a:pt x="3296" y="11743"/>
                  </a:lnTo>
                  <a:lnTo>
                    <a:pt x="3599" y="13717"/>
                  </a:lnTo>
                  <a:lnTo>
                    <a:pt x="3974" y="15681"/>
                  </a:lnTo>
                  <a:lnTo>
                    <a:pt x="4340" y="17646"/>
                  </a:lnTo>
                  <a:lnTo>
                    <a:pt x="4492" y="18637"/>
                  </a:lnTo>
                  <a:lnTo>
                    <a:pt x="4582" y="19352"/>
                  </a:lnTo>
                  <a:lnTo>
                    <a:pt x="4653" y="20066"/>
                  </a:lnTo>
                  <a:lnTo>
                    <a:pt x="4680" y="20432"/>
                  </a:lnTo>
                  <a:lnTo>
                    <a:pt x="4698" y="20798"/>
                  </a:lnTo>
                  <a:lnTo>
                    <a:pt x="4849" y="20789"/>
                  </a:lnTo>
                  <a:lnTo>
                    <a:pt x="4885" y="20807"/>
                  </a:lnTo>
                  <a:lnTo>
                    <a:pt x="4921" y="20816"/>
                  </a:lnTo>
                  <a:lnTo>
                    <a:pt x="5251" y="20932"/>
                  </a:lnTo>
                  <a:lnTo>
                    <a:pt x="5957" y="21066"/>
                  </a:lnTo>
                  <a:lnTo>
                    <a:pt x="6671" y="21093"/>
                  </a:lnTo>
                  <a:lnTo>
                    <a:pt x="7377" y="20995"/>
                  </a:lnTo>
                  <a:lnTo>
                    <a:pt x="7716" y="20897"/>
                  </a:lnTo>
                  <a:lnTo>
                    <a:pt x="7814" y="20861"/>
                  </a:lnTo>
                  <a:lnTo>
                    <a:pt x="7904" y="20834"/>
                  </a:lnTo>
                  <a:lnTo>
                    <a:pt x="7904" y="20334"/>
                  </a:lnTo>
                  <a:lnTo>
                    <a:pt x="7850" y="19352"/>
                  </a:lnTo>
                  <a:lnTo>
                    <a:pt x="7671" y="17878"/>
                  </a:lnTo>
                  <a:lnTo>
                    <a:pt x="7332" y="15914"/>
                  </a:lnTo>
                  <a:lnTo>
                    <a:pt x="6993" y="13949"/>
                  </a:lnTo>
                  <a:lnTo>
                    <a:pt x="6877" y="12967"/>
                  </a:lnTo>
                  <a:lnTo>
                    <a:pt x="6805" y="12154"/>
                  </a:lnTo>
                  <a:lnTo>
                    <a:pt x="6752" y="10538"/>
                  </a:lnTo>
                  <a:lnTo>
                    <a:pt x="6823" y="8109"/>
                  </a:lnTo>
                  <a:lnTo>
                    <a:pt x="7037" y="4867"/>
                  </a:lnTo>
                  <a:lnTo>
                    <a:pt x="7127" y="2429"/>
                  </a:lnTo>
                  <a:lnTo>
                    <a:pt x="7100" y="813"/>
                  </a:lnTo>
                  <a:lnTo>
                    <a:pt x="7046" y="0"/>
                  </a:lnTo>
                  <a:close/>
                </a:path>
              </a:pathLst>
            </a:custGeom>
            <a:solidFill>
              <a:srgbClr val="1A3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3826;p33">
              <a:extLst>
                <a:ext uri="{FF2B5EF4-FFF2-40B4-BE49-F238E27FC236}">
                  <a16:creationId xmlns:a16="http://schemas.microsoft.com/office/drawing/2014/main" id="{43255755-558A-4458-A967-0BAE30450BB1}"/>
                </a:ext>
              </a:extLst>
            </p:cNvPr>
            <p:cNvSpPr/>
            <p:nvPr/>
          </p:nvSpPr>
          <p:spPr>
            <a:xfrm>
              <a:off x="5963668" y="3463653"/>
              <a:ext cx="230200" cy="926161"/>
            </a:xfrm>
            <a:custGeom>
              <a:avLst/>
              <a:gdLst/>
              <a:ahLst/>
              <a:cxnLst/>
              <a:rect l="l" t="t" r="r" b="b"/>
              <a:pathLst>
                <a:path w="4466" h="17968" extrusionOk="0">
                  <a:moveTo>
                    <a:pt x="0" y="0"/>
                  </a:moveTo>
                  <a:lnTo>
                    <a:pt x="54" y="545"/>
                  </a:lnTo>
                  <a:lnTo>
                    <a:pt x="197" y="1625"/>
                  </a:lnTo>
                  <a:lnTo>
                    <a:pt x="483" y="3242"/>
                  </a:lnTo>
                  <a:lnTo>
                    <a:pt x="1233" y="6439"/>
                  </a:lnTo>
                  <a:lnTo>
                    <a:pt x="1786" y="8555"/>
                  </a:lnTo>
                  <a:lnTo>
                    <a:pt x="2063" y="9671"/>
                  </a:lnTo>
                  <a:lnTo>
                    <a:pt x="2536" y="11913"/>
                  </a:lnTo>
                  <a:lnTo>
                    <a:pt x="2795" y="13609"/>
                  </a:lnTo>
                  <a:lnTo>
                    <a:pt x="2903" y="14752"/>
                  </a:lnTo>
                  <a:lnTo>
                    <a:pt x="2956" y="15887"/>
                  </a:lnTo>
                  <a:lnTo>
                    <a:pt x="2929" y="17021"/>
                  </a:lnTo>
                  <a:lnTo>
                    <a:pt x="2885" y="17592"/>
                  </a:lnTo>
                  <a:lnTo>
                    <a:pt x="2894" y="17601"/>
                  </a:lnTo>
                  <a:lnTo>
                    <a:pt x="2903" y="17601"/>
                  </a:lnTo>
                  <a:lnTo>
                    <a:pt x="3090" y="17690"/>
                  </a:lnTo>
                  <a:lnTo>
                    <a:pt x="3465" y="17824"/>
                  </a:lnTo>
                  <a:lnTo>
                    <a:pt x="3858" y="17923"/>
                  </a:lnTo>
                  <a:lnTo>
                    <a:pt x="4260" y="17967"/>
                  </a:lnTo>
                  <a:lnTo>
                    <a:pt x="4465" y="17967"/>
                  </a:lnTo>
                  <a:lnTo>
                    <a:pt x="4313" y="16976"/>
                  </a:lnTo>
                  <a:lnTo>
                    <a:pt x="3947" y="15011"/>
                  </a:lnTo>
                  <a:lnTo>
                    <a:pt x="3572" y="13047"/>
                  </a:lnTo>
                  <a:lnTo>
                    <a:pt x="3269" y="11073"/>
                  </a:lnTo>
                  <a:lnTo>
                    <a:pt x="3179" y="10082"/>
                  </a:lnTo>
                  <a:lnTo>
                    <a:pt x="3117" y="8877"/>
                  </a:lnTo>
                  <a:lnTo>
                    <a:pt x="3099" y="7680"/>
                  </a:lnTo>
                  <a:lnTo>
                    <a:pt x="3054" y="6314"/>
                  </a:lnTo>
                  <a:lnTo>
                    <a:pt x="2911" y="3599"/>
                  </a:lnTo>
                  <a:lnTo>
                    <a:pt x="2804" y="2242"/>
                  </a:lnTo>
                  <a:lnTo>
                    <a:pt x="2786" y="2045"/>
                  </a:lnTo>
                  <a:lnTo>
                    <a:pt x="2724" y="1867"/>
                  </a:lnTo>
                  <a:lnTo>
                    <a:pt x="2670" y="1777"/>
                  </a:lnTo>
                  <a:lnTo>
                    <a:pt x="2519" y="1661"/>
                  </a:lnTo>
                  <a:lnTo>
                    <a:pt x="2233" y="1536"/>
                  </a:lnTo>
                  <a:lnTo>
                    <a:pt x="2036" y="1474"/>
                  </a:lnTo>
                  <a:lnTo>
                    <a:pt x="1733" y="1375"/>
                  </a:lnTo>
                  <a:lnTo>
                    <a:pt x="1170" y="1090"/>
                  </a:lnTo>
                  <a:lnTo>
                    <a:pt x="652" y="715"/>
                  </a:lnTo>
                  <a:lnTo>
                    <a:pt x="215" y="259"/>
                  </a:lnTo>
                  <a:lnTo>
                    <a:pt x="27" y="0"/>
                  </a:lnTo>
                  <a:close/>
                </a:path>
              </a:pathLst>
            </a:custGeom>
            <a:solidFill>
              <a:srgbClr val="1A3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3827;p33">
              <a:extLst>
                <a:ext uri="{FF2B5EF4-FFF2-40B4-BE49-F238E27FC236}">
                  <a16:creationId xmlns:a16="http://schemas.microsoft.com/office/drawing/2014/main" id="{73988DA5-0FE5-4E4D-9D65-91AA9857D0FD}"/>
                </a:ext>
              </a:extLst>
            </p:cNvPr>
            <p:cNvSpPr/>
            <p:nvPr/>
          </p:nvSpPr>
          <p:spPr>
            <a:xfrm>
              <a:off x="5967792" y="3471024"/>
              <a:ext cx="135821" cy="86544"/>
            </a:xfrm>
            <a:custGeom>
              <a:avLst/>
              <a:gdLst/>
              <a:ahLst/>
              <a:cxnLst/>
              <a:rect l="l" t="t" r="r" b="b"/>
              <a:pathLst>
                <a:path w="2635" h="1679" extrusionOk="0">
                  <a:moveTo>
                    <a:pt x="81" y="0"/>
                  </a:moveTo>
                  <a:lnTo>
                    <a:pt x="27" y="18"/>
                  </a:lnTo>
                  <a:lnTo>
                    <a:pt x="1" y="63"/>
                  </a:lnTo>
                  <a:lnTo>
                    <a:pt x="19" y="125"/>
                  </a:lnTo>
                  <a:lnTo>
                    <a:pt x="45" y="143"/>
                  </a:lnTo>
                  <a:lnTo>
                    <a:pt x="2528" y="1670"/>
                  </a:lnTo>
                  <a:lnTo>
                    <a:pt x="2564" y="1679"/>
                  </a:lnTo>
                  <a:lnTo>
                    <a:pt x="2608" y="1661"/>
                  </a:lnTo>
                  <a:lnTo>
                    <a:pt x="2635" y="1608"/>
                  </a:lnTo>
                  <a:lnTo>
                    <a:pt x="2617" y="1554"/>
                  </a:lnTo>
                  <a:lnTo>
                    <a:pt x="2599" y="1536"/>
                  </a:lnTo>
                  <a:lnTo>
                    <a:pt x="1349" y="777"/>
                  </a:lnTo>
                  <a:lnTo>
                    <a:pt x="108" y="9"/>
                  </a:lnTo>
                  <a:lnTo>
                    <a:pt x="81"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3828;p33">
              <a:extLst>
                <a:ext uri="{FF2B5EF4-FFF2-40B4-BE49-F238E27FC236}">
                  <a16:creationId xmlns:a16="http://schemas.microsoft.com/office/drawing/2014/main" id="{4C1E7569-8651-4988-972C-E0ADEEEC75CC}"/>
                </a:ext>
              </a:extLst>
            </p:cNvPr>
            <p:cNvSpPr/>
            <p:nvPr/>
          </p:nvSpPr>
          <p:spPr>
            <a:xfrm>
              <a:off x="6015676" y="3541897"/>
              <a:ext cx="81957" cy="31803"/>
            </a:xfrm>
            <a:custGeom>
              <a:avLst/>
              <a:gdLst/>
              <a:ahLst/>
              <a:cxnLst/>
              <a:rect l="l" t="t" r="r" b="b"/>
              <a:pathLst>
                <a:path w="1590" h="617" extrusionOk="0">
                  <a:moveTo>
                    <a:pt x="45" y="0"/>
                  </a:moveTo>
                  <a:lnTo>
                    <a:pt x="0" y="72"/>
                  </a:lnTo>
                  <a:lnTo>
                    <a:pt x="9" y="116"/>
                  </a:lnTo>
                  <a:lnTo>
                    <a:pt x="45" y="134"/>
                  </a:lnTo>
                  <a:lnTo>
                    <a:pt x="1483" y="616"/>
                  </a:lnTo>
                  <a:lnTo>
                    <a:pt x="1545" y="616"/>
                  </a:lnTo>
                  <a:lnTo>
                    <a:pt x="1590" y="545"/>
                  </a:lnTo>
                  <a:lnTo>
                    <a:pt x="1572" y="500"/>
                  </a:lnTo>
                  <a:lnTo>
                    <a:pt x="1545" y="483"/>
                  </a:lnTo>
                  <a:lnTo>
                    <a:pt x="822" y="241"/>
                  </a:lnTo>
                  <a:lnTo>
                    <a:pt x="108"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3829;p33">
              <a:extLst>
                <a:ext uri="{FF2B5EF4-FFF2-40B4-BE49-F238E27FC236}">
                  <a16:creationId xmlns:a16="http://schemas.microsoft.com/office/drawing/2014/main" id="{1676AE08-5F32-4E54-A275-286B7E49EC97}"/>
                </a:ext>
              </a:extLst>
            </p:cNvPr>
            <p:cNvSpPr/>
            <p:nvPr/>
          </p:nvSpPr>
          <p:spPr>
            <a:xfrm>
              <a:off x="6160205" y="3473292"/>
              <a:ext cx="112368" cy="78297"/>
            </a:xfrm>
            <a:custGeom>
              <a:avLst/>
              <a:gdLst/>
              <a:ahLst/>
              <a:cxnLst/>
              <a:rect l="l" t="t" r="r" b="b"/>
              <a:pathLst>
                <a:path w="2180" h="1519" extrusionOk="0">
                  <a:moveTo>
                    <a:pt x="2099" y="1"/>
                  </a:moveTo>
                  <a:lnTo>
                    <a:pt x="2072" y="19"/>
                  </a:lnTo>
                  <a:lnTo>
                    <a:pt x="36" y="1385"/>
                  </a:lnTo>
                  <a:lnTo>
                    <a:pt x="9" y="1412"/>
                  </a:lnTo>
                  <a:lnTo>
                    <a:pt x="0" y="1465"/>
                  </a:lnTo>
                  <a:lnTo>
                    <a:pt x="36" y="1510"/>
                  </a:lnTo>
                  <a:lnTo>
                    <a:pt x="90" y="1519"/>
                  </a:lnTo>
                  <a:lnTo>
                    <a:pt x="116" y="1510"/>
                  </a:lnTo>
                  <a:lnTo>
                    <a:pt x="1135" y="822"/>
                  </a:lnTo>
                  <a:lnTo>
                    <a:pt x="2153" y="135"/>
                  </a:lnTo>
                  <a:lnTo>
                    <a:pt x="2179" y="117"/>
                  </a:lnTo>
                  <a:lnTo>
                    <a:pt x="2179" y="63"/>
                  </a:lnTo>
                  <a:lnTo>
                    <a:pt x="2153" y="10"/>
                  </a:lnTo>
                  <a:lnTo>
                    <a:pt x="2099" y="1"/>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3830;p33">
              <a:extLst>
                <a:ext uri="{FF2B5EF4-FFF2-40B4-BE49-F238E27FC236}">
                  <a16:creationId xmlns:a16="http://schemas.microsoft.com/office/drawing/2014/main" id="{A325A5E9-15A3-43B3-A738-2C02514B7E93}"/>
                </a:ext>
              </a:extLst>
            </p:cNvPr>
            <p:cNvSpPr/>
            <p:nvPr/>
          </p:nvSpPr>
          <p:spPr>
            <a:xfrm>
              <a:off x="6194276" y="3525300"/>
              <a:ext cx="58504" cy="40566"/>
            </a:xfrm>
            <a:custGeom>
              <a:avLst/>
              <a:gdLst/>
              <a:ahLst/>
              <a:cxnLst/>
              <a:rect l="l" t="t" r="r" b="b"/>
              <a:pathLst>
                <a:path w="1135" h="787" extrusionOk="0">
                  <a:moveTo>
                    <a:pt x="1054" y="1"/>
                  </a:moveTo>
                  <a:lnTo>
                    <a:pt x="1018" y="10"/>
                  </a:lnTo>
                  <a:lnTo>
                    <a:pt x="527" y="331"/>
                  </a:lnTo>
                  <a:lnTo>
                    <a:pt x="27" y="653"/>
                  </a:lnTo>
                  <a:lnTo>
                    <a:pt x="9" y="671"/>
                  </a:lnTo>
                  <a:lnTo>
                    <a:pt x="0" y="724"/>
                  </a:lnTo>
                  <a:lnTo>
                    <a:pt x="27" y="769"/>
                  </a:lnTo>
                  <a:lnTo>
                    <a:pt x="81" y="787"/>
                  </a:lnTo>
                  <a:lnTo>
                    <a:pt x="116" y="769"/>
                  </a:lnTo>
                  <a:lnTo>
                    <a:pt x="607" y="447"/>
                  </a:lnTo>
                  <a:lnTo>
                    <a:pt x="1108" y="135"/>
                  </a:lnTo>
                  <a:lnTo>
                    <a:pt x="1125" y="117"/>
                  </a:lnTo>
                  <a:lnTo>
                    <a:pt x="1134" y="63"/>
                  </a:lnTo>
                  <a:lnTo>
                    <a:pt x="1108" y="19"/>
                  </a:lnTo>
                  <a:lnTo>
                    <a:pt x="1054" y="1"/>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3831;p33">
              <a:extLst>
                <a:ext uri="{FF2B5EF4-FFF2-40B4-BE49-F238E27FC236}">
                  <a16:creationId xmlns:a16="http://schemas.microsoft.com/office/drawing/2014/main" id="{168301EB-8DE4-48F9-B40B-67B2BDA0F745}"/>
                </a:ext>
              </a:extLst>
            </p:cNvPr>
            <p:cNvSpPr/>
            <p:nvPr/>
          </p:nvSpPr>
          <p:spPr>
            <a:xfrm>
              <a:off x="6095311" y="3552463"/>
              <a:ext cx="96698" cy="848843"/>
            </a:xfrm>
            <a:custGeom>
              <a:avLst/>
              <a:gdLst/>
              <a:ahLst/>
              <a:cxnLst/>
              <a:rect l="l" t="t" r="r" b="b"/>
              <a:pathLst>
                <a:path w="1876" h="16468" extrusionOk="0">
                  <a:moveTo>
                    <a:pt x="90" y="1"/>
                  </a:moveTo>
                  <a:lnTo>
                    <a:pt x="36" y="10"/>
                  </a:lnTo>
                  <a:lnTo>
                    <a:pt x="0" y="45"/>
                  </a:lnTo>
                  <a:lnTo>
                    <a:pt x="0" y="81"/>
                  </a:lnTo>
                  <a:lnTo>
                    <a:pt x="858" y="8243"/>
                  </a:lnTo>
                  <a:lnTo>
                    <a:pt x="1724" y="16405"/>
                  </a:lnTo>
                  <a:lnTo>
                    <a:pt x="1733" y="16441"/>
                  </a:lnTo>
                  <a:lnTo>
                    <a:pt x="1777" y="16468"/>
                  </a:lnTo>
                  <a:lnTo>
                    <a:pt x="1831" y="16468"/>
                  </a:lnTo>
                  <a:lnTo>
                    <a:pt x="1867" y="16432"/>
                  </a:lnTo>
                  <a:lnTo>
                    <a:pt x="1876" y="16396"/>
                  </a:lnTo>
                  <a:lnTo>
                    <a:pt x="1009" y="8234"/>
                  </a:lnTo>
                  <a:lnTo>
                    <a:pt x="143" y="63"/>
                  </a:lnTo>
                  <a:lnTo>
                    <a:pt x="134" y="36"/>
                  </a:lnTo>
                  <a:lnTo>
                    <a:pt x="90" y="1"/>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3832;p33">
              <a:extLst>
                <a:ext uri="{FF2B5EF4-FFF2-40B4-BE49-F238E27FC236}">
                  <a16:creationId xmlns:a16="http://schemas.microsoft.com/office/drawing/2014/main" id="{AE0A8608-E8B2-4A6B-8A30-BF364BB415A1}"/>
                </a:ext>
              </a:extLst>
            </p:cNvPr>
            <p:cNvSpPr/>
            <p:nvPr/>
          </p:nvSpPr>
          <p:spPr>
            <a:xfrm>
              <a:off x="6217728" y="3922549"/>
              <a:ext cx="66802" cy="127986"/>
            </a:xfrm>
            <a:custGeom>
              <a:avLst/>
              <a:gdLst/>
              <a:ahLst/>
              <a:cxnLst/>
              <a:rect l="l" t="t" r="r" b="b"/>
              <a:pathLst>
                <a:path w="1296" h="2483" extrusionOk="0">
                  <a:moveTo>
                    <a:pt x="1224" y="0"/>
                  </a:moveTo>
                  <a:lnTo>
                    <a:pt x="1179" y="9"/>
                  </a:lnTo>
                  <a:lnTo>
                    <a:pt x="1162" y="36"/>
                  </a:lnTo>
                  <a:lnTo>
                    <a:pt x="10" y="2385"/>
                  </a:lnTo>
                  <a:lnTo>
                    <a:pt x="1" y="2411"/>
                  </a:lnTo>
                  <a:lnTo>
                    <a:pt x="19" y="2465"/>
                  </a:lnTo>
                  <a:lnTo>
                    <a:pt x="72" y="2483"/>
                  </a:lnTo>
                  <a:lnTo>
                    <a:pt x="126" y="2474"/>
                  </a:lnTo>
                  <a:lnTo>
                    <a:pt x="144" y="2447"/>
                  </a:lnTo>
                  <a:lnTo>
                    <a:pt x="1287" y="108"/>
                  </a:lnTo>
                  <a:lnTo>
                    <a:pt x="1295" y="72"/>
                  </a:lnTo>
                  <a:lnTo>
                    <a:pt x="1278" y="27"/>
                  </a:lnTo>
                  <a:lnTo>
                    <a:pt x="1224" y="0"/>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3833;p33">
              <a:extLst>
                <a:ext uri="{FF2B5EF4-FFF2-40B4-BE49-F238E27FC236}">
                  <a16:creationId xmlns:a16="http://schemas.microsoft.com/office/drawing/2014/main" id="{98782EB5-2238-4CAF-B1E9-BFC8FFBF9D87}"/>
                </a:ext>
              </a:extLst>
            </p:cNvPr>
            <p:cNvSpPr/>
            <p:nvPr/>
          </p:nvSpPr>
          <p:spPr>
            <a:xfrm>
              <a:off x="6243036" y="3999401"/>
              <a:ext cx="35515" cy="91647"/>
            </a:xfrm>
            <a:custGeom>
              <a:avLst/>
              <a:gdLst/>
              <a:ahLst/>
              <a:cxnLst/>
              <a:rect l="l" t="t" r="r" b="b"/>
              <a:pathLst>
                <a:path w="689" h="1778" extrusionOk="0">
                  <a:moveTo>
                    <a:pt x="626" y="1"/>
                  </a:moveTo>
                  <a:lnTo>
                    <a:pt x="572" y="19"/>
                  </a:lnTo>
                  <a:lnTo>
                    <a:pt x="563" y="45"/>
                  </a:lnTo>
                  <a:lnTo>
                    <a:pt x="1" y="1671"/>
                  </a:lnTo>
                  <a:lnTo>
                    <a:pt x="1" y="1733"/>
                  </a:lnTo>
                  <a:lnTo>
                    <a:pt x="72" y="1778"/>
                  </a:lnTo>
                  <a:lnTo>
                    <a:pt x="117" y="1760"/>
                  </a:lnTo>
                  <a:lnTo>
                    <a:pt x="135" y="1733"/>
                  </a:lnTo>
                  <a:lnTo>
                    <a:pt x="412" y="920"/>
                  </a:lnTo>
                  <a:lnTo>
                    <a:pt x="688" y="108"/>
                  </a:lnTo>
                  <a:lnTo>
                    <a:pt x="688" y="45"/>
                  </a:lnTo>
                  <a:lnTo>
                    <a:pt x="626" y="1"/>
                  </a:lnTo>
                  <a:close/>
                </a:path>
              </a:pathLst>
            </a:custGeom>
            <a:solidFill>
              <a:srgbClr val="0316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3834;p33">
              <a:extLst>
                <a:ext uri="{FF2B5EF4-FFF2-40B4-BE49-F238E27FC236}">
                  <a16:creationId xmlns:a16="http://schemas.microsoft.com/office/drawing/2014/main" id="{F6B8B020-2F05-4FEF-829A-9A7FC0B64398}"/>
                </a:ext>
              </a:extLst>
            </p:cNvPr>
            <p:cNvSpPr/>
            <p:nvPr/>
          </p:nvSpPr>
          <p:spPr>
            <a:xfrm>
              <a:off x="6101290" y="2418806"/>
              <a:ext cx="278498" cy="347568"/>
            </a:xfrm>
            <a:custGeom>
              <a:avLst/>
              <a:gdLst/>
              <a:ahLst/>
              <a:cxnLst/>
              <a:rect l="l" t="t" r="r" b="b"/>
              <a:pathLst>
                <a:path w="5403" h="6743" extrusionOk="0">
                  <a:moveTo>
                    <a:pt x="661" y="0"/>
                  </a:moveTo>
                  <a:lnTo>
                    <a:pt x="545" y="18"/>
                  </a:lnTo>
                  <a:lnTo>
                    <a:pt x="411" y="54"/>
                  </a:lnTo>
                  <a:lnTo>
                    <a:pt x="197" y="224"/>
                  </a:lnTo>
                  <a:lnTo>
                    <a:pt x="54" y="465"/>
                  </a:lnTo>
                  <a:lnTo>
                    <a:pt x="0" y="741"/>
                  </a:lnTo>
                  <a:lnTo>
                    <a:pt x="9" y="884"/>
                  </a:lnTo>
                  <a:lnTo>
                    <a:pt x="36" y="1000"/>
                  </a:lnTo>
                  <a:lnTo>
                    <a:pt x="108" y="1215"/>
                  </a:lnTo>
                  <a:lnTo>
                    <a:pt x="286" y="1509"/>
                  </a:lnTo>
                  <a:lnTo>
                    <a:pt x="447" y="1679"/>
                  </a:lnTo>
                  <a:lnTo>
                    <a:pt x="438" y="1688"/>
                  </a:lnTo>
                  <a:lnTo>
                    <a:pt x="474" y="1751"/>
                  </a:lnTo>
                  <a:lnTo>
                    <a:pt x="527" y="1804"/>
                  </a:lnTo>
                  <a:lnTo>
                    <a:pt x="661" y="1947"/>
                  </a:lnTo>
                  <a:lnTo>
                    <a:pt x="974" y="2197"/>
                  </a:lnTo>
                  <a:lnTo>
                    <a:pt x="1501" y="2519"/>
                  </a:lnTo>
                  <a:lnTo>
                    <a:pt x="1840" y="2742"/>
                  </a:lnTo>
                  <a:lnTo>
                    <a:pt x="1920" y="2795"/>
                  </a:lnTo>
                  <a:lnTo>
                    <a:pt x="2054" y="2938"/>
                  </a:lnTo>
                  <a:lnTo>
                    <a:pt x="2099" y="3028"/>
                  </a:lnTo>
                  <a:lnTo>
                    <a:pt x="2117" y="3108"/>
                  </a:lnTo>
                  <a:lnTo>
                    <a:pt x="2108" y="3286"/>
                  </a:lnTo>
                  <a:lnTo>
                    <a:pt x="1992" y="3545"/>
                  </a:lnTo>
                  <a:lnTo>
                    <a:pt x="1902" y="3706"/>
                  </a:lnTo>
                  <a:lnTo>
                    <a:pt x="1804" y="3885"/>
                  </a:lnTo>
                  <a:lnTo>
                    <a:pt x="1679" y="4269"/>
                  </a:lnTo>
                  <a:lnTo>
                    <a:pt x="1643" y="4465"/>
                  </a:lnTo>
                  <a:lnTo>
                    <a:pt x="1635" y="4537"/>
                  </a:lnTo>
                  <a:lnTo>
                    <a:pt x="1652" y="4599"/>
                  </a:lnTo>
                  <a:lnTo>
                    <a:pt x="1706" y="4635"/>
                  </a:lnTo>
                  <a:lnTo>
                    <a:pt x="1840" y="4608"/>
                  </a:lnTo>
                  <a:lnTo>
                    <a:pt x="1902" y="4555"/>
                  </a:lnTo>
                  <a:lnTo>
                    <a:pt x="2117" y="4340"/>
                  </a:lnTo>
                  <a:lnTo>
                    <a:pt x="2411" y="3992"/>
                  </a:lnTo>
                  <a:lnTo>
                    <a:pt x="2635" y="3804"/>
                  </a:lnTo>
                  <a:lnTo>
                    <a:pt x="2769" y="3733"/>
                  </a:lnTo>
                  <a:lnTo>
                    <a:pt x="2840" y="3715"/>
                  </a:lnTo>
                  <a:lnTo>
                    <a:pt x="2983" y="3706"/>
                  </a:lnTo>
                  <a:lnTo>
                    <a:pt x="3037" y="3742"/>
                  </a:lnTo>
                  <a:lnTo>
                    <a:pt x="3090" y="3795"/>
                  </a:lnTo>
                  <a:lnTo>
                    <a:pt x="3117" y="3858"/>
                  </a:lnTo>
                  <a:lnTo>
                    <a:pt x="3197" y="4081"/>
                  </a:lnTo>
                  <a:lnTo>
                    <a:pt x="3233" y="4430"/>
                  </a:lnTo>
                  <a:lnTo>
                    <a:pt x="3206" y="4653"/>
                  </a:lnTo>
                  <a:lnTo>
                    <a:pt x="3179" y="4769"/>
                  </a:lnTo>
                  <a:lnTo>
                    <a:pt x="3135" y="4876"/>
                  </a:lnTo>
                  <a:lnTo>
                    <a:pt x="3001" y="5064"/>
                  </a:lnTo>
                  <a:lnTo>
                    <a:pt x="2822" y="5215"/>
                  </a:lnTo>
                  <a:lnTo>
                    <a:pt x="2608" y="5296"/>
                  </a:lnTo>
                  <a:lnTo>
                    <a:pt x="2492" y="5305"/>
                  </a:lnTo>
                  <a:lnTo>
                    <a:pt x="2572" y="5510"/>
                  </a:lnTo>
                  <a:lnTo>
                    <a:pt x="2688" y="5930"/>
                  </a:lnTo>
                  <a:lnTo>
                    <a:pt x="2715" y="6144"/>
                  </a:lnTo>
                  <a:lnTo>
                    <a:pt x="2697" y="6207"/>
                  </a:lnTo>
                  <a:lnTo>
                    <a:pt x="2938" y="6269"/>
                  </a:lnTo>
                  <a:lnTo>
                    <a:pt x="3385" y="6448"/>
                  </a:lnTo>
                  <a:lnTo>
                    <a:pt x="3590" y="6582"/>
                  </a:lnTo>
                  <a:lnTo>
                    <a:pt x="3688" y="6662"/>
                  </a:lnTo>
                  <a:lnTo>
                    <a:pt x="3787" y="6742"/>
                  </a:lnTo>
                  <a:lnTo>
                    <a:pt x="3813" y="6716"/>
                  </a:lnTo>
                  <a:lnTo>
                    <a:pt x="3813" y="6519"/>
                  </a:lnTo>
                  <a:lnTo>
                    <a:pt x="3912" y="6144"/>
                  </a:lnTo>
                  <a:lnTo>
                    <a:pt x="4099" y="5796"/>
                  </a:lnTo>
                  <a:lnTo>
                    <a:pt x="4349" y="5465"/>
                  </a:lnTo>
                  <a:lnTo>
                    <a:pt x="4483" y="5314"/>
                  </a:lnTo>
                  <a:lnTo>
                    <a:pt x="4742" y="5001"/>
                  </a:lnTo>
                  <a:lnTo>
                    <a:pt x="5064" y="4492"/>
                  </a:lnTo>
                  <a:lnTo>
                    <a:pt x="5180" y="4117"/>
                  </a:lnTo>
                  <a:lnTo>
                    <a:pt x="5189" y="3921"/>
                  </a:lnTo>
                  <a:lnTo>
                    <a:pt x="5144" y="3581"/>
                  </a:lnTo>
                  <a:lnTo>
                    <a:pt x="5082" y="3242"/>
                  </a:lnTo>
                  <a:lnTo>
                    <a:pt x="5082" y="2974"/>
                  </a:lnTo>
                  <a:lnTo>
                    <a:pt x="5198" y="2456"/>
                  </a:lnTo>
                  <a:lnTo>
                    <a:pt x="5296" y="2215"/>
                  </a:lnTo>
                  <a:lnTo>
                    <a:pt x="5340" y="2090"/>
                  </a:lnTo>
                  <a:lnTo>
                    <a:pt x="5403" y="1849"/>
                  </a:lnTo>
                  <a:lnTo>
                    <a:pt x="5394" y="1724"/>
                  </a:lnTo>
                  <a:lnTo>
                    <a:pt x="5367" y="1634"/>
                  </a:lnTo>
                  <a:lnTo>
                    <a:pt x="5269" y="1492"/>
                  </a:lnTo>
                  <a:lnTo>
                    <a:pt x="5126" y="1384"/>
                  </a:lnTo>
                  <a:lnTo>
                    <a:pt x="4956" y="1322"/>
                  </a:lnTo>
                  <a:lnTo>
                    <a:pt x="4858" y="1313"/>
                  </a:lnTo>
                  <a:lnTo>
                    <a:pt x="4680" y="1304"/>
                  </a:lnTo>
                  <a:lnTo>
                    <a:pt x="4331" y="1393"/>
                  </a:lnTo>
                  <a:lnTo>
                    <a:pt x="4162" y="1456"/>
                  </a:lnTo>
                  <a:lnTo>
                    <a:pt x="4108" y="1304"/>
                  </a:lnTo>
                  <a:lnTo>
                    <a:pt x="3921" y="1027"/>
                  </a:lnTo>
                  <a:lnTo>
                    <a:pt x="3662" y="822"/>
                  </a:lnTo>
                  <a:lnTo>
                    <a:pt x="3349" y="706"/>
                  </a:lnTo>
                  <a:lnTo>
                    <a:pt x="3188" y="697"/>
                  </a:lnTo>
                  <a:lnTo>
                    <a:pt x="3001" y="697"/>
                  </a:lnTo>
                  <a:lnTo>
                    <a:pt x="2635" y="750"/>
                  </a:lnTo>
                  <a:lnTo>
                    <a:pt x="2456" y="759"/>
                  </a:lnTo>
                  <a:lnTo>
                    <a:pt x="2313" y="750"/>
                  </a:lnTo>
                  <a:lnTo>
                    <a:pt x="2036" y="679"/>
                  </a:lnTo>
                  <a:lnTo>
                    <a:pt x="1643" y="482"/>
                  </a:lnTo>
                  <a:lnTo>
                    <a:pt x="1402" y="322"/>
                  </a:lnTo>
                  <a:lnTo>
                    <a:pt x="1206" y="188"/>
                  </a:lnTo>
                  <a:lnTo>
                    <a:pt x="884" y="36"/>
                  </a:lnTo>
                  <a:lnTo>
                    <a:pt x="661" y="0"/>
                  </a:lnTo>
                  <a:close/>
                </a:path>
              </a:pathLst>
            </a:custGeom>
            <a:solidFill>
              <a:srgbClr val="00BA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3835;p33">
              <a:extLst>
                <a:ext uri="{FF2B5EF4-FFF2-40B4-BE49-F238E27FC236}">
                  <a16:creationId xmlns:a16="http://schemas.microsoft.com/office/drawing/2014/main" id="{AC461CA6-81B7-487D-93AD-0416228ADA6B}"/>
                </a:ext>
              </a:extLst>
            </p:cNvPr>
            <p:cNvSpPr/>
            <p:nvPr/>
          </p:nvSpPr>
          <p:spPr>
            <a:xfrm>
              <a:off x="6034077" y="2511791"/>
              <a:ext cx="233860" cy="226953"/>
            </a:xfrm>
            <a:custGeom>
              <a:avLst/>
              <a:gdLst/>
              <a:ahLst/>
              <a:cxnLst/>
              <a:rect l="l" t="t" r="r" b="b"/>
              <a:pathLst>
                <a:path w="4537" h="4403" extrusionOk="0">
                  <a:moveTo>
                    <a:pt x="1831" y="0"/>
                  </a:moveTo>
                  <a:lnTo>
                    <a:pt x="1679" y="134"/>
                  </a:lnTo>
                  <a:lnTo>
                    <a:pt x="1429" y="429"/>
                  </a:lnTo>
                  <a:lnTo>
                    <a:pt x="1224" y="768"/>
                  </a:lnTo>
                  <a:lnTo>
                    <a:pt x="1063" y="1125"/>
                  </a:lnTo>
                  <a:lnTo>
                    <a:pt x="1010" y="1313"/>
                  </a:lnTo>
                  <a:lnTo>
                    <a:pt x="965" y="1491"/>
                  </a:lnTo>
                  <a:lnTo>
                    <a:pt x="885" y="1831"/>
                  </a:lnTo>
                  <a:lnTo>
                    <a:pt x="804" y="1991"/>
                  </a:lnTo>
                  <a:lnTo>
                    <a:pt x="742" y="2099"/>
                  </a:lnTo>
                  <a:lnTo>
                    <a:pt x="572" y="2277"/>
                  </a:lnTo>
                  <a:lnTo>
                    <a:pt x="367" y="2402"/>
                  </a:lnTo>
                  <a:lnTo>
                    <a:pt x="135" y="2474"/>
                  </a:lnTo>
                  <a:lnTo>
                    <a:pt x="18" y="2483"/>
                  </a:lnTo>
                  <a:lnTo>
                    <a:pt x="1" y="2715"/>
                  </a:lnTo>
                  <a:lnTo>
                    <a:pt x="36" y="3179"/>
                  </a:lnTo>
                  <a:lnTo>
                    <a:pt x="90" y="3402"/>
                  </a:lnTo>
                  <a:lnTo>
                    <a:pt x="54" y="3536"/>
                  </a:lnTo>
                  <a:lnTo>
                    <a:pt x="581" y="3670"/>
                  </a:lnTo>
                  <a:lnTo>
                    <a:pt x="1099" y="3777"/>
                  </a:lnTo>
                  <a:lnTo>
                    <a:pt x="2349" y="4045"/>
                  </a:lnTo>
                  <a:lnTo>
                    <a:pt x="3599" y="4304"/>
                  </a:lnTo>
                  <a:lnTo>
                    <a:pt x="3805" y="4349"/>
                  </a:lnTo>
                  <a:lnTo>
                    <a:pt x="4001" y="4403"/>
                  </a:lnTo>
                  <a:lnTo>
                    <a:pt x="4019" y="4340"/>
                  </a:lnTo>
                  <a:lnTo>
                    <a:pt x="3992" y="4126"/>
                  </a:lnTo>
                  <a:lnTo>
                    <a:pt x="3876" y="3706"/>
                  </a:lnTo>
                  <a:lnTo>
                    <a:pt x="3796" y="3501"/>
                  </a:lnTo>
                  <a:lnTo>
                    <a:pt x="3912" y="3492"/>
                  </a:lnTo>
                  <a:lnTo>
                    <a:pt x="4126" y="3411"/>
                  </a:lnTo>
                  <a:lnTo>
                    <a:pt x="4305" y="3260"/>
                  </a:lnTo>
                  <a:lnTo>
                    <a:pt x="4439" y="3072"/>
                  </a:lnTo>
                  <a:lnTo>
                    <a:pt x="4483" y="2965"/>
                  </a:lnTo>
                  <a:lnTo>
                    <a:pt x="4510" y="2849"/>
                  </a:lnTo>
                  <a:lnTo>
                    <a:pt x="4537" y="2626"/>
                  </a:lnTo>
                  <a:lnTo>
                    <a:pt x="4501" y="2277"/>
                  </a:lnTo>
                  <a:lnTo>
                    <a:pt x="4421" y="2054"/>
                  </a:lnTo>
                  <a:lnTo>
                    <a:pt x="4394" y="1991"/>
                  </a:lnTo>
                  <a:lnTo>
                    <a:pt x="4341" y="1938"/>
                  </a:lnTo>
                  <a:lnTo>
                    <a:pt x="4287" y="1902"/>
                  </a:lnTo>
                  <a:lnTo>
                    <a:pt x="4144" y="1911"/>
                  </a:lnTo>
                  <a:lnTo>
                    <a:pt x="4073" y="1929"/>
                  </a:lnTo>
                  <a:lnTo>
                    <a:pt x="3939" y="2000"/>
                  </a:lnTo>
                  <a:lnTo>
                    <a:pt x="3715" y="2188"/>
                  </a:lnTo>
                  <a:lnTo>
                    <a:pt x="3421" y="2536"/>
                  </a:lnTo>
                  <a:lnTo>
                    <a:pt x="3206" y="2751"/>
                  </a:lnTo>
                  <a:lnTo>
                    <a:pt x="3144" y="2804"/>
                  </a:lnTo>
                  <a:lnTo>
                    <a:pt x="3010" y="2831"/>
                  </a:lnTo>
                  <a:lnTo>
                    <a:pt x="2956" y="2795"/>
                  </a:lnTo>
                  <a:lnTo>
                    <a:pt x="2939" y="2733"/>
                  </a:lnTo>
                  <a:lnTo>
                    <a:pt x="2947" y="2661"/>
                  </a:lnTo>
                  <a:lnTo>
                    <a:pt x="2983" y="2465"/>
                  </a:lnTo>
                  <a:lnTo>
                    <a:pt x="3108" y="2081"/>
                  </a:lnTo>
                  <a:lnTo>
                    <a:pt x="3206" y="1902"/>
                  </a:lnTo>
                  <a:lnTo>
                    <a:pt x="3296" y="1741"/>
                  </a:lnTo>
                  <a:lnTo>
                    <a:pt x="3412" y="1482"/>
                  </a:lnTo>
                  <a:lnTo>
                    <a:pt x="3421" y="1304"/>
                  </a:lnTo>
                  <a:lnTo>
                    <a:pt x="3403" y="1224"/>
                  </a:lnTo>
                  <a:lnTo>
                    <a:pt x="3358" y="1134"/>
                  </a:lnTo>
                  <a:lnTo>
                    <a:pt x="3224" y="991"/>
                  </a:lnTo>
                  <a:lnTo>
                    <a:pt x="3144" y="938"/>
                  </a:lnTo>
                  <a:lnTo>
                    <a:pt x="2805" y="715"/>
                  </a:lnTo>
                  <a:lnTo>
                    <a:pt x="2278" y="393"/>
                  </a:lnTo>
                  <a:lnTo>
                    <a:pt x="1965" y="143"/>
                  </a:lnTo>
                  <a:lnTo>
                    <a:pt x="1831" y="0"/>
                  </a:lnTo>
                  <a:close/>
                </a:path>
              </a:pathLst>
            </a:custGeom>
            <a:solidFill>
              <a:srgbClr val="FFCB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3836;p33">
              <a:extLst>
                <a:ext uri="{FF2B5EF4-FFF2-40B4-BE49-F238E27FC236}">
                  <a16:creationId xmlns:a16="http://schemas.microsoft.com/office/drawing/2014/main" id="{7CF227F0-5761-4550-A507-FFAB5246DA5F}"/>
                </a:ext>
              </a:extLst>
            </p:cNvPr>
            <p:cNvSpPr/>
            <p:nvPr/>
          </p:nvSpPr>
          <p:spPr>
            <a:xfrm>
              <a:off x="6104486" y="2428908"/>
              <a:ext cx="245870" cy="327775"/>
            </a:xfrm>
            <a:custGeom>
              <a:avLst/>
              <a:gdLst/>
              <a:ahLst/>
              <a:cxnLst/>
              <a:rect l="l" t="t" r="r" b="b"/>
              <a:pathLst>
                <a:path w="4770" h="6359" extrusionOk="0">
                  <a:moveTo>
                    <a:pt x="188" y="1"/>
                  </a:moveTo>
                  <a:lnTo>
                    <a:pt x="63" y="19"/>
                  </a:lnTo>
                  <a:lnTo>
                    <a:pt x="28" y="28"/>
                  </a:lnTo>
                  <a:lnTo>
                    <a:pt x="1" y="72"/>
                  </a:lnTo>
                  <a:lnTo>
                    <a:pt x="1" y="126"/>
                  </a:lnTo>
                  <a:lnTo>
                    <a:pt x="37" y="161"/>
                  </a:lnTo>
                  <a:lnTo>
                    <a:pt x="72" y="161"/>
                  </a:lnTo>
                  <a:lnTo>
                    <a:pt x="215" y="153"/>
                  </a:lnTo>
                  <a:lnTo>
                    <a:pt x="465" y="215"/>
                  </a:lnTo>
                  <a:lnTo>
                    <a:pt x="778" y="447"/>
                  </a:lnTo>
                  <a:lnTo>
                    <a:pt x="1153" y="885"/>
                  </a:lnTo>
                  <a:lnTo>
                    <a:pt x="1465" y="1162"/>
                  </a:lnTo>
                  <a:lnTo>
                    <a:pt x="1715" y="1278"/>
                  </a:lnTo>
                  <a:lnTo>
                    <a:pt x="1867" y="1287"/>
                  </a:lnTo>
                  <a:lnTo>
                    <a:pt x="2216" y="1260"/>
                  </a:lnTo>
                  <a:lnTo>
                    <a:pt x="2769" y="1197"/>
                  </a:lnTo>
                  <a:lnTo>
                    <a:pt x="3019" y="1251"/>
                  </a:lnTo>
                  <a:lnTo>
                    <a:pt x="3171" y="1349"/>
                  </a:lnTo>
                  <a:lnTo>
                    <a:pt x="3234" y="1430"/>
                  </a:lnTo>
                  <a:lnTo>
                    <a:pt x="3350" y="1608"/>
                  </a:lnTo>
                  <a:lnTo>
                    <a:pt x="3492" y="1867"/>
                  </a:lnTo>
                  <a:lnTo>
                    <a:pt x="3626" y="2010"/>
                  </a:lnTo>
                  <a:lnTo>
                    <a:pt x="3734" y="2064"/>
                  </a:lnTo>
                  <a:lnTo>
                    <a:pt x="3868" y="2099"/>
                  </a:lnTo>
                  <a:lnTo>
                    <a:pt x="4153" y="2108"/>
                  </a:lnTo>
                  <a:lnTo>
                    <a:pt x="4287" y="2144"/>
                  </a:lnTo>
                  <a:lnTo>
                    <a:pt x="4385" y="2189"/>
                  </a:lnTo>
                  <a:lnTo>
                    <a:pt x="4528" y="2323"/>
                  </a:lnTo>
                  <a:lnTo>
                    <a:pt x="4609" y="2492"/>
                  </a:lnTo>
                  <a:lnTo>
                    <a:pt x="4627" y="2698"/>
                  </a:lnTo>
                  <a:lnTo>
                    <a:pt x="4627" y="2805"/>
                  </a:lnTo>
                  <a:lnTo>
                    <a:pt x="4600" y="2983"/>
                  </a:lnTo>
                  <a:lnTo>
                    <a:pt x="4502" y="3323"/>
                  </a:lnTo>
                  <a:lnTo>
                    <a:pt x="4269" y="3805"/>
                  </a:lnTo>
                  <a:lnTo>
                    <a:pt x="4082" y="4109"/>
                  </a:lnTo>
                  <a:lnTo>
                    <a:pt x="3751" y="4618"/>
                  </a:lnTo>
                  <a:lnTo>
                    <a:pt x="3350" y="5412"/>
                  </a:lnTo>
                  <a:lnTo>
                    <a:pt x="3225" y="5841"/>
                  </a:lnTo>
                  <a:lnTo>
                    <a:pt x="3198" y="6136"/>
                  </a:lnTo>
                  <a:lnTo>
                    <a:pt x="3198" y="6296"/>
                  </a:lnTo>
                  <a:lnTo>
                    <a:pt x="3198" y="6323"/>
                  </a:lnTo>
                  <a:lnTo>
                    <a:pt x="3242" y="6359"/>
                  </a:lnTo>
                  <a:lnTo>
                    <a:pt x="3296" y="6350"/>
                  </a:lnTo>
                  <a:lnTo>
                    <a:pt x="3341" y="6314"/>
                  </a:lnTo>
                  <a:lnTo>
                    <a:pt x="3341" y="6278"/>
                  </a:lnTo>
                  <a:lnTo>
                    <a:pt x="3341" y="6073"/>
                  </a:lnTo>
                  <a:lnTo>
                    <a:pt x="3412" y="5680"/>
                  </a:lnTo>
                  <a:lnTo>
                    <a:pt x="3618" y="5135"/>
                  </a:lnTo>
                  <a:lnTo>
                    <a:pt x="4037" y="4448"/>
                  </a:lnTo>
                  <a:lnTo>
                    <a:pt x="4457" y="3769"/>
                  </a:lnTo>
                  <a:lnTo>
                    <a:pt x="4618" y="3403"/>
                  </a:lnTo>
                  <a:lnTo>
                    <a:pt x="4698" y="3198"/>
                  </a:lnTo>
                  <a:lnTo>
                    <a:pt x="4769" y="2733"/>
                  </a:lnTo>
                  <a:lnTo>
                    <a:pt x="4725" y="2412"/>
                  </a:lnTo>
                  <a:lnTo>
                    <a:pt x="4644" y="2224"/>
                  </a:lnTo>
                  <a:lnTo>
                    <a:pt x="4502" y="2081"/>
                  </a:lnTo>
                  <a:lnTo>
                    <a:pt x="4296" y="1992"/>
                  </a:lnTo>
                  <a:lnTo>
                    <a:pt x="4162" y="1965"/>
                  </a:lnTo>
                  <a:lnTo>
                    <a:pt x="4019" y="1965"/>
                  </a:lnTo>
                  <a:lnTo>
                    <a:pt x="3876" y="1947"/>
                  </a:lnTo>
                  <a:lnTo>
                    <a:pt x="3778" y="1912"/>
                  </a:lnTo>
                  <a:lnTo>
                    <a:pt x="3653" y="1840"/>
                  </a:lnTo>
                  <a:lnTo>
                    <a:pt x="3528" y="1671"/>
                  </a:lnTo>
                  <a:lnTo>
                    <a:pt x="3457" y="1528"/>
                  </a:lnTo>
                  <a:lnTo>
                    <a:pt x="3412" y="1438"/>
                  </a:lnTo>
                  <a:lnTo>
                    <a:pt x="3287" y="1260"/>
                  </a:lnTo>
                  <a:lnTo>
                    <a:pt x="3207" y="1188"/>
                  </a:lnTo>
                  <a:lnTo>
                    <a:pt x="3091" y="1117"/>
                  </a:lnTo>
                  <a:lnTo>
                    <a:pt x="2850" y="1054"/>
                  </a:lnTo>
                  <a:lnTo>
                    <a:pt x="2457" y="1072"/>
                  </a:lnTo>
                  <a:lnTo>
                    <a:pt x="2207" y="1117"/>
                  </a:lnTo>
                  <a:lnTo>
                    <a:pt x="1965" y="1144"/>
                  </a:lnTo>
                  <a:lnTo>
                    <a:pt x="1644" y="1090"/>
                  </a:lnTo>
                  <a:lnTo>
                    <a:pt x="1439" y="992"/>
                  </a:lnTo>
                  <a:lnTo>
                    <a:pt x="1349" y="912"/>
                  </a:lnTo>
                  <a:lnTo>
                    <a:pt x="1108" y="653"/>
                  </a:lnTo>
                  <a:lnTo>
                    <a:pt x="894" y="385"/>
                  </a:lnTo>
                  <a:lnTo>
                    <a:pt x="805" y="295"/>
                  </a:lnTo>
                  <a:lnTo>
                    <a:pt x="626" y="144"/>
                  </a:lnTo>
                  <a:lnTo>
                    <a:pt x="412" y="45"/>
                  </a:lnTo>
                  <a:lnTo>
                    <a:pt x="188" y="1"/>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3837;p33">
              <a:extLst>
                <a:ext uri="{FF2B5EF4-FFF2-40B4-BE49-F238E27FC236}">
                  <a16:creationId xmlns:a16="http://schemas.microsoft.com/office/drawing/2014/main" id="{DCECE0D7-60B6-44EA-B42C-BA772F94EDB6}"/>
                </a:ext>
              </a:extLst>
            </p:cNvPr>
            <p:cNvSpPr/>
            <p:nvPr/>
          </p:nvSpPr>
          <p:spPr>
            <a:xfrm>
              <a:off x="6113712" y="2484163"/>
              <a:ext cx="186954" cy="256436"/>
            </a:xfrm>
            <a:custGeom>
              <a:avLst/>
              <a:gdLst/>
              <a:ahLst/>
              <a:cxnLst/>
              <a:rect l="l" t="t" r="r" b="b"/>
              <a:pathLst>
                <a:path w="3627" h="4975" extrusionOk="0">
                  <a:moveTo>
                    <a:pt x="63" y="0"/>
                  </a:moveTo>
                  <a:lnTo>
                    <a:pt x="0" y="54"/>
                  </a:lnTo>
                  <a:lnTo>
                    <a:pt x="9" y="116"/>
                  </a:lnTo>
                  <a:lnTo>
                    <a:pt x="99" y="259"/>
                  </a:lnTo>
                  <a:lnTo>
                    <a:pt x="349" y="465"/>
                  </a:lnTo>
                  <a:lnTo>
                    <a:pt x="813" y="643"/>
                  </a:lnTo>
                  <a:lnTo>
                    <a:pt x="1144" y="697"/>
                  </a:lnTo>
                  <a:lnTo>
                    <a:pt x="1429" y="750"/>
                  </a:lnTo>
                  <a:lnTo>
                    <a:pt x="1795" y="893"/>
                  </a:lnTo>
                  <a:lnTo>
                    <a:pt x="2001" y="1063"/>
                  </a:lnTo>
                  <a:lnTo>
                    <a:pt x="2090" y="1179"/>
                  </a:lnTo>
                  <a:lnTo>
                    <a:pt x="2170" y="1322"/>
                  </a:lnTo>
                  <a:lnTo>
                    <a:pt x="2304" y="1545"/>
                  </a:lnTo>
                  <a:lnTo>
                    <a:pt x="2420" y="1661"/>
                  </a:lnTo>
                  <a:lnTo>
                    <a:pt x="2492" y="1706"/>
                  </a:lnTo>
                  <a:lnTo>
                    <a:pt x="2590" y="1751"/>
                  </a:lnTo>
                  <a:lnTo>
                    <a:pt x="2778" y="1777"/>
                  </a:lnTo>
                  <a:lnTo>
                    <a:pt x="2965" y="1777"/>
                  </a:lnTo>
                  <a:lnTo>
                    <a:pt x="3162" y="1786"/>
                  </a:lnTo>
                  <a:lnTo>
                    <a:pt x="3251" y="1822"/>
                  </a:lnTo>
                  <a:lnTo>
                    <a:pt x="3340" y="1867"/>
                  </a:lnTo>
                  <a:lnTo>
                    <a:pt x="3456" y="1992"/>
                  </a:lnTo>
                  <a:lnTo>
                    <a:pt x="3501" y="2126"/>
                  </a:lnTo>
                  <a:lnTo>
                    <a:pt x="3483" y="2286"/>
                  </a:lnTo>
                  <a:lnTo>
                    <a:pt x="3313" y="2697"/>
                  </a:lnTo>
                  <a:lnTo>
                    <a:pt x="3135" y="2983"/>
                  </a:lnTo>
                  <a:lnTo>
                    <a:pt x="3019" y="3206"/>
                  </a:lnTo>
                  <a:lnTo>
                    <a:pt x="2822" y="3671"/>
                  </a:lnTo>
                  <a:lnTo>
                    <a:pt x="2679" y="4144"/>
                  </a:lnTo>
                  <a:lnTo>
                    <a:pt x="2581" y="4635"/>
                  </a:lnTo>
                  <a:lnTo>
                    <a:pt x="2554" y="4885"/>
                  </a:lnTo>
                  <a:lnTo>
                    <a:pt x="2554" y="4921"/>
                  </a:lnTo>
                  <a:lnTo>
                    <a:pt x="2590" y="4965"/>
                  </a:lnTo>
                  <a:lnTo>
                    <a:pt x="2644" y="4974"/>
                  </a:lnTo>
                  <a:lnTo>
                    <a:pt x="2688" y="4948"/>
                  </a:lnTo>
                  <a:lnTo>
                    <a:pt x="2697" y="4912"/>
                  </a:lnTo>
                  <a:lnTo>
                    <a:pt x="2733" y="4617"/>
                  </a:lnTo>
                  <a:lnTo>
                    <a:pt x="2858" y="4055"/>
                  </a:lnTo>
                  <a:lnTo>
                    <a:pt x="3055" y="3519"/>
                  </a:lnTo>
                  <a:lnTo>
                    <a:pt x="3305" y="3001"/>
                  </a:lnTo>
                  <a:lnTo>
                    <a:pt x="3456" y="2742"/>
                  </a:lnTo>
                  <a:lnTo>
                    <a:pt x="3519" y="2608"/>
                  </a:lnTo>
                  <a:lnTo>
                    <a:pt x="3626" y="2295"/>
                  </a:lnTo>
                  <a:lnTo>
                    <a:pt x="3626" y="1974"/>
                  </a:lnTo>
                  <a:lnTo>
                    <a:pt x="3528" y="1768"/>
                  </a:lnTo>
                  <a:lnTo>
                    <a:pt x="3403" y="1670"/>
                  </a:lnTo>
                  <a:lnTo>
                    <a:pt x="3322" y="1635"/>
                  </a:lnTo>
                  <a:lnTo>
                    <a:pt x="3135" y="1599"/>
                  </a:lnTo>
                  <a:lnTo>
                    <a:pt x="2956" y="1617"/>
                  </a:lnTo>
                  <a:lnTo>
                    <a:pt x="2849" y="1617"/>
                  </a:lnTo>
                  <a:lnTo>
                    <a:pt x="2662" y="1590"/>
                  </a:lnTo>
                  <a:lnTo>
                    <a:pt x="2519" y="1518"/>
                  </a:lnTo>
                  <a:lnTo>
                    <a:pt x="2385" y="1393"/>
                  </a:lnTo>
                  <a:lnTo>
                    <a:pt x="2331" y="1304"/>
                  </a:lnTo>
                  <a:lnTo>
                    <a:pt x="2233" y="1152"/>
                  </a:lnTo>
                  <a:lnTo>
                    <a:pt x="2028" y="875"/>
                  </a:lnTo>
                  <a:lnTo>
                    <a:pt x="1876" y="768"/>
                  </a:lnTo>
                  <a:lnTo>
                    <a:pt x="1661" y="661"/>
                  </a:lnTo>
                  <a:lnTo>
                    <a:pt x="1170" y="554"/>
                  </a:lnTo>
                  <a:lnTo>
                    <a:pt x="688" y="465"/>
                  </a:lnTo>
                  <a:lnTo>
                    <a:pt x="367" y="313"/>
                  </a:lnTo>
                  <a:lnTo>
                    <a:pt x="197" y="143"/>
                  </a:lnTo>
                  <a:lnTo>
                    <a:pt x="125" y="27"/>
                  </a:lnTo>
                  <a:lnTo>
                    <a:pt x="108" y="9"/>
                  </a:lnTo>
                  <a:lnTo>
                    <a:pt x="63" y="0"/>
                  </a:lnTo>
                  <a:close/>
                </a:path>
              </a:pathLst>
            </a:custGeom>
            <a:solidFill>
              <a:srgbClr val="0096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3838;p33">
              <a:extLst>
                <a:ext uri="{FF2B5EF4-FFF2-40B4-BE49-F238E27FC236}">
                  <a16:creationId xmlns:a16="http://schemas.microsoft.com/office/drawing/2014/main" id="{315C5671-4A14-4B16-9128-8657C6A0074A}"/>
                </a:ext>
              </a:extLst>
            </p:cNvPr>
            <p:cNvSpPr/>
            <p:nvPr/>
          </p:nvSpPr>
          <p:spPr>
            <a:xfrm>
              <a:off x="5845839" y="1852647"/>
              <a:ext cx="37782" cy="5567"/>
            </a:xfrm>
            <a:custGeom>
              <a:avLst/>
              <a:gdLst/>
              <a:ahLst/>
              <a:cxnLst/>
              <a:rect l="l" t="t" r="r" b="b"/>
              <a:pathLst>
                <a:path w="733" h="108" extrusionOk="0">
                  <a:moveTo>
                    <a:pt x="732" y="0"/>
                  </a:moveTo>
                  <a:lnTo>
                    <a:pt x="241" y="54"/>
                  </a:lnTo>
                  <a:lnTo>
                    <a:pt x="0" y="108"/>
                  </a:lnTo>
                  <a:lnTo>
                    <a:pt x="9" y="108"/>
                  </a:lnTo>
                  <a:lnTo>
                    <a:pt x="250" y="54"/>
                  </a:lnTo>
                  <a:lnTo>
                    <a:pt x="732" y="0"/>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3839;p33">
              <a:extLst>
                <a:ext uri="{FF2B5EF4-FFF2-40B4-BE49-F238E27FC236}">
                  <a16:creationId xmlns:a16="http://schemas.microsoft.com/office/drawing/2014/main" id="{D78211BC-8B56-49D3-BF5B-7702D319582C}"/>
                </a:ext>
              </a:extLst>
            </p:cNvPr>
            <p:cNvSpPr/>
            <p:nvPr/>
          </p:nvSpPr>
          <p:spPr>
            <a:xfrm>
              <a:off x="5917176" y="1852183"/>
              <a:ext cx="7422" cy="979"/>
            </a:xfrm>
            <a:custGeom>
              <a:avLst/>
              <a:gdLst/>
              <a:ahLst/>
              <a:cxnLst/>
              <a:rect l="l" t="t" r="r" b="b"/>
              <a:pathLst>
                <a:path w="144" h="19" extrusionOk="0">
                  <a:moveTo>
                    <a:pt x="0" y="1"/>
                  </a:moveTo>
                  <a:lnTo>
                    <a:pt x="134" y="9"/>
                  </a:lnTo>
                  <a:lnTo>
                    <a:pt x="134" y="18"/>
                  </a:lnTo>
                  <a:lnTo>
                    <a:pt x="143" y="9"/>
                  </a:lnTo>
                  <a:lnTo>
                    <a:pt x="0" y="1"/>
                  </a:lnTo>
                  <a:close/>
                </a:path>
              </a:pathLst>
            </a:custGeom>
            <a:solidFill>
              <a:srgbClr val="FCB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3840;p33">
              <a:extLst>
                <a:ext uri="{FF2B5EF4-FFF2-40B4-BE49-F238E27FC236}">
                  <a16:creationId xmlns:a16="http://schemas.microsoft.com/office/drawing/2014/main" id="{57C38B83-946D-4A6E-B363-C7A7AA58814D}"/>
                </a:ext>
              </a:extLst>
            </p:cNvPr>
            <p:cNvSpPr/>
            <p:nvPr/>
          </p:nvSpPr>
          <p:spPr>
            <a:xfrm>
              <a:off x="5822335" y="2369066"/>
              <a:ext cx="528491" cy="1098321"/>
            </a:xfrm>
            <a:custGeom>
              <a:avLst/>
              <a:gdLst/>
              <a:ahLst/>
              <a:cxnLst/>
              <a:rect l="l" t="t" r="r" b="b"/>
              <a:pathLst>
                <a:path w="10253" h="21308" extrusionOk="0">
                  <a:moveTo>
                    <a:pt x="233" y="1"/>
                  </a:moveTo>
                  <a:lnTo>
                    <a:pt x="1" y="10"/>
                  </a:lnTo>
                  <a:lnTo>
                    <a:pt x="1" y="126"/>
                  </a:lnTo>
                  <a:lnTo>
                    <a:pt x="1" y="242"/>
                  </a:lnTo>
                  <a:lnTo>
                    <a:pt x="28" y="2082"/>
                  </a:lnTo>
                  <a:lnTo>
                    <a:pt x="45" y="3930"/>
                  </a:lnTo>
                  <a:lnTo>
                    <a:pt x="54" y="4600"/>
                  </a:lnTo>
                  <a:lnTo>
                    <a:pt x="63" y="5261"/>
                  </a:lnTo>
                  <a:lnTo>
                    <a:pt x="72" y="5653"/>
                  </a:lnTo>
                  <a:lnTo>
                    <a:pt x="117" y="6430"/>
                  </a:lnTo>
                  <a:lnTo>
                    <a:pt x="188" y="6805"/>
                  </a:lnTo>
                  <a:lnTo>
                    <a:pt x="269" y="7136"/>
                  </a:lnTo>
                  <a:lnTo>
                    <a:pt x="403" y="7457"/>
                  </a:lnTo>
                  <a:lnTo>
                    <a:pt x="715" y="7716"/>
                  </a:lnTo>
                  <a:lnTo>
                    <a:pt x="1376" y="8172"/>
                  </a:lnTo>
                  <a:lnTo>
                    <a:pt x="2421" y="8779"/>
                  </a:lnTo>
                  <a:lnTo>
                    <a:pt x="3153" y="9136"/>
                  </a:lnTo>
                  <a:lnTo>
                    <a:pt x="3037" y="9422"/>
                  </a:lnTo>
                  <a:lnTo>
                    <a:pt x="2832" y="10011"/>
                  </a:lnTo>
                  <a:lnTo>
                    <a:pt x="2742" y="10315"/>
                  </a:lnTo>
                  <a:lnTo>
                    <a:pt x="2653" y="10708"/>
                  </a:lnTo>
                  <a:lnTo>
                    <a:pt x="2590" y="11110"/>
                  </a:lnTo>
                  <a:lnTo>
                    <a:pt x="2528" y="11601"/>
                  </a:lnTo>
                  <a:lnTo>
                    <a:pt x="2483" y="12101"/>
                  </a:lnTo>
                  <a:lnTo>
                    <a:pt x="2403" y="13181"/>
                  </a:lnTo>
                  <a:lnTo>
                    <a:pt x="2314" y="15351"/>
                  </a:lnTo>
                  <a:lnTo>
                    <a:pt x="2332" y="17521"/>
                  </a:lnTo>
                  <a:lnTo>
                    <a:pt x="2448" y="19691"/>
                  </a:lnTo>
                  <a:lnTo>
                    <a:pt x="2546" y="20772"/>
                  </a:lnTo>
                  <a:lnTo>
                    <a:pt x="2537" y="20852"/>
                  </a:lnTo>
                  <a:lnTo>
                    <a:pt x="2626" y="20870"/>
                  </a:lnTo>
                  <a:lnTo>
                    <a:pt x="2716" y="20879"/>
                  </a:lnTo>
                  <a:lnTo>
                    <a:pt x="3653" y="21049"/>
                  </a:lnTo>
                  <a:lnTo>
                    <a:pt x="5055" y="21245"/>
                  </a:lnTo>
                  <a:lnTo>
                    <a:pt x="6002" y="21308"/>
                  </a:lnTo>
                  <a:lnTo>
                    <a:pt x="6475" y="21308"/>
                  </a:lnTo>
                  <a:lnTo>
                    <a:pt x="6895" y="21290"/>
                  </a:lnTo>
                  <a:lnTo>
                    <a:pt x="7743" y="21201"/>
                  </a:lnTo>
                  <a:lnTo>
                    <a:pt x="8582" y="21031"/>
                  </a:lnTo>
                  <a:lnTo>
                    <a:pt x="9377" y="20754"/>
                  </a:lnTo>
                  <a:lnTo>
                    <a:pt x="9761" y="20566"/>
                  </a:lnTo>
                  <a:lnTo>
                    <a:pt x="10011" y="20441"/>
                  </a:lnTo>
                  <a:lnTo>
                    <a:pt x="10252" y="20290"/>
                  </a:lnTo>
                  <a:lnTo>
                    <a:pt x="10217" y="20236"/>
                  </a:lnTo>
                  <a:lnTo>
                    <a:pt x="10047" y="19700"/>
                  </a:lnTo>
                  <a:lnTo>
                    <a:pt x="9734" y="18611"/>
                  </a:lnTo>
                  <a:lnTo>
                    <a:pt x="9493" y="17504"/>
                  </a:lnTo>
                  <a:lnTo>
                    <a:pt x="9359" y="16396"/>
                  </a:lnTo>
                  <a:lnTo>
                    <a:pt x="9350" y="15834"/>
                  </a:lnTo>
                  <a:lnTo>
                    <a:pt x="9377" y="15280"/>
                  </a:lnTo>
                  <a:lnTo>
                    <a:pt x="9520" y="14191"/>
                  </a:lnTo>
                  <a:lnTo>
                    <a:pt x="9601" y="13637"/>
                  </a:lnTo>
                  <a:lnTo>
                    <a:pt x="9734" y="12744"/>
                  </a:lnTo>
                  <a:lnTo>
                    <a:pt x="9877" y="11387"/>
                  </a:lnTo>
                  <a:lnTo>
                    <a:pt x="9922" y="10476"/>
                  </a:lnTo>
                  <a:lnTo>
                    <a:pt x="9922" y="10029"/>
                  </a:lnTo>
                  <a:lnTo>
                    <a:pt x="9913" y="9708"/>
                  </a:lnTo>
                  <a:lnTo>
                    <a:pt x="9842" y="9074"/>
                  </a:lnTo>
                  <a:lnTo>
                    <a:pt x="9681" y="8466"/>
                  </a:lnTo>
                  <a:lnTo>
                    <a:pt x="9475" y="8065"/>
                  </a:lnTo>
                  <a:lnTo>
                    <a:pt x="9306" y="7823"/>
                  </a:lnTo>
                  <a:lnTo>
                    <a:pt x="9199" y="7707"/>
                  </a:lnTo>
                  <a:lnTo>
                    <a:pt x="9100" y="7627"/>
                  </a:lnTo>
                  <a:lnTo>
                    <a:pt x="9002" y="7547"/>
                  </a:lnTo>
                  <a:lnTo>
                    <a:pt x="8797" y="7413"/>
                  </a:lnTo>
                  <a:lnTo>
                    <a:pt x="8350" y="7234"/>
                  </a:lnTo>
                  <a:lnTo>
                    <a:pt x="8109" y="7172"/>
                  </a:lnTo>
                  <a:lnTo>
                    <a:pt x="7913" y="7118"/>
                  </a:lnTo>
                  <a:lnTo>
                    <a:pt x="7707" y="7073"/>
                  </a:lnTo>
                  <a:lnTo>
                    <a:pt x="6457" y="6814"/>
                  </a:lnTo>
                  <a:lnTo>
                    <a:pt x="5207" y="6546"/>
                  </a:lnTo>
                  <a:lnTo>
                    <a:pt x="4689" y="6439"/>
                  </a:lnTo>
                  <a:lnTo>
                    <a:pt x="4162" y="6305"/>
                  </a:lnTo>
                  <a:lnTo>
                    <a:pt x="3760" y="6198"/>
                  </a:lnTo>
                  <a:lnTo>
                    <a:pt x="2983" y="5921"/>
                  </a:lnTo>
                  <a:lnTo>
                    <a:pt x="2617" y="5734"/>
                  </a:lnTo>
                  <a:lnTo>
                    <a:pt x="2582" y="5734"/>
                  </a:lnTo>
                  <a:lnTo>
                    <a:pt x="2608" y="5395"/>
                  </a:lnTo>
                  <a:lnTo>
                    <a:pt x="2582" y="4725"/>
                  </a:lnTo>
                  <a:lnTo>
                    <a:pt x="2412" y="3725"/>
                  </a:lnTo>
                  <a:lnTo>
                    <a:pt x="2117" y="2385"/>
                  </a:lnTo>
                  <a:lnTo>
                    <a:pt x="1983" y="1385"/>
                  </a:lnTo>
                  <a:lnTo>
                    <a:pt x="1992" y="724"/>
                  </a:lnTo>
                  <a:lnTo>
                    <a:pt x="2046" y="394"/>
                  </a:lnTo>
                  <a:lnTo>
                    <a:pt x="2028" y="394"/>
                  </a:lnTo>
                  <a:lnTo>
                    <a:pt x="1939" y="349"/>
                  </a:lnTo>
                  <a:lnTo>
                    <a:pt x="1840" y="313"/>
                  </a:lnTo>
                  <a:lnTo>
                    <a:pt x="1626" y="224"/>
                  </a:lnTo>
                  <a:lnTo>
                    <a:pt x="1171" y="99"/>
                  </a:lnTo>
                  <a:lnTo>
                    <a:pt x="706" y="19"/>
                  </a:lnTo>
                  <a:lnTo>
                    <a:pt x="233" y="1"/>
                  </a:lnTo>
                  <a:close/>
                </a:path>
              </a:pathLst>
            </a:custGeom>
            <a:solidFill>
              <a:srgbClr val="FF3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3841;p33">
              <a:extLst>
                <a:ext uri="{FF2B5EF4-FFF2-40B4-BE49-F238E27FC236}">
                  <a16:creationId xmlns:a16="http://schemas.microsoft.com/office/drawing/2014/main" id="{6B430710-D9B5-4C07-8A7F-97A481FFA162}"/>
                </a:ext>
              </a:extLst>
            </p:cNvPr>
            <p:cNvSpPr/>
            <p:nvPr/>
          </p:nvSpPr>
          <p:spPr>
            <a:xfrm>
              <a:off x="5638684" y="2369529"/>
              <a:ext cx="346228" cy="572201"/>
            </a:xfrm>
            <a:custGeom>
              <a:avLst/>
              <a:gdLst/>
              <a:ahLst/>
              <a:cxnLst/>
              <a:rect l="l" t="t" r="r" b="b"/>
              <a:pathLst>
                <a:path w="6717" h="11101" extrusionOk="0">
                  <a:moveTo>
                    <a:pt x="2840" y="1"/>
                  </a:moveTo>
                  <a:lnTo>
                    <a:pt x="2707" y="456"/>
                  </a:lnTo>
                  <a:lnTo>
                    <a:pt x="2403" y="1349"/>
                  </a:lnTo>
                  <a:lnTo>
                    <a:pt x="1876" y="2662"/>
                  </a:lnTo>
                  <a:lnTo>
                    <a:pt x="1117" y="4394"/>
                  </a:lnTo>
                  <a:lnTo>
                    <a:pt x="385" y="6136"/>
                  </a:lnTo>
                  <a:lnTo>
                    <a:pt x="72" y="7029"/>
                  </a:lnTo>
                  <a:lnTo>
                    <a:pt x="36" y="7127"/>
                  </a:lnTo>
                  <a:lnTo>
                    <a:pt x="1" y="7341"/>
                  </a:lnTo>
                  <a:lnTo>
                    <a:pt x="10" y="7448"/>
                  </a:lnTo>
                  <a:lnTo>
                    <a:pt x="54" y="7582"/>
                  </a:lnTo>
                  <a:lnTo>
                    <a:pt x="251" y="7806"/>
                  </a:lnTo>
                  <a:lnTo>
                    <a:pt x="367" y="7886"/>
                  </a:lnTo>
                  <a:lnTo>
                    <a:pt x="706" y="8127"/>
                  </a:lnTo>
                  <a:lnTo>
                    <a:pt x="1421" y="8556"/>
                  </a:lnTo>
                  <a:lnTo>
                    <a:pt x="2528" y="9127"/>
                  </a:lnTo>
                  <a:lnTo>
                    <a:pt x="4037" y="9824"/>
                  </a:lnTo>
                  <a:lnTo>
                    <a:pt x="5135" y="10404"/>
                  </a:lnTo>
                  <a:lnTo>
                    <a:pt x="5832" y="10851"/>
                  </a:lnTo>
                  <a:lnTo>
                    <a:pt x="6153" y="11101"/>
                  </a:lnTo>
                  <a:lnTo>
                    <a:pt x="6216" y="10699"/>
                  </a:lnTo>
                  <a:lnTo>
                    <a:pt x="6305" y="10306"/>
                  </a:lnTo>
                  <a:lnTo>
                    <a:pt x="6395" y="10002"/>
                  </a:lnTo>
                  <a:lnTo>
                    <a:pt x="6600" y="9413"/>
                  </a:lnTo>
                  <a:lnTo>
                    <a:pt x="6716" y="9127"/>
                  </a:lnTo>
                  <a:lnTo>
                    <a:pt x="5984" y="8770"/>
                  </a:lnTo>
                  <a:lnTo>
                    <a:pt x="4939" y="8163"/>
                  </a:lnTo>
                  <a:lnTo>
                    <a:pt x="4278" y="7707"/>
                  </a:lnTo>
                  <a:lnTo>
                    <a:pt x="3966" y="7448"/>
                  </a:lnTo>
                  <a:lnTo>
                    <a:pt x="3832" y="7127"/>
                  </a:lnTo>
                  <a:lnTo>
                    <a:pt x="3751" y="6796"/>
                  </a:lnTo>
                  <a:lnTo>
                    <a:pt x="3332" y="6609"/>
                  </a:lnTo>
                  <a:lnTo>
                    <a:pt x="2921" y="6395"/>
                  </a:lnTo>
                  <a:lnTo>
                    <a:pt x="3010" y="6145"/>
                  </a:lnTo>
                  <a:lnTo>
                    <a:pt x="3091" y="5895"/>
                  </a:lnTo>
                  <a:lnTo>
                    <a:pt x="3224" y="5412"/>
                  </a:lnTo>
                  <a:lnTo>
                    <a:pt x="3403" y="4421"/>
                  </a:lnTo>
                  <a:lnTo>
                    <a:pt x="3475" y="3921"/>
                  </a:lnTo>
                  <a:lnTo>
                    <a:pt x="3608" y="3921"/>
                  </a:lnTo>
                  <a:lnTo>
                    <a:pt x="3591" y="2073"/>
                  </a:lnTo>
                  <a:lnTo>
                    <a:pt x="3564" y="233"/>
                  </a:lnTo>
                  <a:lnTo>
                    <a:pt x="3376" y="197"/>
                  </a:lnTo>
                  <a:lnTo>
                    <a:pt x="3019" y="81"/>
                  </a:lnTo>
                  <a:lnTo>
                    <a:pt x="2849" y="1"/>
                  </a:lnTo>
                  <a:close/>
                </a:path>
              </a:pathLst>
            </a:custGeom>
            <a:solidFill>
              <a:srgbClr val="FF3D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3842;p33">
              <a:extLst>
                <a:ext uri="{FF2B5EF4-FFF2-40B4-BE49-F238E27FC236}">
                  <a16:creationId xmlns:a16="http://schemas.microsoft.com/office/drawing/2014/main" id="{FFDE11C9-4486-4654-8563-5F9C1D10927F}"/>
                </a:ext>
              </a:extLst>
            </p:cNvPr>
            <p:cNvSpPr/>
            <p:nvPr/>
          </p:nvSpPr>
          <p:spPr>
            <a:xfrm>
              <a:off x="5784605" y="2161962"/>
              <a:ext cx="194737" cy="223293"/>
            </a:xfrm>
            <a:custGeom>
              <a:avLst/>
              <a:gdLst/>
              <a:ahLst/>
              <a:cxnLst/>
              <a:rect l="l" t="t" r="r" b="b"/>
              <a:pathLst>
                <a:path w="3778" h="4332" extrusionOk="0">
                  <a:moveTo>
                    <a:pt x="1662" y="0"/>
                  </a:moveTo>
                  <a:lnTo>
                    <a:pt x="1563" y="9"/>
                  </a:lnTo>
                  <a:lnTo>
                    <a:pt x="1295" y="27"/>
                  </a:lnTo>
                  <a:lnTo>
                    <a:pt x="902" y="116"/>
                  </a:lnTo>
                  <a:lnTo>
                    <a:pt x="652" y="215"/>
                  </a:lnTo>
                  <a:lnTo>
                    <a:pt x="536" y="277"/>
                  </a:lnTo>
                  <a:lnTo>
                    <a:pt x="420" y="358"/>
                  </a:lnTo>
                  <a:lnTo>
                    <a:pt x="224" y="545"/>
                  </a:lnTo>
                  <a:lnTo>
                    <a:pt x="81" y="768"/>
                  </a:lnTo>
                  <a:lnTo>
                    <a:pt x="1" y="1027"/>
                  </a:lnTo>
                  <a:lnTo>
                    <a:pt x="1" y="1161"/>
                  </a:lnTo>
                  <a:lnTo>
                    <a:pt x="18" y="1331"/>
                  </a:lnTo>
                  <a:lnTo>
                    <a:pt x="126" y="1652"/>
                  </a:lnTo>
                  <a:lnTo>
                    <a:pt x="197" y="1804"/>
                  </a:lnTo>
                  <a:lnTo>
                    <a:pt x="304" y="2063"/>
                  </a:lnTo>
                  <a:lnTo>
                    <a:pt x="483" y="2599"/>
                  </a:lnTo>
                  <a:lnTo>
                    <a:pt x="626" y="3135"/>
                  </a:lnTo>
                  <a:lnTo>
                    <a:pt x="724" y="3688"/>
                  </a:lnTo>
                  <a:lnTo>
                    <a:pt x="751" y="3965"/>
                  </a:lnTo>
                  <a:lnTo>
                    <a:pt x="733" y="4001"/>
                  </a:lnTo>
                  <a:lnTo>
                    <a:pt x="733" y="4028"/>
                  </a:lnTo>
                  <a:lnTo>
                    <a:pt x="965" y="4019"/>
                  </a:lnTo>
                  <a:lnTo>
                    <a:pt x="1438" y="4037"/>
                  </a:lnTo>
                  <a:lnTo>
                    <a:pt x="1903" y="4117"/>
                  </a:lnTo>
                  <a:lnTo>
                    <a:pt x="2358" y="4242"/>
                  </a:lnTo>
                  <a:lnTo>
                    <a:pt x="2572" y="4331"/>
                  </a:lnTo>
                  <a:lnTo>
                    <a:pt x="2912" y="3724"/>
                  </a:lnTo>
                  <a:lnTo>
                    <a:pt x="3242" y="3126"/>
                  </a:lnTo>
                  <a:lnTo>
                    <a:pt x="3456" y="2742"/>
                  </a:lnTo>
                  <a:lnTo>
                    <a:pt x="3644" y="2331"/>
                  </a:lnTo>
                  <a:lnTo>
                    <a:pt x="3706" y="2170"/>
                  </a:lnTo>
                  <a:lnTo>
                    <a:pt x="3778" y="1840"/>
                  </a:lnTo>
                  <a:lnTo>
                    <a:pt x="3778" y="1670"/>
                  </a:lnTo>
                  <a:lnTo>
                    <a:pt x="3778" y="1626"/>
                  </a:lnTo>
                  <a:lnTo>
                    <a:pt x="3760" y="1590"/>
                  </a:lnTo>
                  <a:lnTo>
                    <a:pt x="3724" y="1563"/>
                  </a:lnTo>
                  <a:lnTo>
                    <a:pt x="3635" y="1563"/>
                  </a:lnTo>
                  <a:lnTo>
                    <a:pt x="3590" y="1581"/>
                  </a:lnTo>
                  <a:lnTo>
                    <a:pt x="3456" y="1652"/>
                  </a:lnTo>
                  <a:lnTo>
                    <a:pt x="3215" y="1822"/>
                  </a:lnTo>
                  <a:lnTo>
                    <a:pt x="2894" y="2152"/>
                  </a:lnTo>
                  <a:lnTo>
                    <a:pt x="2688" y="2385"/>
                  </a:lnTo>
                  <a:lnTo>
                    <a:pt x="2653" y="2429"/>
                  </a:lnTo>
                  <a:lnTo>
                    <a:pt x="2599" y="2429"/>
                  </a:lnTo>
                  <a:lnTo>
                    <a:pt x="2563" y="2403"/>
                  </a:lnTo>
                  <a:lnTo>
                    <a:pt x="2546" y="2358"/>
                  </a:lnTo>
                  <a:lnTo>
                    <a:pt x="2340" y="1688"/>
                  </a:lnTo>
                  <a:lnTo>
                    <a:pt x="2188" y="1009"/>
                  </a:lnTo>
                  <a:lnTo>
                    <a:pt x="2135" y="786"/>
                  </a:lnTo>
                  <a:lnTo>
                    <a:pt x="2010" y="366"/>
                  </a:lnTo>
                  <a:lnTo>
                    <a:pt x="1903" y="170"/>
                  </a:lnTo>
                  <a:lnTo>
                    <a:pt x="1840" y="81"/>
                  </a:lnTo>
                  <a:lnTo>
                    <a:pt x="1742" y="27"/>
                  </a:lnTo>
                  <a:lnTo>
                    <a:pt x="1662" y="0"/>
                  </a:lnTo>
                  <a:close/>
                </a:path>
              </a:pathLst>
            </a:custGeom>
            <a:solidFill>
              <a:srgbClr val="FFCB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3843;p33">
              <a:extLst>
                <a:ext uri="{FF2B5EF4-FFF2-40B4-BE49-F238E27FC236}">
                  <a16:creationId xmlns:a16="http://schemas.microsoft.com/office/drawing/2014/main" id="{51F5AE5F-D9C3-463A-A288-24CB0B6C9EB0}"/>
                </a:ext>
              </a:extLst>
            </p:cNvPr>
            <p:cNvSpPr/>
            <p:nvPr/>
          </p:nvSpPr>
          <p:spPr>
            <a:xfrm>
              <a:off x="5817283" y="2382879"/>
              <a:ext cx="9742" cy="190150"/>
            </a:xfrm>
            <a:custGeom>
              <a:avLst/>
              <a:gdLst/>
              <a:ahLst/>
              <a:cxnLst/>
              <a:rect l="l" t="t" r="r" b="b"/>
              <a:pathLst>
                <a:path w="189" h="3689" extrusionOk="0">
                  <a:moveTo>
                    <a:pt x="45" y="1"/>
                  </a:moveTo>
                  <a:lnTo>
                    <a:pt x="1" y="45"/>
                  </a:lnTo>
                  <a:lnTo>
                    <a:pt x="1" y="72"/>
                  </a:lnTo>
                  <a:lnTo>
                    <a:pt x="18" y="1849"/>
                  </a:lnTo>
                  <a:lnTo>
                    <a:pt x="45" y="3626"/>
                  </a:lnTo>
                  <a:lnTo>
                    <a:pt x="45" y="3653"/>
                  </a:lnTo>
                  <a:lnTo>
                    <a:pt x="90" y="3689"/>
                  </a:lnTo>
                  <a:lnTo>
                    <a:pt x="143" y="3680"/>
                  </a:lnTo>
                  <a:lnTo>
                    <a:pt x="188" y="3644"/>
                  </a:lnTo>
                  <a:lnTo>
                    <a:pt x="188" y="3608"/>
                  </a:lnTo>
                  <a:lnTo>
                    <a:pt x="170" y="1840"/>
                  </a:lnTo>
                  <a:lnTo>
                    <a:pt x="143" y="63"/>
                  </a:lnTo>
                  <a:lnTo>
                    <a:pt x="135" y="36"/>
                  </a:lnTo>
                  <a:lnTo>
                    <a:pt x="99"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3844;p33">
              <a:extLst>
                <a:ext uri="{FF2B5EF4-FFF2-40B4-BE49-F238E27FC236}">
                  <a16:creationId xmlns:a16="http://schemas.microsoft.com/office/drawing/2014/main" id="{BC44C3D6-E240-4C1F-BBF6-24DB614EB4BA}"/>
                </a:ext>
              </a:extLst>
            </p:cNvPr>
            <p:cNvSpPr/>
            <p:nvPr/>
          </p:nvSpPr>
          <p:spPr>
            <a:xfrm>
              <a:off x="5831561" y="2734564"/>
              <a:ext cx="148243" cy="214066"/>
            </a:xfrm>
            <a:custGeom>
              <a:avLst/>
              <a:gdLst/>
              <a:ahLst/>
              <a:cxnLst/>
              <a:rect l="l" t="t" r="r" b="b"/>
              <a:pathLst>
                <a:path w="2876" h="4153" extrusionOk="0">
                  <a:moveTo>
                    <a:pt x="99" y="0"/>
                  </a:moveTo>
                  <a:lnTo>
                    <a:pt x="45" y="9"/>
                  </a:lnTo>
                  <a:lnTo>
                    <a:pt x="0" y="81"/>
                  </a:lnTo>
                  <a:lnTo>
                    <a:pt x="27" y="134"/>
                  </a:lnTo>
                  <a:lnTo>
                    <a:pt x="331" y="465"/>
                  </a:lnTo>
                  <a:lnTo>
                    <a:pt x="965" y="1090"/>
                  </a:lnTo>
                  <a:lnTo>
                    <a:pt x="1635" y="1679"/>
                  </a:lnTo>
                  <a:lnTo>
                    <a:pt x="2340" y="2224"/>
                  </a:lnTo>
                  <a:lnTo>
                    <a:pt x="2706" y="2483"/>
                  </a:lnTo>
                  <a:lnTo>
                    <a:pt x="2519" y="3277"/>
                  </a:lnTo>
                  <a:lnTo>
                    <a:pt x="2331" y="4063"/>
                  </a:lnTo>
                  <a:lnTo>
                    <a:pt x="2331" y="4099"/>
                  </a:lnTo>
                  <a:lnTo>
                    <a:pt x="2358" y="4144"/>
                  </a:lnTo>
                  <a:lnTo>
                    <a:pt x="2411" y="4153"/>
                  </a:lnTo>
                  <a:lnTo>
                    <a:pt x="2465" y="4126"/>
                  </a:lnTo>
                  <a:lnTo>
                    <a:pt x="2474" y="4099"/>
                  </a:lnTo>
                  <a:lnTo>
                    <a:pt x="2662" y="3304"/>
                  </a:lnTo>
                  <a:lnTo>
                    <a:pt x="2849" y="2518"/>
                  </a:lnTo>
                  <a:lnTo>
                    <a:pt x="2867" y="2492"/>
                  </a:lnTo>
                  <a:lnTo>
                    <a:pt x="2876" y="2447"/>
                  </a:lnTo>
                  <a:lnTo>
                    <a:pt x="2858" y="2420"/>
                  </a:lnTo>
                  <a:lnTo>
                    <a:pt x="2840" y="2376"/>
                  </a:lnTo>
                  <a:lnTo>
                    <a:pt x="2795" y="2367"/>
                  </a:lnTo>
                  <a:lnTo>
                    <a:pt x="2429" y="2108"/>
                  </a:lnTo>
                  <a:lnTo>
                    <a:pt x="1724" y="1563"/>
                  </a:lnTo>
                  <a:lnTo>
                    <a:pt x="1054" y="974"/>
                  </a:lnTo>
                  <a:lnTo>
                    <a:pt x="420" y="348"/>
                  </a:lnTo>
                  <a:lnTo>
                    <a:pt x="125" y="27"/>
                  </a:lnTo>
                  <a:lnTo>
                    <a:pt x="99" y="0"/>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3845;p33">
              <a:extLst>
                <a:ext uri="{FF2B5EF4-FFF2-40B4-BE49-F238E27FC236}">
                  <a16:creationId xmlns:a16="http://schemas.microsoft.com/office/drawing/2014/main" id="{1A107B01-FE32-43A0-A17A-5F501FF70FA0}"/>
                </a:ext>
              </a:extLst>
            </p:cNvPr>
            <p:cNvSpPr/>
            <p:nvPr/>
          </p:nvSpPr>
          <p:spPr>
            <a:xfrm>
              <a:off x="6005986" y="2861104"/>
              <a:ext cx="174995" cy="46081"/>
            </a:xfrm>
            <a:custGeom>
              <a:avLst/>
              <a:gdLst/>
              <a:ahLst/>
              <a:cxnLst/>
              <a:rect l="l" t="t" r="r" b="b"/>
              <a:pathLst>
                <a:path w="3395" h="894" extrusionOk="0">
                  <a:moveTo>
                    <a:pt x="81" y="1"/>
                  </a:moveTo>
                  <a:lnTo>
                    <a:pt x="28" y="19"/>
                  </a:lnTo>
                  <a:lnTo>
                    <a:pt x="1" y="72"/>
                  </a:lnTo>
                  <a:lnTo>
                    <a:pt x="19" y="117"/>
                  </a:lnTo>
                  <a:lnTo>
                    <a:pt x="46" y="135"/>
                  </a:lnTo>
                  <a:lnTo>
                    <a:pt x="438" y="296"/>
                  </a:lnTo>
                  <a:lnTo>
                    <a:pt x="1242" y="546"/>
                  </a:lnTo>
                  <a:lnTo>
                    <a:pt x="2055" y="733"/>
                  </a:lnTo>
                  <a:lnTo>
                    <a:pt x="2885" y="858"/>
                  </a:lnTo>
                  <a:lnTo>
                    <a:pt x="3305" y="894"/>
                  </a:lnTo>
                  <a:lnTo>
                    <a:pt x="3367" y="876"/>
                  </a:lnTo>
                  <a:lnTo>
                    <a:pt x="3394" y="796"/>
                  </a:lnTo>
                  <a:lnTo>
                    <a:pt x="3367" y="760"/>
                  </a:lnTo>
                  <a:lnTo>
                    <a:pt x="3332" y="751"/>
                  </a:lnTo>
                  <a:lnTo>
                    <a:pt x="2921" y="715"/>
                  </a:lnTo>
                  <a:lnTo>
                    <a:pt x="2099" y="599"/>
                  </a:lnTo>
                  <a:lnTo>
                    <a:pt x="1287" y="412"/>
                  </a:lnTo>
                  <a:lnTo>
                    <a:pt x="501" y="162"/>
                  </a:lnTo>
                  <a:lnTo>
                    <a:pt x="108" y="10"/>
                  </a:lnTo>
                  <a:lnTo>
                    <a:pt x="81"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3846;p33">
              <a:extLst>
                <a:ext uri="{FF2B5EF4-FFF2-40B4-BE49-F238E27FC236}">
                  <a16:creationId xmlns:a16="http://schemas.microsoft.com/office/drawing/2014/main" id="{21E3841C-3CBC-4CDE-B68A-FF7D6F1FDB22}"/>
                </a:ext>
              </a:extLst>
            </p:cNvPr>
            <p:cNvSpPr/>
            <p:nvPr/>
          </p:nvSpPr>
          <p:spPr>
            <a:xfrm>
              <a:off x="6002790" y="2884144"/>
              <a:ext cx="140409" cy="72782"/>
            </a:xfrm>
            <a:custGeom>
              <a:avLst/>
              <a:gdLst/>
              <a:ahLst/>
              <a:cxnLst/>
              <a:rect l="l" t="t" r="r" b="b"/>
              <a:pathLst>
                <a:path w="2724" h="1412" extrusionOk="0">
                  <a:moveTo>
                    <a:pt x="90" y="0"/>
                  </a:moveTo>
                  <a:lnTo>
                    <a:pt x="36" y="18"/>
                  </a:lnTo>
                  <a:lnTo>
                    <a:pt x="0" y="54"/>
                  </a:lnTo>
                  <a:lnTo>
                    <a:pt x="0" y="108"/>
                  </a:lnTo>
                  <a:lnTo>
                    <a:pt x="18" y="134"/>
                  </a:lnTo>
                  <a:lnTo>
                    <a:pt x="322" y="349"/>
                  </a:lnTo>
                  <a:lnTo>
                    <a:pt x="947" y="724"/>
                  </a:lnTo>
                  <a:lnTo>
                    <a:pt x="1599" y="1045"/>
                  </a:lnTo>
                  <a:lnTo>
                    <a:pt x="2286" y="1304"/>
                  </a:lnTo>
                  <a:lnTo>
                    <a:pt x="2635" y="1411"/>
                  </a:lnTo>
                  <a:lnTo>
                    <a:pt x="2670" y="1411"/>
                  </a:lnTo>
                  <a:lnTo>
                    <a:pt x="2706" y="1385"/>
                  </a:lnTo>
                  <a:lnTo>
                    <a:pt x="2724" y="1331"/>
                  </a:lnTo>
                  <a:lnTo>
                    <a:pt x="2697" y="1277"/>
                  </a:lnTo>
                  <a:lnTo>
                    <a:pt x="2661" y="1260"/>
                  </a:lnTo>
                  <a:lnTo>
                    <a:pt x="2322" y="1161"/>
                  </a:lnTo>
                  <a:lnTo>
                    <a:pt x="1652" y="911"/>
                  </a:lnTo>
                  <a:lnTo>
                    <a:pt x="1018" y="599"/>
                  </a:lnTo>
                  <a:lnTo>
                    <a:pt x="411" y="233"/>
                  </a:lnTo>
                  <a:lnTo>
                    <a:pt x="116" y="18"/>
                  </a:lnTo>
                  <a:lnTo>
                    <a:pt x="90" y="0"/>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3847;p33">
              <a:extLst>
                <a:ext uri="{FF2B5EF4-FFF2-40B4-BE49-F238E27FC236}">
                  <a16:creationId xmlns:a16="http://schemas.microsoft.com/office/drawing/2014/main" id="{C82BE478-1F4F-40F8-9240-B75F78ECF9AB}"/>
                </a:ext>
              </a:extLst>
            </p:cNvPr>
            <p:cNvSpPr/>
            <p:nvPr/>
          </p:nvSpPr>
          <p:spPr>
            <a:xfrm>
              <a:off x="5881249" y="2639723"/>
              <a:ext cx="65875" cy="28607"/>
            </a:xfrm>
            <a:custGeom>
              <a:avLst/>
              <a:gdLst/>
              <a:ahLst/>
              <a:cxnLst/>
              <a:rect l="l" t="t" r="r" b="b"/>
              <a:pathLst>
                <a:path w="1278" h="555" extrusionOk="0">
                  <a:moveTo>
                    <a:pt x="45" y="1"/>
                  </a:moveTo>
                  <a:lnTo>
                    <a:pt x="1" y="72"/>
                  </a:lnTo>
                  <a:lnTo>
                    <a:pt x="19" y="126"/>
                  </a:lnTo>
                  <a:lnTo>
                    <a:pt x="45" y="135"/>
                  </a:lnTo>
                  <a:lnTo>
                    <a:pt x="608" y="349"/>
                  </a:lnTo>
                  <a:lnTo>
                    <a:pt x="1171" y="554"/>
                  </a:lnTo>
                  <a:lnTo>
                    <a:pt x="1233" y="554"/>
                  </a:lnTo>
                  <a:lnTo>
                    <a:pt x="1278" y="483"/>
                  </a:lnTo>
                  <a:lnTo>
                    <a:pt x="1260" y="438"/>
                  </a:lnTo>
                  <a:lnTo>
                    <a:pt x="1233" y="420"/>
                  </a:lnTo>
                  <a:lnTo>
                    <a:pt x="671" y="215"/>
                  </a:lnTo>
                  <a:lnTo>
                    <a:pt x="108" y="10"/>
                  </a:lnTo>
                  <a:lnTo>
                    <a:pt x="45"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3848;p33">
              <a:extLst>
                <a:ext uri="{FF2B5EF4-FFF2-40B4-BE49-F238E27FC236}">
                  <a16:creationId xmlns:a16="http://schemas.microsoft.com/office/drawing/2014/main" id="{9931C572-877C-4B3A-BFEA-077424A31A50}"/>
                </a:ext>
              </a:extLst>
            </p:cNvPr>
            <p:cNvSpPr/>
            <p:nvPr/>
          </p:nvSpPr>
          <p:spPr>
            <a:xfrm>
              <a:off x="5885888" y="2613023"/>
              <a:ext cx="59895" cy="41958"/>
            </a:xfrm>
            <a:custGeom>
              <a:avLst/>
              <a:gdLst/>
              <a:ahLst/>
              <a:cxnLst/>
              <a:rect l="l" t="t" r="r" b="b"/>
              <a:pathLst>
                <a:path w="1162" h="814" extrusionOk="0">
                  <a:moveTo>
                    <a:pt x="63" y="1"/>
                  </a:moveTo>
                  <a:lnTo>
                    <a:pt x="0" y="54"/>
                  </a:lnTo>
                  <a:lnTo>
                    <a:pt x="9" y="108"/>
                  </a:lnTo>
                  <a:lnTo>
                    <a:pt x="27" y="126"/>
                  </a:lnTo>
                  <a:lnTo>
                    <a:pt x="536" y="465"/>
                  </a:lnTo>
                  <a:lnTo>
                    <a:pt x="1036" y="795"/>
                  </a:lnTo>
                  <a:lnTo>
                    <a:pt x="1099" y="813"/>
                  </a:lnTo>
                  <a:lnTo>
                    <a:pt x="1161" y="760"/>
                  </a:lnTo>
                  <a:lnTo>
                    <a:pt x="1152" y="706"/>
                  </a:lnTo>
                  <a:lnTo>
                    <a:pt x="1134" y="688"/>
                  </a:lnTo>
                  <a:lnTo>
                    <a:pt x="625" y="349"/>
                  </a:lnTo>
                  <a:lnTo>
                    <a:pt x="125" y="19"/>
                  </a:lnTo>
                  <a:lnTo>
                    <a:pt x="63"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3849;p33">
              <a:extLst>
                <a:ext uri="{FF2B5EF4-FFF2-40B4-BE49-F238E27FC236}">
                  <a16:creationId xmlns:a16="http://schemas.microsoft.com/office/drawing/2014/main" id="{B4D0661E-9B68-44FF-A181-7F6C9BA135EE}"/>
                </a:ext>
              </a:extLst>
            </p:cNvPr>
            <p:cNvSpPr/>
            <p:nvPr/>
          </p:nvSpPr>
          <p:spPr>
            <a:xfrm>
              <a:off x="5716464" y="2685288"/>
              <a:ext cx="70977" cy="22628"/>
            </a:xfrm>
            <a:custGeom>
              <a:avLst/>
              <a:gdLst/>
              <a:ahLst/>
              <a:cxnLst/>
              <a:rect l="l" t="t" r="r" b="b"/>
              <a:pathLst>
                <a:path w="1377" h="439" extrusionOk="0">
                  <a:moveTo>
                    <a:pt x="28" y="1"/>
                  </a:moveTo>
                  <a:lnTo>
                    <a:pt x="1" y="45"/>
                  </a:lnTo>
                  <a:lnTo>
                    <a:pt x="1" y="99"/>
                  </a:lnTo>
                  <a:lnTo>
                    <a:pt x="37" y="144"/>
                  </a:lnTo>
                  <a:lnTo>
                    <a:pt x="72" y="144"/>
                  </a:lnTo>
                  <a:lnTo>
                    <a:pt x="385" y="161"/>
                  </a:lnTo>
                  <a:lnTo>
                    <a:pt x="983" y="304"/>
                  </a:lnTo>
                  <a:lnTo>
                    <a:pt x="1269" y="429"/>
                  </a:lnTo>
                  <a:lnTo>
                    <a:pt x="1305" y="438"/>
                  </a:lnTo>
                  <a:lnTo>
                    <a:pt x="1349" y="420"/>
                  </a:lnTo>
                  <a:lnTo>
                    <a:pt x="1376" y="367"/>
                  </a:lnTo>
                  <a:lnTo>
                    <a:pt x="1367" y="313"/>
                  </a:lnTo>
                  <a:lnTo>
                    <a:pt x="1340" y="295"/>
                  </a:lnTo>
                  <a:lnTo>
                    <a:pt x="1028" y="170"/>
                  </a:lnTo>
                  <a:lnTo>
                    <a:pt x="394" y="19"/>
                  </a:lnTo>
                  <a:lnTo>
                    <a:pt x="63"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3850;p33">
              <a:extLst>
                <a:ext uri="{FF2B5EF4-FFF2-40B4-BE49-F238E27FC236}">
                  <a16:creationId xmlns:a16="http://schemas.microsoft.com/office/drawing/2014/main" id="{E444FC91-50FF-4C41-94BD-A58E200E43F7}"/>
                </a:ext>
              </a:extLst>
            </p:cNvPr>
            <p:cNvSpPr/>
            <p:nvPr/>
          </p:nvSpPr>
          <p:spPr>
            <a:xfrm>
              <a:off x="5724762" y="2644310"/>
              <a:ext cx="50669" cy="44741"/>
            </a:xfrm>
            <a:custGeom>
              <a:avLst/>
              <a:gdLst/>
              <a:ahLst/>
              <a:cxnLst/>
              <a:rect l="l" t="t" r="r" b="b"/>
              <a:pathLst>
                <a:path w="983" h="868" extrusionOk="0">
                  <a:moveTo>
                    <a:pt x="90" y="1"/>
                  </a:moveTo>
                  <a:lnTo>
                    <a:pt x="36" y="10"/>
                  </a:lnTo>
                  <a:lnTo>
                    <a:pt x="1" y="55"/>
                  </a:lnTo>
                  <a:lnTo>
                    <a:pt x="1" y="108"/>
                  </a:lnTo>
                  <a:lnTo>
                    <a:pt x="27" y="126"/>
                  </a:lnTo>
                  <a:lnTo>
                    <a:pt x="447" y="492"/>
                  </a:lnTo>
                  <a:lnTo>
                    <a:pt x="867" y="849"/>
                  </a:lnTo>
                  <a:lnTo>
                    <a:pt x="894" y="867"/>
                  </a:lnTo>
                  <a:lnTo>
                    <a:pt x="947" y="858"/>
                  </a:lnTo>
                  <a:lnTo>
                    <a:pt x="983" y="814"/>
                  </a:lnTo>
                  <a:lnTo>
                    <a:pt x="983" y="760"/>
                  </a:lnTo>
                  <a:lnTo>
                    <a:pt x="965" y="733"/>
                  </a:lnTo>
                  <a:lnTo>
                    <a:pt x="545" y="376"/>
                  </a:lnTo>
                  <a:lnTo>
                    <a:pt x="117" y="19"/>
                  </a:lnTo>
                  <a:lnTo>
                    <a:pt x="90" y="1"/>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3851;p33">
              <a:extLst>
                <a:ext uri="{FF2B5EF4-FFF2-40B4-BE49-F238E27FC236}">
                  <a16:creationId xmlns:a16="http://schemas.microsoft.com/office/drawing/2014/main" id="{74C2E1C6-36BD-44C9-96E8-F69AB0C4951D}"/>
                </a:ext>
              </a:extLst>
            </p:cNvPr>
            <p:cNvSpPr/>
            <p:nvPr/>
          </p:nvSpPr>
          <p:spPr>
            <a:xfrm>
              <a:off x="6110465" y="3168152"/>
              <a:ext cx="131697" cy="139068"/>
            </a:xfrm>
            <a:custGeom>
              <a:avLst/>
              <a:gdLst/>
              <a:ahLst/>
              <a:cxnLst/>
              <a:rect l="l" t="t" r="r" b="b"/>
              <a:pathLst>
                <a:path w="2555" h="2698" extrusionOk="0">
                  <a:moveTo>
                    <a:pt x="2475" y="0"/>
                  </a:moveTo>
                  <a:lnTo>
                    <a:pt x="2448" y="18"/>
                  </a:lnTo>
                  <a:lnTo>
                    <a:pt x="2082" y="277"/>
                  </a:lnTo>
                  <a:lnTo>
                    <a:pt x="1403" y="857"/>
                  </a:lnTo>
                  <a:lnTo>
                    <a:pt x="796" y="1509"/>
                  </a:lnTo>
                  <a:lnTo>
                    <a:pt x="260" y="2215"/>
                  </a:lnTo>
                  <a:lnTo>
                    <a:pt x="19" y="2599"/>
                  </a:lnTo>
                  <a:lnTo>
                    <a:pt x="1" y="2626"/>
                  </a:lnTo>
                  <a:lnTo>
                    <a:pt x="28" y="2679"/>
                  </a:lnTo>
                  <a:lnTo>
                    <a:pt x="72" y="2697"/>
                  </a:lnTo>
                  <a:lnTo>
                    <a:pt x="126" y="2688"/>
                  </a:lnTo>
                  <a:lnTo>
                    <a:pt x="153" y="2661"/>
                  </a:lnTo>
                  <a:lnTo>
                    <a:pt x="385" y="2286"/>
                  </a:lnTo>
                  <a:lnTo>
                    <a:pt x="912" y="1599"/>
                  </a:lnTo>
                  <a:lnTo>
                    <a:pt x="1510" y="965"/>
                  </a:lnTo>
                  <a:lnTo>
                    <a:pt x="2171" y="393"/>
                  </a:lnTo>
                  <a:lnTo>
                    <a:pt x="2528" y="134"/>
                  </a:lnTo>
                  <a:lnTo>
                    <a:pt x="2555" y="116"/>
                  </a:lnTo>
                  <a:lnTo>
                    <a:pt x="2555" y="63"/>
                  </a:lnTo>
                  <a:lnTo>
                    <a:pt x="2528" y="18"/>
                  </a:lnTo>
                  <a:lnTo>
                    <a:pt x="2475" y="0"/>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3852;p33">
              <a:extLst>
                <a:ext uri="{FF2B5EF4-FFF2-40B4-BE49-F238E27FC236}">
                  <a16:creationId xmlns:a16="http://schemas.microsoft.com/office/drawing/2014/main" id="{8ED80F45-C871-4E89-B5B1-0AC9C17B0920}"/>
                </a:ext>
              </a:extLst>
            </p:cNvPr>
            <p:cNvSpPr/>
            <p:nvPr/>
          </p:nvSpPr>
          <p:spPr>
            <a:xfrm>
              <a:off x="6134897" y="3206346"/>
              <a:ext cx="132625" cy="102214"/>
            </a:xfrm>
            <a:custGeom>
              <a:avLst/>
              <a:gdLst/>
              <a:ahLst/>
              <a:cxnLst/>
              <a:rect l="l" t="t" r="r" b="b"/>
              <a:pathLst>
                <a:path w="2573" h="1983" extrusionOk="0">
                  <a:moveTo>
                    <a:pt x="2483" y="0"/>
                  </a:moveTo>
                  <a:lnTo>
                    <a:pt x="2456" y="18"/>
                  </a:lnTo>
                  <a:lnTo>
                    <a:pt x="2117" y="206"/>
                  </a:lnTo>
                  <a:lnTo>
                    <a:pt x="1483" y="625"/>
                  </a:lnTo>
                  <a:lnTo>
                    <a:pt x="866" y="1090"/>
                  </a:lnTo>
                  <a:lnTo>
                    <a:pt x="295" y="1590"/>
                  </a:lnTo>
                  <a:lnTo>
                    <a:pt x="18" y="1867"/>
                  </a:lnTo>
                  <a:lnTo>
                    <a:pt x="0" y="1894"/>
                  </a:lnTo>
                  <a:lnTo>
                    <a:pt x="9" y="1938"/>
                  </a:lnTo>
                  <a:lnTo>
                    <a:pt x="45" y="1974"/>
                  </a:lnTo>
                  <a:lnTo>
                    <a:pt x="107" y="1983"/>
                  </a:lnTo>
                  <a:lnTo>
                    <a:pt x="125" y="1956"/>
                  </a:lnTo>
                  <a:lnTo>
                    <a:pt x="402" y="1688"/>
                  </a:lnTo>
                  <a:lnTo>
                    <a:pt x="974" y="1188"/>
                  </a:lnTo>
                  <a:lnTo>
                    <a:pt x="1572" y="733"/>
                  </a:lnTo>
                  <a:lnTo>
                    <a:pt x="2206" y="322"/>
                  </a:lnTo>
                  <a:lnTo>
                    <a:pt x="2536" y="134"/>
                  </a:lnTo>
                  <a:lnTo>
                    <a:pt x="2563" y="116"/>
                  </a:lnTo>
                  <a:lnTo>
                    <a:pt x="2572" y="63"/>
                  </a:lnTo>
                  <a:lnTo>
                    <a:pt x="2536" y="18"/>
                  </a:lnTo>
                  <a:lnTo>
                    <a:pt x="2483" y="0"/>
                  </a:lnTo>
                  <a:close/>
                </a:path>
              </a:pathLst>
            </a:custGeom>
            <a:solidFill>
              <a:srgbClr val="DE14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3853;p33">
              <a:extLst>
                <a:ext uri="{FF2B5EF4-FFF2-40B4-BE49-F238E27FC236}">
                  <a16:creationId xmlns:a16="http://schemas.microsoft.com/office/drawing/2014/main" id="{2B5404ED-DF91-415D-9C54-4B8283CE3556}"/>
                </a:ext>
              </a:extLst>
            </p:cNvPr>
            <p:cNvSpPr/>
            <p:nvPr/>
          </p:nvSpPr>
          <p:spPr>
            <a:xfrm>
              <a:off x="5281897" y="3030220"/>
              <a:ext cx="185407" cy="221592"/>
            </a:xfrm>
            <a:custGeom>
              <a:avLst/>
              <a:gdLst/>
              <a:ahLst/>
              <a:cxnLst/>
              <a:rect l="l" t="t" r="r" b="b"/>
              <a:pathLst>
                <a:path w="3597" h="4299" extrusionOk="0">
                  <a:moveTo>
                    <a:pt x="1715" y="1763"/>
                  </a:moveTo>
                  <a:lnTo>
                    <a:pt x="2049" y="1918"/>
                  </a:lnTo>
                  <a:lnTo>
                    <a:pt x="2311" y="2191"/>
                  </a:lnTo>
                  <a:lnTo>
                    <a:pt x="2394" y="2358"/>
                  </a:lnTo>
                  <a:lnTo>
                    <a:pt x="2454" y="2572"/>
                  </a:lnTo>
                  <a:lnTo>
                    <a:pt x="2465" y="2799"/>
                  </a:lnTo>
                  <a:lnTo>
                    <a:pt x="2442" y="2799"/>
                  </a:lnTo>
                  <a:lnTo>
                    <a:pt x="2406" y="2811"/>
                  </a:lnTo>
                  <a:lnTo>
                    <a:pt x="2251" y="2858"/>
                  </a:lnTo>
                  <a:lnTo>
                    <a:pt x="1930" y="2882"/>
                  </a:lnTo>
                  <a:lnTo>
                    <a:pt x="1763" y="2870"/>
                  </a:lnTo>
                  <a:lnTo>
                    <a:pt x="1632" y="2834"/>
                  </a:lnTo>
                  <a:lnTo>
                    <a:pt x="1346" y="2680"/>
                  </a:lnTo>
                  <a:lnTo>
                    <a:pt x="1132" y="2441"/>
                  </a:lnTo>
                  <a:lnTo>
                    <a:pt x="1108" y="2227"/>
                  </a:lnTo>
                  <a:lnTo>
                    <a:pt x="1156" y="2072"/>
                  </a:lnTo>
                  <a:lnTo>
                    <a:pt x="1215" y="1989"/>
                  </a:lnTo>
                  <a:lnTo>
                    <a:pt x="1287" y="1906"/>
                  </a:lnTo>
                  <a:lnTo>
                    <a:pt x="1453" y="1798"/>
                  </a:lnTo>
                  <a:lnTo>
                    <a:pt x="1715" y="1763"/>
                  </a:lnTo>
                  <a:close/>
                  <a:moveTo>
                    <a:pt x="2763" y="1"/>
                  </a:moveTo>
                  <a:lnTo>
                    <a:pt x="2692" y="96"/>
                  </a:lnTo>
                  <a:lnTo>
                    <a:pt x="2739" y="143"/>
                  </a:lnTo>
                  <a:lnTo>
                    <a:pt x="2954" y="310"/>
                  </a:lnTo>
                  <a:lnTo>
                    <a:pt x="3275" y="739"/>
                  </a:lnTo>
                  <a:lnTo>
                    <a:pt x="3442" y="1251"/>
                  </a:lnTo>
                  <a:lnTo>
                    <a:pt x="3430" y="1656"/>
                  </a:lnTo>
                  <a:lnTo>
                    <a:pt x="3358" y="1918"/>
                  </a:lnTo>
                  <a:lnTo>
                    <a:pt x="3299" y="2048"/>
                  </a:lnTo>
                  <a:lnTo>
                    <a:pt x="3180" y="2251"/>
                  </a:lnTo>
                  <a:lnTo>
                    <a:pt x="2835" y="2584"/>
                  </a:lnTo>
                  <a:lnTo>
                    <a:pt x="2632" y="2703"/>
                  </a:lnTo>
                  <a:lnTo>
                    <a:pt x="2620" y="2560"/>
                  </a:lnTo>
                  <a:lnTo>
                    <a:pt x="2549" y="2275"/>
                  </a:lnTo>
                  <a:lnTo>
                    <a:pt x="2430" y="2025"/>
                  </a:lnTo>
                  <a:lnTo>
                    <a:pt x="2239" y="1810"/>
                  </a:lnTo>
                  <a:lnTo>
                    <a:pt x="2108" y="1727"/>
                  </a:lnTo>
                  <a:lnTo>
                    <a:pt x="1989" y="1656"/>
                  </a:lnTo>
                  <a:lnTo>
                    <a:pt x="1751" y="1596"/>
                  </a:lnTo>
                  <a:lnTo>
                    <a:pt x="1501" y="1620"/>
                  </a:lnTo>
                  <a:lnTo>
                    <a:pt x="1287" y="1715"/>
                  </a:lnTo>
                  <a:lnTo>
                    <a:pt x="1108" y="1858"/>
                  </a:lnTo>
                  <a:lnTo>
                    <a:pt x="989" y="2048"/>
                  </a:lnTo>
                  <a:lnTo>
                    <a:pt x="953" y="2275"/>
                  </a:lnTo>
                  <a:lnTo>
                    <a:pt x="1013" y="2513"/>
                  </a:lnTo>
                  <a:lnTo>
                    <a:pt x="1096" y="2644"/>
                  </a:lnTo>
                  <a:lnTo>
                    <a:pt x="1215" y="2799"/>
                  </a:lnTo>
                  <a:lnTo>
                    <a:pt x="1525" y="2989"/>
                  </a:lnTo>
                  <a:lnTo>
                    <a:pt x="1882" y="3049"/>
                  </a:lnTo>
                  <a:lnTo>
                    <a:pt x="2263" y="3001"/>
                  </a:lnTo>
                  <a:lnTo>
                    <a:pt x="2454" y="2942"/>
                  </a:lnTo>
                  <a:lnTo>
                    <a:pt x="2394" y="3227"/>
                  </a:lnTo>
                  <a:lnTo>
                    <a:pt x="2275" y="3477"/>
                  </a:lnTo>
                  <a:lnTo>
                    <a:pt x="2180" y="3620"/>
                  </a:lnTo>
                  <a:lnTo>
                    <a:pt x="1965" y="3846"/>
                  </a:lnTo>
                  <a:lnTo>
                    <a:pt x="1715" y="4013"/>
                  </a:lnTo>
                  <a:lnTo>
                    <a:pt x="1430" y="4108"/>
                  </a:lnTo>
                  <a:lnTo>
                    <a:pt x="1132" y="4156"/>
                  </a:lnTo>
                  <a:lnTo>
                    <a:pt x="834" y="4132"/>
                  </a:lnTo>
                  <a:lnTo>
                    <a:pt x="548" y="4037"/>
                  </a:lnTo>
                  <a:lnTo>
                    <a:pt x="275" y="3894"/>
                  </a:lnTo>
                  <a:lnTo>
                    <a:pt x="144" y="3787"/>
                  </a:lnTo>
                  <a:lnTo>
                    <a:pt x="84" y="3763"/>
                  </a:lnTo>
                  <a:lnTo>
                    <a:pt x="1" y="3858"/>
                  </a:lnTo>
                  <a:lnTo>
                    <a:pt x="36" y="3906"/>
                  </a:lnTo>
                  <a:lnTo>
                    <a:pt x="167" y="4013"/>
                  </a:lnTo>
                  <a:lnTo>
                    <a:pt x="429" y="4168"/>
                  </a:lnTo>
                  <a:lnTo>
                    <a:pt x="870" y="4299"/>
                  </a:lnTo>
                  <a:lnTo>
                    <a:pt x="1322" y="4299"/>
                  </a:lnTo>
                  <a:lnTo>
                    <a:pt x="1620" y="4227"/>
                  </a:lnTo>
                  <a:lnTo>
                    <a:pt x="1894" y="4108"/>
                  </a:lnTo>
                  <a:lnTo>
                    <a:pt x="2144" y="3918"/>
                  </a:lnTo>
                  <a:lnTo>
                    <a:pt x="2251" y="3811"/>
                  </a:lnTo>
                  <a:lnTo>
                    <a:pt x="2406" y="3608"/>
                  </a:lnTo>
                  <a:lnTo>
                    <a:pt x="2596" y="3132"/>
                  </a:lnTo>
                  <a:lnTo>
                    <a:pt x="2632" y="2882"/>
                  </a:lnTo>
                  <a:lnTo>
                    <a:pt x="2811" y="2787"/>
                  </a:lnTo>
                  <a:lnTo>
                    <a:pt x="3132" y="2549"/>
                  </a:lnTo>
                  <a:lnTo>
                    <a:pt x="3251" y="2418"/>
                  </a:lnTo>
                  <a:lnTo>
                    <a:pt x="3358" y="2275"/>
                  </a:lnTo>
                  <a:lnTo>
                    <a:pt x="3513" y="1965"/>
                  </a:lnTo>
                  <a:lnTo>
                    <a:pt x="3585" y="1644"/>
                  </a:lnTo>
                  <a:lnTo>
                    <a:pt x="3597" y="1310"/>
                  </a:lnTo>
                  <a:lnTo>
                    <a:pt x="3537" y="977"/>
                  </a:lnTo>
                  <a:lnTo>
                    <a:pt x="3406" y="655"/>
                  </a:lnTo>
                  <a:lnTo>
                    <a:pt x="3227" y="370"/>
                  </a:lnTo>
                  <a:lnTo>
                    <a:pt x="2977" y="132"/>
                  </a:lnTo>
                  <a:lnTo>
                    <a:pt x="2835" y="24"/>
                  </a:lnTo>
                  <a:lnTo>
                    <a:pt x="2763"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3854;p33">
              <a:extLst>
                <a:ext uri="{FF2B5EF4-FFF2-40B4-BE49-F238E27FC236}">
                  <a16:creationId xmlns:a16="http://schemas.microsoft.com/office/drawing/2014/main" id="{59FE2458-76F0-43B5-968B-21A325416236}"/>
                </a:ext>
              </a:extLst>
            </p:cNvPr>
            <p:cNvSpPr/>
            <p:nvPr/>
          </p:nvSpPr>
          <p:spPr>
            <a:xfrm>
              <a:off x="5273341" y="3021612"/>
              <a:ext cx="202572" cy="239427"/>
            </a:xfrm>
            <a:custGeom>
              <a:avLst/>
              <a:gdLst/>
              <a:ahLst/>
              <a:cxnLst/>
              <a:rect l="l" t="t" r="r" b="b"/>
              <a:pathLst>
                <a:path w="3930" h="4645" extrusionOk="0">
                  <a:moveTo>
                    <a:pt x="1822" y="2085"/>
                  </a:moveTo>
                  <a:lnTo>
                    <a:pt x="1846" y="2096"/>
                  </a:lnTo>
                  <a:lnTo>
                    <a:pt x="2012" y="2144"/>
                  </a:lnTo>
                  <a:lnTo>
                    <a:pt x="2310" y="2394"/>
                  </a:lnTo>
                  <a:lnTo>
                    <a:pt x="2393" y="2573"/>
                  </a:lnTo>
                  <a:lnTo>
                    <a:pt x="2429" y="2704"/>
                  </a:lnTo>
                  <a:lnTo>
                    <a:pt x="2453" y="2847"/>
                  </a:lnTo>
                  <a:lnTo>
                    <a:pt x="2191" y="2894"/>
                  </a:lnTo>
                  <a:lnTo>
                    <a:pt x="1953" y="2870"/>
                  </a:lnTo>
                  <a:lnTo>
                    <a:pt x="1798" y="2823"/>
                  </a:lnTo>
                  <a:lnTo>
                    <a:pt x="1512" y="2632"/>
                  </a:lnTo>
                  <a:lnTo>
                    <a:pt x="1441" y="2513"/>
                  </a:lnTo>
                  <a:lnTo>
                    <a:pt x="1417" y="2477"/>
                  </a:lnTo>
                  <a:lnTo>
                    <a:pt x="1441" y="2335"/>
                  </a:lnTo>
                  <a:lnTo>
                    <a:pt x="1500" y="2251"/>
                  </a:lnTo>
                  <a:lnTo>
                    <a:pt x="1572" y="2168"/>
                  </a:lnTo>
                  <a:lnTo>
                    <a:pt x="1715" y="2085"/>
                  </a:lnTo>
                  <a:close/>
                  <a:moveTo>
                    <a:pt x="2905" y="1"/>
                  </a:moveTo>
                  <a:lnTo>
                    <a:pt x="2846" y="25"/>
                  </a:lnTo>
                  <a:lnTo>
                    <a:pt x="2786" y="60"/>
                  </a:lnTo>
                  <a:lnTo>
                    <a:pt x="2715" y="168"/>
                  </a:lnTo>
                  <a:lnTo>
                    <a:pt x="2703" y="239"/>
                  </a:lnTo>
                  <a:lnTo>
                    <a:pt x="2715" y="299"/>
                  </a:lnTo>
                  <a:lnTo>
                    <a:pt x="2762" y="406"/>
                  </a:lnTo>
                  <a:lnTo>
                    <a:pt x="2810" y="441"/>
                  </a:lnTo>
                  <a:lnTo>
                    <a:pt x="3012" y="596"/>
                  </a:lnTo>
                  <a:lnTo>
                    <a:pt x="3298" y="1001"/>
                  </a:lnTo>
                  <a:lnTo>
                    <a:pt x="3441" y="1453"/>
                  </a:lnTo>
                  <a:lnTo>
                    <a:pt x="3405" y="1918"/>
                  </a:lnTo>
                  <a:lnTo>
                    <a:pt x="3322" y="2144"/>
                  </a:lnTo>
                  <a:lnTo>
                    <a:pt x="3239" y="2275"/>
                  </a:lnTo>
                  <a:lnTo>
                    <a:pt x="3036" y="2513"/>
                  </a:lnTo>
                  <a:lnTo>
                    <a:pt x="2917" y="2608"/>
                  </a:lnTo>
                  <a:lnTo>
                    <a:pt x="2846" y="2346"/>
                  </a:lnTo>
                  <a:lnTo>
                    <a:pt x="2560" y="1918"/>
                  </a:lnTo>
                  <a:lnTo>
                    <a:pt x="2346" y="1751"/>
                  </a:lnTo>
                  <a:lnTo>
                    <a:pt x="2179" y="1668"/>
                  </a:lnTo>
                  <a:lnTo>
                    <a:pt x="1846" y="1608"/>
                  </a:lnTo>
                  <a:lnTo>
                    <a:pt x="1536" y="1668"/>
                  </a:lnTo>
                  <a:lnTo>
                    <a:pt x="1262" y="1811"/>
                  </a:lnTo>
                  <a:lnTo>
                    <a:pt x="1155" y="1906"/>
                  </a:lnTo>
                  <a:lnTo>
                    <a:pt x="1060" y="2013"/>
                  </a:lnTo>
                  <a:lnTo>
                    <a:pt x="965" y="2251"/>
                  </a:lnTo>
                  <a:lnTo>
                    <a:pt x="953" y="2513"/>
                  </a:lnTo>
                  <a:lnTo>
                    <a:pt x="1036" y="2775"/>
                  </a:lnTo>
                  <a:lnTo>
                    <a:pt x="1119" y="2906"/>
                  </a:lnTo>
                  <a:lnTo>
                    <a:pt x="1226" y="3037"/>
                  </a:lnTo>
                  <a:lnTo>
                    <a:pt x="1500" y="3239"/>
                  </a:lnTo>
                  <a:lnTo>
                    <a:pt x="1822" y="3347"/>
                  </a:lnTo>
                  <a:lnTo>
                    <a:pt x="2191" y="3359"/>
                  </a:lnTo>
                  <a:lnTo>
                    <a:pt x="2393" y="3335"/>
                  </a:lnTo>
                  <a:lnTo>
                    <a:pt x="2346" y="3442"/>
                  </a:lnTo>
                  <a:lnTo>
                    <a:pt x="2286" y="3561"/>
                  </a:lnTo>
                  <a:lnTo>
                    <a:pt x="2215" y="3668"/>
                  </a:lnTo>
                  <a:lnTo>
                    <a:pt x="2048" y="3859"/>
                  </a:lnTo>
                  <a:lnTo>
                    <a:pt x="1846" y="4013"/>
                  </a:lnTo>
                  <a:lnTo>
                    <a:pt x="1607" y="4109"/>
                  </a:lnTo>
                  <a:lnTo>
                    <a:pt x="1477" y="4132"/>
                  </a:lnTo>
                  <a:lnTo>
                    <a:pt x="1322" y="4156"/>
                  </a:lnTo>
                  <a:lnTo>
                    <a:pt x="1036" y="4132"/>
                  </a:lnTo>
                  <a:lnTo>
                    <a:pt x="762" y="4049"/>
                  </a:lnTo>
                  <a:lnTo>
                    <a:pt x="512" y="3918"/>
                  </a:lnTo>
                  <a:lnTo>
                    <a:pt x="405" y="3823"/>
                  </a:lnTo>
                  <a:lnTo>
                    <a:pt x="310" y="3763"/>
                  </a:lnTo>
                  <a:lnTo>
                    <a:pt x="131" y="3787"/>
                  </a:lnTo>
                  <a:lnTo>
                    <a:pt x="60" y="3859"/>
                  </a:lnTo>
                  <a:lnTo>
                    <a:pt x="0" y="3930"/>
                  </a:lnTo>
                  <a:lnTo>
                    <a:pt x="0" y="4013"/>
                  </a:lnTo>
                  <a:lnTo>
                    <a:pt x="12" y="4121"/>
                  </a:lnTo>
                  <a:lnTo>
                    <a:pt x="83" y="4192"/>
                  </a:lnTo>
                  <a:lnTo>
                    <a:pt x="357" y="4394"/>
                  </a:lnTo>
                  <a:lnTo>
                    <a:pt x="798" y="4573"/>
                  </a:lnTo>
                  <a:lnTo>
                    <a:pt x="1119" y="4633"/>
                  </a:lnTo>
                  <a:lnTo>
                    <a:pt x="1274" y="4644"/>
                  </a:lnTo>
                  <a:lnTo>
                    <a:pt x="1346" y="4644"/>
                  </a:lnTo>
                  <a:lnTo>
                    <a:pt x="1393" y="4633"/>
                  </a:lnTo>
                  <a:lnTo>
                    <a:pt x="1560" y="4609"/>
                  </a:lnTo>
                  <a:lnTo>
                    <a:pt x="1881" y="4525"/>
                  </a:lnTo>
                  <a:lnTo>
                    <a:pt x="2167" y="4383"/>
                  </a:lnTo>
                  <a:lnTo>
                    <a:pt x="2417" y="4180"/>
                  </a:lnTo>
                  <a:lnTo>
                    <a:pt x="2524" y="4061"/>
                  </a:lnTo>
                  <a:lnTo>
                    <a:pt x="2679" y="3859"/>
                  </a:lnTo>
                  <a:lnTo>
                    <a:pt x="2882" y="3394"/>
                  </a:lnTo>
                  <a:lnTo>
                    <a:pt x="2929" y="3144"/>
                  </a:lnTo>
                  <a:lnTo>
                    <a:pt x="3108" y="3049"/>
                  </a:lnTo>
                  <a:lnTo>
                    <a:pt x="3417" y="2811"/>
                  </a:lnTo>
                  <a:lnTo>
                    <a:pt x="3536" y="2680"/>
                  </a:lnTo>
                  <a:lnTo>
                    <a:pt x="3655" y="2537"/>
                  </a:lnTo>
                  <a:lnTo>
                    <a:pt x="3822" y="2215"/>
                  </a:lnTo>
                  <a:lnTo>
                    <a:pt x="3917" y="1870"/>
                  </a:lnTo>
                  <a:lnTo>
                    <a:pt x="3929" y="1501"/>
                  </a:lnTo>
                  <a:lnTo>
                    <a:pt x="3917" y="1322"/>
                  </a:lnTo>
                  <a:lnTo>
                    <a:pt x="3870" y="1132"/>
                  </a:lnTo>
                  <a:lnTo>
                    <a:pt x="3739" y="763"/>
                  </a:lnTo>
                  <a:lnTo>
                    <a:pt x="3524" y="429"/>
                  </a:lnTo>
                  <a:lnTo>
                    <a:pt x="3251" y="156"/>
                  </a:lnTo>
                  <a:lnTo>
                    <a:pt x="3096" y="48"/>
                  </a:lnTo>
                  <a:lnTo>
                    <a:pt x="3036" y="13"/>
                  </a:lnTo>
                  <a:lnTo>
                    <a:pt x="2905" y="1"/>
                  </a:lnTo>
                  <a:close/>
                </a:path>
              </a:pathLst>
            </a:custGeom>
            <a:solidFill>
              <a:srgbClr val="FF7C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3855;p33">
              <a:extLst>
                <a:ext uri="{FF2B5EF4-FFF2-40B4-BE49-F238E27FC236}">
                  <a16:creationId xmlns:a16="http://schemas.microsoft.com/office/drawing/2014/main" id="{6FDEEEBE-871D-4EF1-AF15-39FA65E7AF4E}"/>
                </a:ext>
              </a:extLst>
            </p:cNvPr>
            <p:cNvSpPr/>
            <p:nvPr/>
          </p:nvSpPr>
          <p:spPr>
            <a:xfrm>
              <a:off x="4685380" y="1761671"/>
              <a:ext cx="1064250" cy="718743"/>
            </a:xfrm>
            <a:custGeom>
              <a:avLst/>
              <a:gdLst/>
              <a:ahLst/>
              <a:cxnLst/>
              <a:rect l="l" t="t" r="r" b="b"/>
              <a:pathLst>
                <a:path w="20647" h="13944" extrusionOk="0">
                  <a:moveTo>
                    <a:pt x="8764" y="7692"/>
                  </a:moveTo>
                  <a:lnTo>
                    <a:pt x="9228" y="7728"/>
                  </a:lnTo>
                  <a:lnTo>
                    <a:pt x="10240" y="7906"/>
                  </a:lnTo>
                  <a:lnTo>
                    <a:pt x="10967" y="8180"/>
                  </a:lnTo>
                  <a:lnTo>
                    <a:pt x="11419" y="8430"/>
                  </a:lnTo>
                  <a:lnTo>
                    <a:pt x="11788" y="8740"/>
                  </a:lnTo>
                  <a:lnTo>
                    <a:pt x="12086" y="9133"/>
                  </a:lnTo>
                  <a:lnTo>
                    <a:pt x="12193" y="9347"/>
                  </a:lnTo>
                  <a:lnTo>
                    <a:pt x="12241" y="9490"/>
                  </a:lnTo>
                  <a:lnTo>
                    <a:pt x="12300" y="9776"/>
                  </a:lnTo>
                  <a:lnTo>
                    <a:pt x="12288" y="10050"/>
                  </a:lnTo>
                  <a:lnTo>
                    <a:pt x="12217" y="10300"/>
                  </a:lnTo>
                  <a:lnTo>
                    <a:pt x="12098" y="10538"/>
                  </a:lnTo>
                  <a:lnTo>
                    <a:pt x="11931" y="10728"/>
                  </a:lnTo>
                  <a:lnTo>
                    <a:pt x="11705" y="10895"/>
                  </a:lnTo>
                  <a:lnTo>
                    <a:pt x="11443" y="11014"/>
                  </a:lnTo>
                  <a:lnTo>
                    <a:pt x="11300" y="11050"/>
                  </a:lnTo>
                  <a:lnTo>
                    <a:pt x="11062" y="11085"/>
                  </a:lnTo>
                  <a:lnTo>
                    <a:pt x="10597" y="11074"/>
                  </a:lnTo>
                  <a:lnTo>
                    <a:pt x="10145" y="10943"/>
                  </a:lnTo>
                  <a:lnTo>
                    <a:pt x="9728" y="10740"/>
                  </a:lnTo>
                  <a:lnTo>
                    <a:pt x="9550" y="10597"/>
                  </a:lnTo>
                  <a:lnTo>
                    <a:pt x="9383" y="10466"/>
                  </a:lnTo>
                  <a:lnTo>
                    <a:pt x="9097" y="10169"/>
                  </a:lnTo>
                  <a:lnTo>
                    <a:pt x="8764" y="9669"/>
                  </a:lnTo>
                  <a:lnTo>
                    <a:pt x="8478" y="8918"/>
                  </a:lnTo>
                  <a:lnTo>
                    <a:pt x="8383" y="8121"/>
                  </a:lnTo>
                  <a:lnTo>
                    <a:pt x="8418" y="7716"/>
                  </a:lnTo>
                  <a:lnTo>
                    <a:pt x="8573" y="7692"/>
                  </a:lnTo>
                  <a:close/>
                  <a:moveTo>
                    <a:pt x="17896" y="0"/>
                  </a:moveTo>
                  <a:lnTo>
                    <a:pt x="16872" y="84"/>
                  </a:lnTo>
                  <a:lnTo>
                    <a:pt x="15848" y="274"/>
                  </a:lnTo>
                  <a:lnTo>
                    <a:pt x="14848" y="536"/>
                  </a:lnTo>
                  <a:lnTo>
                    <a:pt x="13884" y="905"/>
                  </a:lnTo>
                  <a:lnTo>
                    <a:pt x="12943" y="1346"/>
                  </a:lnTo>
                  <a:lnTo>
                    <a:pt x="12491" y="1608"/>
                  </a:lnTo>
                  <a:lnTo>
                    <a:pt x="12121" y="1834"/>
                  </a:lnTo>
                  <a:lnTo>
                    <a:pt x="11371" y="2358"/>
                  </a:lnTo>
                  <a:lnTo>
                    <a:pt x="10645" y="2953"/>
                  </a:lnTo>
                  <a:lnTo>
                    <a:pt x="9966" y="3620"/>
                  </a:lnTo>
                  <a:lnTo>
                    <a:pt x="9335" y="4346"/>
                  </a:lnTo>
                  <a:lnTo>
                    <a:pt x="8788" y="5120"/>
                  </a:lnTo>
                  <a:lnTo>
                    <a:pt x="8359" y="5942"/>
                  </a:lnTo>
                  <a:lnTo>
                    <a:pt x="8049" y="6811"/>
                  </a:lnTo>
                  <a:lnTo>
                    <a:pt x="7966" y="7252"/>
                  </a:lnTo>
                  <a:lnTo>
                    <a:pt x="7859" y="7263"/>
                  </a:lnTo>
                  <a:lnTo>
                    <a:pt x="7752" y="7263"/>
                  </a:lnTo>
                  <a:lnTo>
                    <a:pt x="7156" y="7347"/>
                  </a:lnTo>
                  <a:lnTo>
                    <a:pt x="6025" y="7668"/>
                  </a:lnTo>
                  <a:lnTo>
                    <a:pt x="4977" y="8156"/>
                  </a:lnTo>
                  <a:lnTo>
                    <a:pt x="4001" y="8776"/>
                  </a:lnTo>
                  <a:lnTo>
                    <a:pt x="3120" y="9514"/>
                  </a:lnTo>
                  <a:lnTo>
                    <a:pt x="2310" y="10359"/>
                  </a:lnTo>
                  <a:lnTo>
                    <a:pt x="1584" y="11276"/>
                  </a:lnTo>
                  <a:lnTo>
                    <a:pt x="929" y="12264"/>
                  </a:lnTo>
                  <a:lnTo>
                    <a:pt x="643" y="12776"/>
                  </a:lnTo>
                  <a:lnTo>
                    <a:pt x="548" y="12145"/>
                  </a:lnTo>
                  <a:lnTo>
                    <a:pt x="453" y="11526"/>
                  </a:lnTo>
                  <a:lnTo>
                    <a:pt x="417" y="11419"/>
                  </a:lnTo>
                  <a:lnTo>
                    <a:pt x="286" y="11347"/>
                  </a:lnTo>
                  <a:lnTo>
                    <a:pt x="119" y="11383"/>
                  </a:lnTo>
                  <a:lnTo>
                    <a:pt x="12" y="11526"/>
                  </a:lnTo>
                  <a:lnTo>
                    <a:pt x="0" y="11621"/>
                  </a:lnTo>
                  <a:lnTo>
                    <a:pt x="131" y="12621"/>
                  </a:lnTo>
                  <a:lnTo>
                    <a:pt x="250" y="13610"/>
                  </a:lnTo>
                  <a:lnTo>
                    <a:pt x="274" y="13693"/>
                  </a:lnTo>
                  <a:lnTo>
                    <a:pt x="334" y="13741"/>
                  </a:lnTo>
                  <a:lnTo>
                    <a:pt x="334" y="13776"/>
                  </a:lnTo>
                  <a:lnTo>
                    <a:pt x="358" y="13860"/>
                  </a:lnTo>
                  <a:lnTo>
                    <a:pt x="465" y="13943"/>
                  </a:lnTo>
                  <a:lnTo>
                    <a:pt x="608" y="13931"/>
                  </a:lnTo>
                  <a:lnTo>
                    <a:pt x="727" y="13848"/>
                  </a:lnTo>
                  <a:lnTo>
                    <a:pt x="762" y="13788"/>
                  </a:lnTo>
                  <a:lnTo>
                    <a:pt x="1763" y="13383"/>
                  </a:lnTo>
                  <a:lnTo>
                    <a:pt x="2763" y="12991"/>
                  </a:lnTo>
                  <a:lnTo>
                    <a:pt x="2846" y="12943"/>
                  </a:lnTo>
                  <a:lnTo>
                    <a:pt x="2882" y="12800"/>
                  </a:lnTo>
                  <a:lnTo>
                    <a:pt x="2810" y="12645"/>
                  </a:lnTo>
                  <a:lnTo>
                    <a:pt x="2644" y="12574"/>
                  </a:lnTo>
                  <a:lnTo>
                    <a:pt x="2548" y="12598"/>
                  </a:lnTo>
                  <a:lnTo>
                    <a:pt x="1739" y="12907"/>
                  </a:lnTo>
                  <a:lnTo>
                    <a:pt x="929" y="13217"/>
                  </a:lnTo>
                  <a:lnTo>
                    <a:pt x="1322" y="12514"/>
                  </a:lnTo>
                  <a:lnTo>
                    <a:pt x="2215" y="11157"/>
                  </a:lnTo>
                  <a:lnTo>
                    <a:pt x="3013" y="10240"/>
                  </a:lnTo>
                  <a:lnTo>
                    <a:pt x="3584" y="9680"/>
                  </a:lnTo>
                  <a:lnTo>
                    <a:pt x="4215" y="9169"/>
                  </a:lnTo>
                  <a:lnTo>
                    <a:pt x="4882" y="8728"/>
                  </a:lnTo>
                  <a:lnTo>
                    <a:pt x="5239" y="8526"/>
                  </a:lnTo>
                  <a:lnTo>
                    <a:pt x="5549" y="8371"/>
                  </a:lnTo>
                  <a:lnTo>
                    <a:pt x="6192" y="8109"/>
                  </a:lnTo>
                  <a:lnTo>
                    <a:pt x="6859" y="7906"/>
                  </a:lnTo>
                  <a:lnTo>
                    <a:pt x="7549" y="7764"/>
                  </a:lnTo>
                  <a:lnTo>
                    <a:pt x="7895" y="7728"/>
                  </a:lnTo>
                  <a:lnTo>
                    <a:pt x="7871" y="8049"/>
                  </a:lnTo>
                  <a:lnTo>
                    <a:pt x="7895" y="8383"/>
                  </a:lnTo>
                  <a:lnTo>
                    <a:pt x="7942" y="8823"/>
                  </a:lnTo>
                  <a:lnTo>
                    <a:pt x="8216" y="9657"/>
                  </a:lnTo>
                  <a:lnTo>
                    <a:pt x="8549" y="10228"/>
                  </a:lnTo>
                  <a:lnTo>
                    <a:pt x="8823" y="10574"/>
                  </a:lnTo>
                  <a:lnTo>
                    <a:pt x="9145" y="10883"/>
                  </a:lnTo>
                  <a:lnTo>
                    <a:pt x="9502" y="11133"/>
                  </a:lnTo>
                  <a:lnTo>
                    <a:pt x="9692" y="11240"/>
                  </a:lnTo>
                  <a:lnTo>
                    <a:pt x="9859" y="11324"/>
                  </a:lnTo>
                  <a:lnTo>
                    <a:pt x="10228" y="11443"/>
                  </a:lnTo>
                  <a:lnTo>
                    <a:pt x="10609" y="11514"/>
                  </a:lnTo>
                  <a:lnTo>
                    <a:pt x="11002" y="11526"/>
                  </a:lnTo>
                  <a:lnTo>
                    <a:pt x="11383" y="11478"/>
                  </a:lnTo>
                  <a:lnTo>
                    <a:pt x="11740" y="11371"/>
                  </a:lnTo>
                  <a:lnTo>
                    <a:pt x="12074" y="11181"/>
                  </a:lnTo>
                  <a:lnTo>
                    <a:pt x="12360" y="10931"/>
                  </a:lnTo>
                  <a:lnTo>
                    <a:pt x="12479" y="10764"/>
                  </a:lnTo>
                  <a:lnTo>
                    <a:pt x="12586" y="10585"/>
                  </a:lnTo>
                  <a:lnTo>
                    <a:pt x="12717" y="10204"/>
                  </a:lnTo>
                  <a:lnTo>
                    <a:pt x="12741" y="9823"/>
                  </a:lnTo>
                  <a:lnTo>
                    <a:pt x="12669" y="9442"/>
                  </a:lnTo>
                  <a:lnTo>
                    <a:pt x="12526" y="9073"/>
                  </a:lnTo>
                  <a:lnTo>
                    <a:pt x="12324" y="8740"/>
                  </a:lnTo>
                  <a:lnTo>
                    <a:pt x="11919" y="8287"/>
                  </a:lnTo>
                  <a:lnTo>
                    <a:pt x="11609" y="8049"/>
                  </a:lnTo>
                  <a:lnTo>
                    <a:pt x="11264" y="7835"/>
                  </a:lnTo>
                  <a:lnTo>
                    <a:pt x="10490" y="7513"/>
                  </a:lnTo>
                  <a:lnTo>
                    <a:pt x="9681" y="7311"/>
                  </a:lnTo>
                  <a:lnTo>
                    <a:pt x="8847" y="7240"/>
                  </a:lnTo>
                  <a:lnTo>
                    <a:pt x="8430" y="7240"/>
                  </a:lnTo>
                  <a:lnTo>
                    <a:pt x="8466" y="7061"/>
                  </a:lnTo>
                  <a:lnTo>
                    <a:pt x="8502" y="6894"/>
                  </a:lnTo>
                  <a:lnTo>
                    <a:pt x="8633" y="6478"/>
                  </a:lnTo>
                  <a:lnTo>
                    <a:pt x="8978" y="5692"/>
                  </a:lnTo>
                  <a:lnTo>
                    <a:pt x="9431" y="4942"/>
                  </a:lnTo>
                  <a:lnTo>
                    <a:pt x="9978" y="4239"/>
                  </a:lnTo>
                  <a:lnTo>
                    <a:pt x="10586" y="3596"/>
                  </a:lnTo>
                  <a:lnTo>
                    <a:pt x="11252" y="3001"/>
                  </a:lnTo>
                  <a:lnTo>
                    <a:pt x="11955" y="2465"/>
                  </a:lnTo>
                  <a:lnTo>
                    <a:pt x="12693" y="2001"/>
                  </a:lnTo>
                  <a:lnTo>
                    <a:pt x="13050" y="1786"/>
                  </a:lnTo>
                  <a:lnTo>
                    <a:pt x="13467" y="1572"/>
                  </a:lnTo>
                  <a:lnTo>
                    <a:pt x="14336" y="1191"/>
                  </a:lnTo>
                  <a:lnTo>
                    <a:pt x="15217" y="893"/>
                  </a:lnTo>
                  <a:lnTo>
                    <a:pt x="16122" y="667"/>
                  </a:lnTo>
                  <a:lnTo>
                    <a:pt x="17039" y="512"/>
                  </a:lnTo>
                  <a:lnTo>
                    <a:pt x="17968" y="441"/>
                  </a:lnTo>
                  <a:lnTo>
                    <a:pt x="18908" y="441"/>
                  </a:lnTo>
                  <a:lnTo>
                    <a:pt x="19837" y="536"/>
                  </a:lnTo>
                  <a:lnTo>
                    <a:pt x="20301" y="608"/>
                  </a:lnTo>
                  <a:lnTo>
                    <a:pt x="20420" y="619"/>
                  </a:lnTo>
                  <a:lnTo>
                    <a:pt x="20587" y="524"/>
                  </a:lnTo>
                  <a:lnTo>
                    <a:pt x="20647" y="358"/>
                  </a:lnTo>
                  <a:lnTo>
                    <a:pt x="20575" y="215"/>
                  </a:lnTo>
                  <a:lnTo>
                    <a:pt x="20480" y="179"/>
                  </a:lnTo>
                  <a:lnTo>
                    <a:pt x="19968" y="96"/>
                  </a:lnTo>
                  <a:lnTo>
                    <a:pt x="18932" y="0"/>
                  </a:lnTo>
                  <a:close/>
                </a:path>
              </a:pathLst>
            </a:custGeom>
            <a:solidFill>
              <a:srgbClr val="BFEA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8" name="object 4">
            <a:extLst>
              <a:ext uri="{FF2B5EF4-FFF2-40B4-BE49-F238E27FC236}">
                <a16:creationId xmlns:a16="http://schemas.microsoft.com/office/drawing/2014/main" id="{C538CE10-5878-4EE3-9A6A-3BD5AABA3C83}"/>
              </a:ext>
            </a:extLst>
          </p:cNvPr>
          <p:cNvSpPr/>
          <p:nvPr/>
        </p:nvSpPr>
        <p:spPr>
          <a:xfrm>
            <a:off x="6179685" y="1553227"/>
            <a:ext cx="136097" cy="5074658"/>
          </a:xfrm>
          <a:custGeom>
            <a:avLst/>
            <a:gdLst/>
            <a:ahLst/>
            <a:cxnLst/>
            <a:rect l="l" t="t" r="r" b="b"/>
            <a:pathLst>
              <a:path h="3247390">
                <a:moveTo>
                  <a:pt x="0" y="0"/>
                </a:moveTo>
                <a:lnTo>
                  <a:pt x="0" y="3247085"/>
                </a:lnTo>
              </a:path>
            </a:pathLst>
          </a:custGeom>
          <a:ln w="38100">
            <a:solidFill>
              <a:schemeClr val="accent2"/>
            </a:solidFill>
            <a:prstDash val="lgDash"/>
          </a:ln>
        </p:spPr>
        <p:txBody>
          <a:bodyPr wrap="square" lIns="0" tIns="0" rIns="0" bIns="0" rtlCol="0"/>
          <a:lstStyle/>
          <a:p>
            <a:endParaRPr/>
          </a:p>
        </p:txBody>
      </p:sp>
    </p:spTree>
    <p:extLst>
      <p:ext uri="{BB962C8B-B14F-4D97-AF65-F5344CB8AC3E}">
        <p14:creationId xmlns:p14="http://schemas.microsoft.com/office/powerpoint/2010/main" val="3820112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AB195FB-0326-4AB6-A458-BC963F352534}"/>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Technology Used</a:t>
            </a:r>
          </a:p>
        </p:txBody>
      </p:sp>
      <p:pic>
        <p:nvPicPr>
          <p:cNvPr id="1030" name="Picture 6" descr="Credit Card Animation by Max Lebedev on Dribbble">
            <a:extLst>
              <a:ext uri="{FF2B5EF4-FFF2-40B4-BE49-F238E27FC236}">
                <a16:creationId xmlns:a16="http://schemas.microsoft.com/office/drawing/2014/main" id="{9093AE92-4787-4B32-8E6A-E17DE31D363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89142" y="1728591"/>
            <a:ext cx="5711869" cy="4283901"/>
          </a:xfrm>
          <a:prstGeom prst="rect">
            <a:avLst/>
          </a:prstGeom>
          <a:noFill/>
          <a:extLst>
            <a:ext uri="{909E8E84-426E-40DD-AFC4-6F175D3DCCD1}">
              <a14:hiddenFill xmlns:a14="http://schemas.microsoft.com/office/drawing/2010/main">
                <a:solidFill>
                  <a:srgbClr val="FFFFFF"/>
                </a:solidFill>
              </a14:hiddenFill>
            </a:ext>
          </a:extLst>
        </p:spPr>
      </p:pic>
      <p:sp>
        <p:nvSpPr>
          <p:cNvPr id="180" name="object 4">
            <a:extLst>
              <a:ext uri="{FF2B5EF4-FFF2-40B4-BE49-F238E27FC236}">
                <a16:creationId xmlns:a16="http://schemas.microsoft.com/office/drawing/2014/main" id="{8B760FB5-F7F1-4E91-BD16-4DA0886EFA7A}"/>
              </a:ext>
            </a:extLst>
          </p:cNvPr>
          <p:cNvSpPr/>
          <p:nvPr/>
        </p:nvSpPr>
        <p:spPr>
          <a:xfrm>
            <a:off x="6179685" y="1553227"/>
            <a:ext cx="136097" cy="5074658"/>
          </a:xfrm>
          <a:custGeom>
            <a:avLst/>
            <a:gdLst/>
            <a:ahLst/>
            <a:cxnLst/>
            <a:rect l="l" t="t" r="r" b="b"/>
            <a:pathLst>
              <a:path h="3247390">
                <a:moveTo>
                  <a:pt x="0" y="0"/>
                </a:moveTo>
                <a:lnTo>
                  <a:pt x="0" y="3247085"/>
                </a:lnTo>
              </a:path>
            </a:pathLst>
          </a:custGeom>
          <a:ln w="38100">
            <a:solidFill>
              <a:schemeClr val="accent2"/>
            </a:solidFill>
            <a:prstDash val="lgDash"/>
          </a:ln>
        </p:spPr>
        <p:txBody>
          <a:bodyPr wrap="square" lIns="0" tIns="0" rIns="0" bIns="0" rtlCol="0"/>
          <a:lstStyle/>
          <a:p>
            <a:endParaRPr/>
          </a:p>
        </p:txBody>
      </p:sp>
      <p:sp>
        <p:nvSpPr>
          <p:cNvPr id="38" name="TextBox 37">
            <a:extLst>
              <a:ext uri="{FF2B5EF4-FFF2-40B4-BE49-F238E27FC236}">
                <a16:creationId xmlns:a16="http://schemas.microsoft.com/office/drawing/2014/main" id="{39AB06F4-BDAF-42BF-A853-8018567CC8F3}"/>
              </a:ext>
            </a:extLst>
          </p:cNvPr>
          <p:cNvSpPr txBox="1"/>
          <p:nvPr/>
        </p:nvSpPr>
        <p:spPr>
          <a:xfrm>
            <a:off x="7046934" y="1553227"/>
            <a:ext cx="4567825" cy="4247317"/>
          </a:xfrm>
          <a:prstGeom prst="rect">
            <a:avLst/>
          </a:prstGeom>
          <a:noFill/>
          <a:ln>
            <a:solidFill>
              <a:schemeClr val="accent1">
                <a:lumMod val="50000"/>
              </a:schemeClr>
            </a:solidFill>
          </a:ln>
        </p:spPr>
        <p:txBody>
          <a:bodyPr wrap="square" rtlCol="0">
            <a:spAutoFit/>
          </a:bodyPr>
          <a:lstStyle/>
          <a:p>
            <a:r>
              <a:rPr lang="en-US" sz="5400" dirty="0">
                <a:solidFill>
                  <a:schemeClr val="accent1">
                    <a:lumMod val="75000"/>
                  </a:schemeClr>
                </a:solidFill>
                <a:latin typeface="Trebuchet MS" panose="020B0603020202020204" pitchFamily="34" charset="0"/>
              </a:rPr>
              <a:t>*MACHINE LEARNING</a:t>
            </a:r>
          </a:p>
          <a:p>
            <a:endParaRPr lang="en-US" sz="5400" dirty="0">
              <a:solidFill>
                <a:schemeClr val="accent1">
                  <a:lumMod val="75000"/>
                </a:schemeClr>
              </a:solidFill>
              <a:latin typeface="Trebuchet MS" panose="020B0603020202020204" pitchFamily="34" charset="0"/>
            </a:endParaRPr>
          </a:p>
          <a:p>
            <a:r>
              <a:rPr lang="en-US" sz="5400" dirty="0">
                <a:solidFill>
                  <a:schemeClr val="accent1">
                    <a:lumMod val="75000"/>
                  </a:schemeClr>
                </a:solidFill>
                <a:latin typeface="Trebuchet MS" panose="020B0603020202020204" pitchFamily="34" charset="0"/>
              </a:rPr>
              <a:t>*FLASK FOR DEPLOYMENT</a:t>
            </a:r>
            <a:endParaRPr lang="en-IN" sz="5400" dirty="0">
              <a:solidFill>
                <a:schemeClr val="accent1">
                  <a:lumMod val="75000"/>
                </a:schemeClr>
              </a:solidFill>
              <a:latin typeface="Trebuchet MS" panose="020B0603020202020204" pitchFamily="34" charset="0"/>
            </a:endParaRPr>
          </a:p>
        </p:txBody>
      </p:sp>
    </p:spTree>
    <p:extLst>
      <p:ext uri="{BB962C8B-B14F-4D97-AF65-F5344CB8AC3E}">
        <p14:creationId xmlns:p14="http://schemas.microsoft.com/office/powerpoint/2010/main" val="15435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938708-5AB1-46D5-B1DA-D4CF1789BF3F}"/>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Software Requirements</a:t>
            </a:r>
            <a:endParaRPr lang="en-US" sz="5400" b="1" cap="none" spc="0" dirty="0">
              <a:ln w="22225">
                <a:solidFill>
                  <a:schemeClr val="accent2"/>
                </a:solidFill>
                <a:prstDash val="solid"/>
              </a:ln>
              <a:solidFill>
                <a:schemeClr val="accent2">
                  <a:lumMod val="40000"/>
                  <a:lumOff val="60000"/>
                </a:schemeClr>
              </a:solidFill>
              <a:effectLst/>
            </a:endParaRPr>
          </a:p>
        </p:txBody>
      </p:sp>
      <p:sp>
        <p:nvSpPr>
          <p:cNvPr id="3" name="TextBox 2">
            <a:extLst>
              <a:ext uri="{FF2B5EF4-FFF2-40B4-BE49-F238E27FC236}">
                <a16:creationId xmlns:a16="http://schemas.microsoft.com/office/drawing/2014/main" id="{7958172C-678E-4923-907D-A516454013D2}"/>
              </a:ext>
            </a:extLst>
          </p:cNvPr>
          <p:cNvSpPr txBox="1"/>
          <p:nvPr/>
        </p:nvSpPr>
        <p:spPr>
          <a:xfrm>
            <a:off x="1891455" y="1544350"/>
            <a:ext cx="8735116" cy="3323987"/>
          </a:xfrm>
          <a:prstGeom prst="rect">
            <a:avLst/>
          </a:prstGeom>
          <a:solidFill>
            <a:schemeClr val="accent2">
              <a:lumMod val="20000"/>
              <a:lumOff val="80000"/>
            </a:schemeClr>
          </a:solidFill>
          <a:ln>
            <a:solidFill>
              <a:schemeClr val="accent2">
                <a:lumMod val="75000"/>
              </a:schemeClr>
            </a:solidFill>
          </a:ln>
        </p:spPr>
        <p:txBody>
          <a:bodyPr wrap="square" rtlCol="0">
            <a:spAutoFit/>
          </a:bodyPr>
          <a:lstStyle/>
          <a:p>
            <a:pPr>
              <a:spcAft>
                <a:spcPts val="1200"/>
              </a:spcAft>
            </a:pPr>
            <a:r>
              <a:rPr lang="en-US" b="1" dirty="0">
                <a:effectLst/>
                <a:latin typeface="Trebuchet MS" panose="020B0603020202020204" pitchFamily="34" charset="0"/>
                <a:ea typeface="Times New Roman" panose="02020603050405020304" pitchFamily="18" charset="0"/>
              </a:rPr>
              <a:t>Software Requirements:</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Platform		-Windows 10 operating system.</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Front End		-HTML, CSS</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Development Tool	-Visual Studio Code, </a:t>
            </a:r>
            <a:r>
              <a:rPr lang="en-US" dirty="0" err="1">
                <a:solidFill>
                  <a:srgbClr val="202124"/>
                </a:solidFill>
                <a:effectLst/>
                <a:latin typeface="Trebuchet MS" panose="020B0603020202020204" pitchFamily="34" charset="0"/>
                <a:ea typeface="Times New Roman" panose="02020603050405020304" pitchFamily="18" charset="0"/>
              </a:rPr>
              <a:t>Jupyter</a:t>
            </a:r>
            <a:r>
              <a:rPr lang="en-US" dirty="0">
                <a:solidFill>
                  <a:srgbClr val="202124"/>
                </a:solidFill>
                <a:effectLst/>
                <a:latin typeface="Trebuchet MS" panose="020B0603020202020204" pitchFamily="34" charset="0"/>
                <a:ea typeface="Times New Roman" panose="02020603050405020304" pitchFamily="18" charset="0"/>
              </a:rPr>
              <a:t> Notebook</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Back End	             -Flask</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Other Technologies     -Machine Learning</a:t>
            </a:r>
            <a:endParaRPr lang="en-IN" dirty="0">
              <a:effectLst/>
              <a:latin typeface="Trebuchet MS" panose="020B0603020202020204" pitchFamily="34" charset="0"/>
              <a:ea typeface="Times New Roman" panose="02020603050405020304" pitchFamily="18" charset="0"/>
            </a:endParaRPr>
          </a:p>
          <a:p>
            <a:pPr>
              <a:spcBef>
                <a:spcPts val="1200"/>
              </a:spcBef>
              <a:spcAft>
                <a:spcPts val="1200"/>
              </a:spcAft>
            </a:pPr>
            <a:r>
              <a:rPr lang="en-US" b="1" dirty="0">
                <a:effectLst/>
                <a:latin typeface="Trebuchet MS" panose="020B0603020202020204" pitchFamily="34" charset="0"/>
                <a:ea typeface="Times New Roman" panose="02020603050405020304" pitchFamily="18" charset="0"/>
              </a:rPr>
              <a:t>Hardware Requirements:</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Name of the Processor - INTEL CORE i5</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Hard Disk Capacity	 - 1 TB</a:t>
            </a:r>
            <a:endParaRPr lang="en-IN" dirty="0">
              <a:effectLst/>
              <a:latin typeface="Trebuchet MS" panose="020B0603020202020204" pitchFamily="34" charset="0"/>
              <a:ea typeface="Times New Roman" panose="02020603050405020304" pitchFamily="18" charset="0"/>
            </a:endParaRPr>
          </a:p>
          <a:p>
            <a:pPr marL="457200"/>
            <a:r>
              <a:rPr lang="en-US" dirty="0">
                <a:effectLst/>
                <a:latin typeface="Trebuchet MS" panose="020B0603020202020204" pitchFamily="34" charset="0"/>
                <a:ea typeface="Times New Roman" panose="02020603050405020304" pitchFamily="18" charset="0"/>
              </a:rPr>
              <a:t>RAM Capacity	 -8 GB</a:t>
            </a:r>
            <a:endParaRPr lang="en-IN" dirty="0">
              <a:effectLst/>
              <a:latin typeface="Trebuchet MS" panose="020B0603020202020204" pitchFamily="34" charset="0"/>
              <a:ea typeface="Times New Roman" panose="02020603050405020304" pitchFamily="18" charset="0"/>
            </a:endParaRPr>
          </a:p>
        </p:txBody>
      </p:sp>
    </p:spTree>
    <p:extLst>
      <p:ext uri="{BB962C8B-B14F-4D97-AF65-F5344CB8AC3E}">
        <p14:creationId xmlns:p14="http://schemas.microsoft.com/office/powerpoint/2010/main" val="1863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435;p17">
            <a:extLst>
              <a:ext uri="{FF2B5EF4-FFF2-40B4-BE49-F238E27FC236}">
                <a16:creationId xmlns:a16="http://schemas.microsoft.com/office/drawing/2014/main" id="{0E09BC7C-BF7F-44A3-80EA-4986D0B0BEF7}"/>
              </a:ext>
            </a:extLst>
          </p:cNvPr>
          <p:cNvGrpSpPr/>
          <p:nvPr/>
        </p:nvGrpSpPr>
        <p:grpSpPr>
          <a:xfrm>
            <a:off x="173848" y="1327056"/>
            <a:ext cx="3831830" cy="5153499"/>
            <a:chOff x="799615" y="1498206"/>
            <a:chExt cx="2239304" cy="3217653"/>
          </a:xfrm>
        </p:grpSpPr>
        <p:sp>
          <p:nvSpPr>
            <p:cNvPr id="3" name="Google Shape;436;p17">
              <a:extLst>
                <a:ext uri="{FF2B5EF4-FFF2-40B4-BE49-F238E27FC236}">
                  <a16:creationId xmlns:a16="http://schemas.microsoft.com/office/drawing/2014/main" id="{E0F6ECBB-08E7-4009-9298-F95524DE73EC}"/>
                </a:ext>
              </a:extLst>
            </p:cNvPr>
            <p:cNvSpPr/>
            <p:nvPr/>
          </p:nvSpPr>
          <p:spPr>
            <a:xfrm>
              <a:off x="799626" y="2175898"/>
              <a:ext cx="1670698" cy="2193930"/>
            </a:xfrm>
            <a:custGeom>
              <a:avLst/>
              <a:gdLst/>
              <a:ahLst/>
              <a:cxnLst/>
              <a:rect l="l" t="t" r="r" b="b"/>
              <a:pathLst>
                <a:path w="26620" h="31328" extrusionOk="0">
                  <a:moveTo>
                    <a:pt x="497" y="0"/>
                  </a:moveTo>
                  <a:cubicBezTo>
                    <a:pt x="227" y="0"/>
                    <a:pt x="0" y="227"/>
                    <a:pt x="0" y="496"/>
                  </a:cubicBezTo>
                  <a:lnTo>
                    <a:pt x="0" y="31327"/>
                  </a:lnTo>
                  <a:lnTo>
                    <a:pt x="26123" y="31327"/>
                  </a:lnTo>
                  <a:cubicBezTo>
                    <a:pt x="26406" y="31327"/>
                    <a:pt x="26620" y="31115"/>
                    <a:pt x="26620" y="30831"/>
                  </a:cubicBezTo>
                  <a:lnTo>
                    <a:pt x="26620"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37;p17">
              <a:extLst>
                <a:ext uri="{FF2B5EF4-FFF2-40B4-BE49-F238E27FC236}">
                  <a16:creationId xmlns:a16="http://schemas.microsoft.com/office/drawing/2014/main" id="{B669EBF0-8360-470A-BFC0-65AB1547A29B}"/>
                </a:ext>
              </a:extLst>
            </p:cNvPr>
            <p:cNvSpPr/>
            <p:nvPr/>
          </p:nvSpPr>
          <p:spPr>
            <a:xfrm>
              <a:off x="799615" y="1498206"/>
              <a:ext cx="1562682" cy="552003"/>
            </a:xfrm>
            <a:custGeom>
              <a:avLst/>
              <a:gdLst/>
              <a:ahLst/>
              <a:cxnLst/>
              <a:rect l="l" t="t" r="r" b="b"/>
              <a:pathLst>
                <a:path w="25869" h="9403" extrusionOk="0">
                  <a:moveTo>
                    <a:pt x="42" y="0"/>
                  </a:moveTo>
                  <a:cubicBezTo>
                    <a:pt x="14" y="0"/>
                    <a:pt x="0" y="14"/>
                    <a:pt x="0" y="42"/>
                  </a:cubicBezTo>
                  <a:lnTo>
                    <a:pt x="0" y="9346"/>
                  </a:lnTo>
                  <a:cubicBezTo>
                    <a:pt x="0" y="9374"/>
                    <a:pt x="14" y="9402"/>
                    <a:pt x="42" y="9402"/>
                  </a:cubicBezTo>
                  <a:lnTo>
                    <a:pt x="25811" y="9402"/>
                  </a:lnTo>
                  <a:cubicBezTo>
                    <a:pt x="25840" y="9402"/>
                    <a:pt x="25868" y="9374"/>
                    <a:pt x="25868" y="9346"/>
                  </a:cubicBezTo>
                  <a:lnTo>
                    <a:pt x="25868" y="42"/>
                  </a:lnTo>
                  <a:cubicBezTo>
                    <a:pt x="25868" y="14"/>
                    <a:pt x="25840" y="0"/>
                    <a:pt x="25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38;p17">
              <a:extLst>
                <a:ext uri="{FF2B5EF4-FFF2-40B4-BE49-F238E27FC236}">
                  <a16:creationId xmlns:a16="http://schemas.microsoft.com/office/drawing/2014/main" id="{3EBA4C6A-ED08-4577-9975-EDABFAF20C4F}"/>
                </a:ext>
              </a:extLst>
            </p:cNvPr>
            <p:cNvSpPr txBox="1"/>
            <p:nvPr/>
          </p:nvSpPr>
          <p:spPr>
            <a:xfrm>
              <a:off x="828794" y="2878993"/>
              <a:ext cx="1467000" cy="110209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0" i="0" dirty="0">
                  <a:solidFill>
                    <a:srgbClr val="000000"/>
                  </a:solidFill>
                  <a:effectLst/>
                  <a:latin typeface="Trebuchet MS" panose="020B0603020202020204" pitchFamily="34" charset="0"/>
                </a:rPr>
                <a:t>*</a:t>
              </a:r>
              <a:r>
                <a:rPr lang="en-US" sz="1600" b="1" i="0" dirty="0">
                  <a:solidFill>
                    <a:srgbClr val="000000"/>
                  </a:solidFill>
                  <a:effectLst/>
                  <a:latin typeface="Trebuchet MS" panose="020B0603020202020204" pitchFamily="34" charset="0"/>
                </a:rPr>
                <a:t>Loading and viewing the dataset.</a:t>
              </a:r>
            </a:p>
            <a:p>
              <a:pPr marL="0" lvl="0" indent="0" algn="ctr" rtl="0">
                <a:spcBef>
                  <a:spcPts val="0"/>
                </a:spcBef>
                <a:spcAft>
                  <a:spcPts val="0"/>
                </a:spcAft>
                <a:buNone/>
              </a:pPr>
              <a:r>
                <a:rPr lang="en-US" sz="1600" b="1" dirty="0">
                  <a:solidFill>
                    <a:srgbClr val="000000"/>
                  </a:solidFill>
                  <a:latin typeface="Trebuchet MS" panose="020B0603020202020204" pitchFamily="34" charset="0"/>
                </a:rPr>
                <a:t>*</a:t>
              </a:r>
              <a:r>
                <a:rPr lang="en-US" sz="1600" b="1" dirty="0">
                  <a:solidFill>
                    <a:srgbClr val="000000"/>
                  </a:solidFill>
                  <a:latin typeface="Helvetica Neue"/>
                </a:rPr>
                <a:t>N</a:t>
              </a:r>
              <a:r>
                <a:rPr lang="en-US" sz="1600" b="1" i="0" dirty="0">
                  <a:solidFill>
                    <a:srgbClr val="000000"/>
                  </a:solidFill>
                  <a:effectLst/>
                  <a:latin typeface="Helvetica Neue"/>
                </a:rPr>
                <a:t>umerical and non-numerical features, that it contains values from different ranges, plus that it contains a number of missing entries</a:t>
              </a:r>
              <a:endParaRPr lang="en-US" sz="1600" b="1" i="0" dirty="0">
                <a:solidFill>
                  <a:srgbClr val="000000"/>
                </a:solidFill>
                <a:effectLst/>
                <a:latin typeface="Trebuchet MS" panose="020B0603020202020204" pitchFamily="34" charset="0"/>
              </a:endParaRPr>
            </a:p>
            <a:p>
              <a:pPr marL="0" lvl="0" indent="0" algn="ctr" rtl="0">
                <a:spcBef>
                  <a:spcPts val="0"/>
                </a:spcBef>
                <a:spcAft>
                  <a:spcPts val="0"/>
                </a:spcAft>
                <a:buNone/>
              </a:pPr>
              <a:endParaRPr sz="1600" dirty="0">
                <a:solidFill>
                  <a:schemeClr val="dk1"/>
                </a:solidFill>
                <a:latin typeface="Trebuchet MS" panose="020B0603020202020204" pitchFamily="34" charset="0"/>
                <a:ea typeface="Roboto"/>
                <a:cs typeface="Roboto"/>
                <a:sym typeface="Roboto"/>
              </a:endParaRPr>
            </a:p>
          </p:txBody>
        </p:sp>
        <p:sp>
          <p:nvSpPr>
            <p:cNvPr id="6" name="Google Shape;439;p17">
              <a:extLst>
                <a:ext uri="{FF2B5EF4-FFF2-40B4-BE49-F238E27FC236}">
                  <a16:creationId xmlns:a16="http://schemas.microsoft.com/office/drawing/2014/main" id="{59FAC486-E69F-4843-A299-164E51A07F94}"/>
                </a:ext>
              </a:extLst>
            </p:cNvPr>
            <p:cNvSpPr/>
            <p:nvPr/>
          </p:nvSpPr>
          <p:spPr>
            <a:xfrm>
              <a:off x="1246438" y="2050027"/>
              <a:ext cx="1792481" cy="986143"/>
            </a:xfrm>
            <a:custGeom>
              <a:avLst/>
              <a:gdLst/>
              <a:ahLst/>
              <a:cxnLst/>
              <a:rect l="l" t="t" r="r" b="b"/>
              <a:pathLst>
                <a:path w="30535" h="16799" extrusionOk="0">
                  <a:moveTo>
                    <a:pt x="23501" y="1"/>
                  </a:moveTo>
                  <a:cubicBezTo>
                    <a:pt x="23399" y="1"/>
                    <a:pt x="23301" y="99"/>
                    <a:pt x="23301" y="244"/>
                  </a:cubicBezTo>
                  <a:lnTo>
                    <a:pt x="23301" y="3633"/>
                  </a:lnTo>
                  <a:cubicBezTo>
                    <a:pt x="23301" y="3761"/>
                    <a:pt x="23202" y="3874"/>
                    <a:pt x="23088" y="3874"/>
                  </a:cubicBezTo>
                  <a:lnTo>
                    <a:pt x="213" y="3874"/>
                  </a:lnTo>
                  <a:cubicBezTo>
                    <a:pt x="100" y="3874"/>
                    <a:pt x="0" y="3988"/>
                    <a:pt x="0" y="4115"/>
                  </a:cubicBezTo>
                  <a:lnTo>
                    <a:pt x="0" y="13248"/>
                  </a:lnTo>
                  <a:cubicBezTo>
                    <a:pt x="0" y="13390"/>
                    <a:pt x="100" y="13503"/>
                    <a:pt x="213" y="13503"/>
                  </a:cubicBezTo>
                  <a:lnTo>
                    <a:pt x="23003" y="13503"/>
                  </a:lnTo>
                  <a:cubicBezTo>
                    <a:pt x="23116" y="13503"/>
                    <a:pt x="23216" y="13603"/>
                    <a:pt x="23216" y="13745"/>
                  </a:cubicBezTo>
                  <a:lnTo>
                    <a:pt x="23216" y="16553"/>
                  </a:lnTo>
                  <a:cubicBezTo>
                    <a:pt x="23216" y="16704"/>
                    <a:pt x="23311" y="16798"/>
                    <a:pt x="23415" y="16798"/>
                  </a:cubicBezTo>
                  <a:cubicBezTo>
                    <a:pt x="23468" y="16798"/>
                    <a:pt x="23523" y="16775"/>
                    <a:pt x="23570" y="16723"/>
                  </a:cubicBezTo>
                  <a:lnTo>
                    <a:pt x="30449" y="8526"/>
                  </a:lnTo>
                  <a:cubicBezTo>
                    <a:pt x="30534" y="8426"/>
                    <a:pt x="30534" y="8271"/>
                    <a:pt x="30449" y="8171"/>
                  </a:cubicBezTo>
                  <a:lnTo>
                    <a:pt x="23642" y="74"/>
                  </a:lnTo>
                  <a:cubicBezTo>
                    <a:pt x="23600" y="23"/>
                    <a:pt x="23550" y="1"/>
                    <a:pt x="235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UCI Credit Card Approval Dataset</a:t>
              </a:r>
              <a:endParaRPr dirty="0">
                <a:solidFill>
                  <a:schemeClr val="lt1"/>
                </a:solidFill>
              </a:endParaRPr>
            </a:p>
          </p:txBody>
        </p:sp>
        <p:grpSp>
          <p:nvGrpSpPr>
            <p:cNvPr id="7" name="Google Shape;440;p17">
              <a:extLst>
                <a:ext uri="{FF2B5EF4-FFF2-40B4-BE49-F238E27FC236}">
                  <a16:creationId xmlns:a16="http://schemas.microsoft.com/office/drawing/2014/main" id="{4E6E7DC0-BED6-4182-BB91-42E71CA4DC1C}"/>
                </a:ext>
              </a:extLst>
            </p:cNvPr>
            <p:cNvGrpSpPr/>
            <p:nvPr/>
          </p:nvGrpSpPr>
          <p:grpSpPr>
            <a:xfrm>
              <a:off x="1412474" y="1630963"/>
              <a:ext cx="336965" cy="286833"/>
              <a:chOff x="5645200" y="879425"/>
              <a:chExt cx="478575" cy="407375"/>
            </a:xfrm>
          </p:grpSpPr>
          <p:sp>
            <p:nvSpPr>
              <p:cNvPr id="9" name="Google Shape;441;p17">
                <a:extLst>
                  <a:ext uri="{FF2B5EF4-FFF2-40B4-BE49-F238E27FC236}">
                    <a16:creationId xmlns:a16="http://schemas.microsoft.com/office/drawing/2014/main" id="{9224E7F4-339C-4909-95FC-7FFD6FCF2867}"/>
                  </a:ext>
                </a:extLst>
              </p:cNvPr>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 name="Google Shape;442;p17">
                <a:extLst>
                  <a:ext uri="{FF2B5EF4-FFF2-40B4-BE49-F238E27FC236}">
                    <a16:creationId xmlns:a16="http://schemas.microsoft.com/office/drawing/2014/main" id="{51A0F686-EF6A-4C14-A5E0-B722AEF27BFC}"/>
                  </a:ext>
                </a:extLst>
              </p:cNvPr>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1" name="Google Shape;443;p17">
                <a:extLst>
                  <a:ext uri="{FF2B5EF4-FFF2-40B4-BE49-F238E27FC236}">
                    <a16:creationId xmlns:a16="http://schemas.microsoft.com/office/drawing/2014/main" id="{AE392E77-7D9F-466D-9D10-67F35DCD6D8F}"/>
                  </a:ext>
                </a:extLst>
              </p:cNvPr>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 name="Google Shape;444;p17">
                <a:extLst>
                  <a:ext uri="{FF2B5EF4-FFF2-40B4-BE49-F238E27FC236}">
                    <a16:creationId xmlns:a16="http://schemas.microsoft.com/office/drawing/2014/main" id="{F87002CA-3ED6-4046-87CA-EEFA304B1321}"/>
                  </a:ext>
                </a:extLst>
              </p:cNvPr>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 name="Google Shape;445;p17">
                <a:extLst>
                  <a:ext uri="{FF2B5EF4-FFF2-40B4-BE49-F238E27FC236}">
                    <a16:creationId xmlns:a16="http://schemas.microsoft.com/office/drawing/2014/main" id="{0D6E5777-B416-422B-B549-C037463E1CE0}"/>
                  </a:ext>
                </a:extLst>
              </p:cNvPr>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 name="Google Shape;446;p17">
                <a:extLst>
                  <a:ext uri="{FF2B5EF4-FFF2-40B4-BE49-F238E27FC236}">
                    <a16:creationId xmlns:a16="http://schemas.microsoft.com/office/drawing/2014/main" id="{720D86F5-FE5C-4550-B995-D944AE1E619D}"/>
                  </a:ext>
                </a:extLst>
              </p:cNvPr>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8" name="Google Shape;447;p17">
              <a:extLst>
                <a:ext uri="{FF2B5EF4-FFF2-40B4-BE49-F238E27FC236}">
                  <a16:creationId xmlns:a16="http://schemas.microsoft.com/office/drawing/2014/main" id="{379D6F17-3F12-4D16-B15C-1179D1253C5B}"/>
                </a:ext>
              </a:extLst>
            </p:cNvPr>
            <p:cNvSpPr/>
            <p:nvPr/>
          </p:nvSpPr>
          <p:spPr>
            <a:xfrm>
              <a:off x="799615" y="4401113"/>
              <a:ext cx="1562682" cy="314746"/>
            </a:xfrm>
            <a:custGeom>
              <a:avLst/>
              <a:gdLst/>
              <a:ahLst/>
              <a:cxnLst/>
              <a:rect l="l" t="t" r="r" b="b"/>
              <a:pathLst>
                <a:path w="25869" h="9403" extrusionOk="0">
                  <a:moveTo>
                    <a:pt x="42" y="0"/>
                  </a:moveTo>
                  <a:cubicBezTo>
                    <a:pt x="14" y="0"/>
                    <a:pt x="0" y="14"/>
                    <a:pt x="0" y="42"/>
                  </a:cubicBezTo>
                  <a:lnTo>
                    <a:pt x="0" y="9346"/>
                  </a:lnTo>
                  <a:cubicBezTo>
                    <a:pt x="0" y="9374"/>
                    <a:pt x="14" y="9402"/>
                    <a:pt x="42" y="9402"/>
                  </a:cubicBezTo>
                  <a:lnTo>
                    <a:pt x="25811" y="9402"/>
                  </a:lnTo>
                  <a:cubicBezTo>
                    <a:pt x="25840" y="9402"/>
                    <a:pt x="25868" y="9374"/>
                    <a:pt x="25868" y="9346"/>
                  </a:cubicBezTo>
                  <a:lnTo>
                    <a:pt x="25868" y="42"/>
                  </a:lnTo>
                  <a:cubicBezTo>
                    <a:pt x="25868" y="14"/>
                    <a:pt x="25840" y="0"/>
                    <a:pt x="25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Step 01</a:t>
              </a:r>
              <a:endParaRPr dirty="0"/>
            </a:p>
          </p:txBody>
        </p:sp>
      </p:grpSp>
      <p:grpSp>
        <p:nvGrpSpPr>
          <p:cNvPr id="15" name="Google Shape;428;p17">
            <a:extLst>
              <a:ext uri="{FF2B5EF4-FFF2-40B4-BE49-F238E27FC236}">
                <a16:creationId xmlns:a16="http://schemas.microsoft.com/office/drawing/2014/main" id="{CDBAF919-3D2C-4B4D-BBD7-974BFC26F2DF}"/>
              </a:ext>
            </a:extLst>
          </p:cNvPr>
          <p:cNvGrpSpPr/>
          <p:nvPr/>
        </p:nvGrpSpPr>
        <p:grpSpPr>
          <a:xfrm>
            <a:off x="4058764" y="1410581"/>
            <a:ext cx="4337556" cy="5069973"/>
            <a:chOff x="2793341" y="1498206"/>
            <a:chExt cx="2241301" cy="3237938"/>
          </a:xfrm>
        </p:grpSpPr>
        <p:sp>
          <p:nvSpPr>
            <p:cNvPr id="16" name="Google Shape;429;p17">
              <a:extLst>
                <a:ext uri="{FF2B5EF4-FFF2-40B4-BE49-F238E27FC236}">
                  <a16:creationId xmlns:a16="http://schemas.microsoft.com/office/drawing/2014/main" id="{7980B236-8B07-4629-A849-17C32A679565}"/>
                </a:ext>
              </a:extLst>
            </p:cNvPr>
            <p:cNvSpPr/>
            <p:nvPr/>
          </p:nvSpPr>
          <p:spPr>
            <a:xfrm>
              <a:off x="2793341" y="2175899"/>
              <a:ext cx="1693790" cy="2244134"/>
            </a:xfrm>
            <a:custGeom>
              <a:avLst/>
              <a:gdLst/>
              <a:ahLst/>
              <a:cxnLst/>
              <a:rect l="l" t="t" r="r" b="b"/>
              <a:pathLst>
                <a:path w="26621" h="31328" extrusionOk="0">
                  <a:moveTo>
                    <a:pt x="498" y="0"/>
                  </a:moveTo>
                  <a:cubicBezTo>
                    <a:pt x="228" y="0"/>
                    <a:pt x="1" y="227"/>
                    <a:pt x="1" y="496"/>
                  </a:cubicBezTo>
                  <a:lnTo>
                    <a:pt x="1" y="31327"/>
                  </a:lnTo>
                  <a:lnTo>
                    <a:pt x="26123" y="31327"/>
                  </a:lnTo>
                  <a:cubicBezTo>
                    <a:pt x="26394" y="31327"/>
                    <a:pt x="26620" y="31115"/>
                    <a:pt x="26620" y="30831"/>
                  </a:cubicBezTo>
                  <a:lnTo>
                    <a:pt x="26620"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30;p17">
              <a:extLst>
                <a:ext uri="{FF2B5EF4-FFF2-40B4-BE49-F238E27FC236}">
                  <a16:creationId xmlns:a16="http://schemas.microsoft.com/office/drawing/2014/main" id="{293A36FA-42B7-452B-90A9-2B8292318C35}"/>
                </a:ext>
              </a:extLst>
            </p:cNvPr>
            <p:cNvSpPr/>
            <p:nvPr/>
          </p:nvSpPr>
          <p:spPr>
            <a:xfrm>
              <a:off x="2815423" y="1498206"/>
              <a:ext cx="1518556" cy="552003"/>
            </a:xfrm>
            <a:custGeom>
              <a:avLst/>
              <a:gdLst/>
              <a:ahLst/>
              <a:cxnLst/>
              <a:rect l="l" t="t" r="r" b="b"/>
              <a:pathLst>
                <a:path w="25883" h="9403" extrusionOk="0">
                  <a:moveTo>
                    <a:pt x="57" y="0"/>
                  </a:moveTo>
                  <a:cubicBezTo>
                    <a:pt x="29" y="0"/>
                    <a:pt x="0" y="14"/>
                    <a:pt x="0" y="42"/>
                  </a:cubicBezTo>
                  <a:lnTo>
                    <a:pt x="0" y="9346"/>
                  </a:lnTo>
                  <a:cubicBezTo>
                    <a:pt x="0" y="9374"/>
                    <a:pt x="29" y="9402"/>
                    <a:pt x="57" y="9402"/>
                  </a:cubicBezTo>
                  <a:lnTo>
                    <a:pt x="25826" y="9402"/>
                  </a:lnTo>
                  <a:cubicBezTo>
                    <a:pt x="25854" y="9402"/>
                    <a:pt x="25883" y="9374"/>
                    <a:pt x="25883" y="9346"/>
                  </a:cubicBezTo>
                  <a:lnTo>
                    <a:pt x="25883" y="42"/>
                  </a:lnTo>
                  <a:cubicBezTo>
                    <a:pt x="25883" y="14"/>
                    <a:pt x="25854" y="0"/>
                    <a:pt x="2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31;p17">
              <a:extLst>
                <a:ext uri="{FF2B5EF4-FFF2-40B4-BE49-F238E27FC236}">
                  <a16:creationId xmlns:a16="http://schemas.microsoft.com/office/drawing/2014/main" id="{C76993B6-C7DD-44A0-B654-CB6F0E1686C6}"/>
                </a:ext>
              </a:extLst>
            </p:cNvPr>
            <p:cNvSpPr txBox="1"/>
            <p:nvPr/>
          </p:nvSpPr>
          <p:spPr>
            <a:xfrm>
              <a:off x="2841200" y="2910600"/>
              <a:ext cx="1467000" cy="83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i="0" dirty="0">
                  <a:solidFill>
                    <a:srgbClr val="000000"/>
                  </a:solidFill>
                  <a:effectLst/>
                  <a:latin typeface="Trebuchet MS" panose="020B0603020202020204" pitchFamily="34" charset="0"/>
                </a:rPr>
                <a:t>*to ensure the machine learning model we choose can make good predictions.</a:t>
              </a:r>
            </a:p>
            <a:p>
              <a:pPr marL="0" lvl="0" indent="0" algn="ctr" rtl="0">
                <a:spcBef>
                  <a:spcPts val="0"/>
                </a:spcBef>
                <a:spcAft>
                  <a:spcPts val="0"/>
                </a:spcAft>
                <a:buNone/>
              </a:pPr>
              <a:endParaRPr lang="en-US" sz="1600" b="1" dirty="0">
                <a:solidFill>
                  <a:srgbClr val="000000"/>
                </a:solidFill>
                <a:latin typeface="Trebuchet MS" panose="020B0603020202020204" pitchFamily="34" charset="0"/>
                <a:ea typeface="Roboto"/>
                <a:cs typeface="Roboto"/>
                <a:sym typeface="Roboto"/>
              </a:endParaRPr>
            </a:p>
            <a:p>
              <a:pPr marL="0" lvl="0" indent="0" algn="ctr" rtl="0">
                <a:spcBef>
                  <a:spcPts val="0"/>
                </a:spcBef>
                <a:spcAft>
                  <a:spcPts val="0"/>
                </a:spcAft>
                <a:buNone/>
              </a:pPr>
              <a:r>
                <a:rPr lang="en-US" sz="1600" b="1" dirty="0">
                  <a:solidFill>
                    <a:srgbClr val="000000"/>
                  </a:solidFill>
                  <a:latin typeface="Trebuchet MS" panose="020B0603020202020204" pitchFamily="34" charset="0"/>
                  <a:ea typeface="Roboto"/>
                  <a:cs typeface="Roboto"/>
                  <a:sym typeface="Roboto"/>
                </a:rPr>
                <a:t>*</a:t>
              </a:r>
              <a:r>
                <a:rPr lang="en-US" sz="1600" b="1" i="0" dirty="0">
                  <a:solidFill>
                    <a:srgbClr val="000000"/>
                  </a:solidFill>
                  <a:effectLst/>
                  <a:latin typeface="Trebuchet MS" panose="020B0603020202020204" pitchFamily="34" charset="0"/>
                </a:rPr>
                <a:t>data is in good shape, we will do some exploratory data analysis to build our intuitions</a:t>
              </a:r>
              <a:endParaRPr sz="1600" b="1" dirty="0">
                <a:solidFill>
                  <a:schemeClr val="dk1"/>
                </a:solidFill>
                <a:latin typeface="Trebuchet MS" panose="020B0603020202020204" pitchFamily="34" charset="0"/>
                <a:ea typeface="Roboto"/>
                <a:cs typeface="Roboto"/>
                <a:sym typeface="Roboto"/>
              </a:endParaRPr>
            </a:p>
          </p:txBody>
        </p:sp>
        <p:sp>
          <p:nvSpPr>
            <p:cNvPr id="19" name="Google Shape;432;p17">
              <a:extLst>
                <a:ext uri="{FF2B5EF4-FFF2-40B4-BE49-F238E27FC236}">
                  <a16:creationId xmlns:a16="http://schemas.microsoft.com/office/drawing/2014/main" id="{7819E936-F268-4E28-9AE4-320B986577FD}"/>
                </a:ext>
              </a:extLst>
            </p:cNvPr>
            <p:cNvSpPr/>
            <p:nvPr/>
          </p:nvSpPr>
          <p:spPr>
            <a:xfrm>
              <a:off x="3242161" y="2050027"/>
              <a:ext cx="1792481" cy="986143"/>
            </a:xfrm>
            <a:custGeom>
              <a:avLst/>
              <a:gdLst/>
              <a:ahLst/>
              <a:cxnLst/>
              <a:rect l="l" t="t" r="r" b="b"/>
              <a:pathLst>
                <a:path w="30535" h="16799" extrusionOk="0">
                  <a:moveTo>
                    <a:pt x="23498" y="1"/>
                  </a:moveTo>
                  <a:cubicBezTo>
                    <a:pt x="23391" y="1"/>
                    <a:pt x="23287" y="99"/>
                    <a:pt x="23287" y="244"/>
                  </a:cubicBezTo>
                  <a:lnTo>
                    <a:pt x="23287" y="3633"/>
                  </a:lnTo>
                  <a:cubicBezTo>
                    <a:pt x="23287" y="3761"/>
                    <a:pt x="23202" y="3874"/>
                    <a:pt x="23089" y="3874"/>
                  </a:cubicBezTo>
                  <a:lnTo>
                    <a:pt x="199" y="3874"/>
                  </a:lnTo>
                  <a:cubicBezTo>
                    <a:pt x="86" y="3874"/>
                    <a:pt x="1" y="3988"/>
                    <a:pt x="1" y="4115"/>
                  </a:cubicBezTo>
                  <a:lnTo>
                    <a:pt x="1" y="13248"/>
                  </a:lnTo>
                  <a:cubicBezTo>
                    <a:pt x="1" y="13390"/>
                    <a:pt x="86" y="13503"/>
                    <a:pt x="199" y="13503"/>
                  </a:cubicBezTo>
                  <a:lnTo>
                    <a:pt x="23004" y="13503"/>
                  </a:lnTo>
                  <a:cubicBezTo>
                    <a:pt x="23117" y="13503"/>
                    <a:pt x="23202" y="13603"/>
                    <a:pt x="23202" y="13745"/>
                  </a:cubicBezTo>
                  <a:lnTo>
                    <a:pt x="23202" y="16553"/>
                  </a:lnTo>
                  <a:cubicBezTo>
                    <a:pt x="23202" y="16704"/>
                    <a:pt x="23303" y="16798"/>
                    <a:pt x="23408" y="16798"/>
                  </a:cubicBezTo>
                  <a:cubicBezTo>
                    <a:pt x="23461" y="16798"/>
                    <a:pt x="23515" y="16775"/>
                    <a:pt x="23557" y="16723"/>
                  </a:cubicBezTo>
                  <a:lnTo>
                    <a:pt x="30450" y="8526"/>
                  </a:lnTo>
                  <a:cubicBezTo>
                    <a:pt x="30535" y="8426"/>
                    <a:pt x="30535" y="8271"/>
                    <a:pt x="30450" y="8171"/>
                  </a:cubicBezTo>
                  <a:lnTo>
                    <a:pt x="23642" y="74"/>
                  </a:lnTo>
                  <a:cubicBezTo>
                    <a:pt x="23601" y="23"/>
                    <a:pt x="23549" y="1"/>
                    <a:pt x="23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IN" b="1" i="0" dirty="0">
                  <a:solidFill>
                    <a:schemeClr val="bg1"/>
                  </a:solidFill>
                  <a:effectLst/>
                  <a:latin typeface="Helvetica Neue"/>
                </a:rPr>
                <a:t> </a:t>
              </a:r>
              <a:r>
                <a:rPr lang="en-IN" b="1" dirty="0" err="1">
                  <a:solidFill>
                    <a:schemeClr val="bg1"/>
                  </a:solidFill>
                  <a:latin typeface="Helvetica Neue"/>
                </a:rPr>
                <a:t>P</a:t>
              </a:r>
              <a:r>
                <a:rPr lang="en-IN" b="1" i="0" dirty="0" err="1">
                  <a:solidFill>
                    <a:schemeClr val="bg1"/>
                  </a:solidFill>
                  <a:effectLst/>
                  <a:latin typeface="Helvetica Neue"/>
                </a:rPr>
                <a:t>reprocess</a:t>
              </a:r>
              <a:r>
                <a:rPr lang="en-IN" b="1" i="0" dirty="0">
                  <a:solidFill>
                    <a:schemeClr val="bg1"/>
                  </a:solidFill>
                  <a:effectLst/>
                  <a:latin typeface="Helvetica Neue"/>
                </a:rPr>
                <a:t> the dataset</a:t>
              </a:r>
              <a:endParaRPr b="1" dirty="0">
                <a:solidFill>
                  <a:schemeClr val="bg1"/>
                </a:solidFill>
              </a:endParaRPr>
            </a:p>
          </p:txBody>
        </p:sp>
        <p:sp>
          <p:nvSpPr>
            <p:cNvPr id="20" name="Google Shape;433;p17">
              <a:extLst>
                <a:ext uri="{FF2B5EF4-FFF2-40B4-BE49-F238E27FC236}">
                  <a16:creationId xmlns:a16="http://schemas.microsoft.com/office/drawing/2014/main" id="{321C8E7A-843C-4847-BF3A-BAE402C8210A}"/>
                </a:ext>
              </a:extLst>
            </p:cNvPr>
            <p:cNvSpPr/>
            <p:nvPr/>
          </p:nvSpPr>
          <p:spPr>
            <a:xfrm>
              <a:off x="3407864" y="1616467"/>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1" name="Google Shape;434;p17">
              <a:extLst>
                <a:ext uri="{FF2B5EF4-FFF2-40B4-BE49-F238E27FC236}">
                  <a16:creationId xmlns:a16="http://schemas.microsoft.com/office/drawing/2014/main" id="{60C2B78B-1BC4-40F9-9B46-440FC82BB8E7}"/>
                </a:ext>
              </a:extLst>
            </p:cNvPr>
            <p:cNvSpPr/>
            <p:nvPr/>
          </p:nvSpPr>
          <p:spPr>
            <a:xfrm>
              <a:off x="2815423" y="4414195"/>
              <a:ext cx="1518556" cy="321949"/>
            </a:xfrm>
            <a:custGeom>
              <a:avLst/>
              <a:gdLst/>
              <a:ahLst/>
              <a:cxnLst/>
              <a:rect l="l" t="t" r="r" b="b"/>
              <a:pathLst>
                <a:path w="25883" h="9403" extrusionOk="0">
                  <a:moveTo>
                    <a:pt x="57" y="0"/>
                  </a:moveTo>
                  <a:cubicBezTo>
                    <a:pt x="29" y="0"/>
                    <a:pt x="0" y="14"/>
                    <a:pt x="0" y="42"/>
                  </a:cubicBezTo>
                  <a:lnTo>
                    <a:pt x="0" y="9346"/>
                  </a:lnTo>
                  <a:cubicBezTo>
                    <a:pt x="0" y="9374"/>
                    <a:pt x="29" y="9402"/>
                    <a:pt x="57" y="9402"/>
                  </a:cubicBezTo>
                  <a:lnTo>
                    <a:pt x="25826" y="9402"/>
                  </a:lnTo>
                  <a:cubicBezTo>
                    <a:pt x="25854" y="9402"/>
                    <a:pt x="25883" y="9374"/>
                    <a:pt x="25883" y="9346"/>
                  </a:cubicBezTo>
                  <a:lnTo>
                    <a:pt x="25883" y="42"/>
                  </a:lnTo>
                  <a:cubicBezTo>
                    <a:pt x="25883" y="14"/>
                    <a:pt x="25854" y="0"/>
                    <a:pt x="2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Step 02</a:t>
              </a:r>
              <a:endParaRPr dirty="0"/>
            </a:p>
          </p:txBody>
        </p:sp>
      </p:grpSp>
      <p:grpSp>
        <p:nvGrpSpPr>
          <p:cNvPr id="32" name="Google Shape;409;p17">
            <a:extLst>
              <a:ext uri="{FF2B5EF4-FFF2-40B4-BE49-F238E27FC236}">
                <a16:creationId xmlns:a16="http://schemas.microsoft.com/office/drawing/2014/main" id="{4B956482-449F-4138-A2DD-C786E7725812}"/>
              </a:ext>
            </a:extLst>
          </p:cNvPr>
          <p:cNvGrpSpPr/>
          <p:nvPr/>
        </p:nvGrpSpPr>
        <p:grpSpPr>
          <a:xfrm>
            <a:off x="8362779" y="1243748"/>
            <a:ext cx="3664731" cy="5186700"/>
            <a:chOff x="6803732" y="1498206"/>
            <a:chExt cx="1540693" cy="3312461"/>
          </a:xfrm>
        </p:grpSpPr>
        <p:sp>
          <p:nvSpPr>
            <p:cNvPr id="33" name="Google Shape;410;p17">
              <a:extLst>
                <a:ext uri="{FF2B5EF4-FFF2-40B4-BE49-F238E27FC236}">
                  <a16:creationId xmlns:a16="http://schemas.microsoft.com/office/drawing/2014/main" id="{B4198817-5235-4A13-B534-736BBA22C273}"/>
                </a:ext>
              </a:extLst>
            </p:cNvPr>
            <p:cNvSpPr/>
            <p:nvPr/>
          </p:nvSpPr>
          <p:spPr>
            <a:xfrm>
              <a:off x="6829519" y="2175899"/>
              <a:ext cx="1514831" cy="2350659"/>
            </a:xfrm>
            <a:custGeom>
              <a:avLst/>
              <a:gdLst/>
              <a:ahLst/>
              <a:cxnLst/>
              <a:rect l="l" t="t" r="r" b="b"/>
              <a:pathLst>
                <a:path w="26620" h="31328" extrusionOk="0">
                  <a:moveTo>
                    <a:pt x="511" y="0"/>
                  </a:moveTo>
                  <a:cubicBezTo>
                    <a:pt x="227" y="0"/>
                    <a:pt x="0" y="227"/>
                    <a:pt x="0" y="496"/>
                  </a:cubicBezTo>
                  <a:lnTo>
                    <a:pt x="0" y="31327"/>
                  </a:lnTo>
                  <a:lnTo>
                    <a:pt x="26123" y="31327"/>
                  </a:lnTo>
                  <a:cubicBezTo>
                    <a:pt x="26407" y="31327"/>
                    <a:pt x="26619" y="31115"/>
                    <a:pt x="26619" y="30831"/>
                  </a:cubicBezTo>
                  <a:lnTo>
                    <a:pt x="26619"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11;p17">
              <a:extLst>
                <a:ext uri="{FF2B5EF4-FFF2-40B4-BE49-F238E27FC236}">
                  <a16:creationId xmlns:a16="http://schemas.microsoft.com/office/drawing/2014/main" id="{3DD1DBA2-170B-4465-B0F7-3DDDC1B39C79}"/>
                </a:ext>
              </a:extLst>
            </p:cNvPr>
            <p:cNvSpPr/>
            <p:nvPr/>
          </p:nvSpPr>
          <p:spPr>
            <a:xfrm>
              <a:off x="6803732" y="1498206"/>
              <a:ext cx="1518575" cy="551980"/>
            </a:xfrm>
            <a:custGeom>
              <a:avLst/>
              <a:gdLst/>
              <a:ahLst/>
              <a:cxnLst/>
              <a:rect l="l" t="t" r="r" b="b"/>
              <a:pathLst>
                <a:path w="25869" h="9403" extrusionOk="0">
                  <a:moveTo>
                    <a:pt x="44" y="0"/>
                  </a:moveTo>
                  <a:cubicBezTo>
                    <a:pt x="16" y="0"/>
                    <a:pt x="1" y="14"/>
                    <a:pt x="1" y="42"/>
                  </a:cubicBezTo>
                  <a:lnTo>
                    <a:pt x="1" y="9346"/>
                  </a:lnTo>
                  <a:cubicBezTo>
                    <a:pt x="1" y="9374"/>
                    <a:pt x="16" y="9402"/>
                    <a:pt x="44" y="9402"/>
                  </a:cubicBezTo>
                  <a:lnTo>
                    <a:pt x="25812" y="9402"/>
                  </a:lnTo>
                  <a:cubicBezTo>
                    <a:pt x="25840" y="9402"/>
                    <a:pt x="25868" y="9374"/>
                    <a:pt x="25868" y="9346"/>
                  </a:cubicBezTo>
                  <a:lnTo>
                    <a:pt x="25868" y="42"/>
                  </a:lnTo>
                  <a:cubicBezTo>
                    <a:pt x="25868" y="14"/>
                    <a:pt x="25840" y="0"/>
                    <a:pt x="25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12;p17">
              <a:extLst>
                <a:ext uri="{FF2B5EF4-FFF2-40B4-BE49-F238E27FC236}">
                  <a16:creationId xmlns:a16="http://schemas.microsoft.com/office/drawing/2014/main" id="{FC7D4FF3-2083-4F67-BF52-1AFAF09562DE}"/>
                </a:ext>
              </a:extLst>
            </p:cNvPr>
            <p:cNvSpPr txBox="1"/>
            <p:nvPr/>
          </p:nvSpPr>
          <p:spPr>
            <a:xfrm>
              <a:off x="6829519" y="2896025"/>
              <a:ext cx="1467000" cy="834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i="0" dirty="0">
                  <a:solidFill>
                    <a:srgbClr val="000000"/>
                  </a:solidFill>
                  <a:effectLst/>
                  <a:latin typeface="Trebuchet MS" panose="020B0603020202020204" pitchFamily="34" charset="0"/>
                </a:rPr>
                <a:t>ML model that can predict if an individual's application for a credit card will be accepted</a:t>
              </a:r>
              <a:endParaRPr sz="1600" b="1" dirty="0">
                <a:solidFill>
                  <a:schemeClr val="dk1"/>
                </a:solidFill>
                <a:latin typeface="Trebuchet MS" panose="020B0603020202020204" pitchFamily="34" charset="0"/>
                <a:ea typeface="Roboto"/>
                <a:cs typeface="Roboto"/>
                <a:sym typeface="Roboto"/>
              </a:endParaRPr>
            </a:p>
          </p:txBody>
        </p:sp>
        <p:sp>
          <p:nvSpPr>
            <p:cNvPr id="36" name="Google Shape;413;p17">
              <a:extLst>
                <a:ext uri="{FF2B5EF4-FFF2-40B4-BE49-F238E27FC236}">
                  <a16:creationId xmlns:a16="http://schemas.microsoft.com/office/drawing/2014/main" id="{DB99C193-75BB-4D2F-8970-9A4942FA6F4A}"/>
                </a:ext>
              </a:extLst>
            </p:cNvPr>
            <p:cNvSpPr/>
            <p:nvPr/>
          </p:nvSpPr>
          <p:spPr>
            <a:xfrm>
              <a:off x="7233525" y="2280425"/>
              <a:ext cx="1110900" cy="5610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US" b="1" dirty="0">
                  <a:solidFill>
                    <a:schemeClr val="bg1"/>
                  </a:solidFill>
                  <a:latin typeface="Helvetica Neue"/>
                </a:rPr>
                <a:t>B</a:t>
              </a:r>
              <a:r>
                <a:rPr lang="en-US" b="1" i="0" dirty="0">
                  <a:solidFill>
                    <a:schemeClr val="bg1"/>
                  </a:solidFill>
                  <a:effectLst/>
                  <a:latin typeface="Helvetica Neue"/>
                </a:rPr>
                <a:t>uild a machine learning model</a:t>
              </a:r>
              <a:endParaRPr b="1" dirty="0">
                <a:solidFill>
                  <a:schemeClr val="bg1"/>
                </a:solidFill>
              </a:endParaRPr>
            </a:p>
          </p:txBody>
        </p:sp>
        <p:grpSp>
          <p:nvGrpSpPr>
            <p:cNvPr id="37" name="Google Shape;414;p17">
              <a:extLst>
                <a:ext uri="{FF2B5EF4-FFF2-40B4-BE49-F238E27FC236}">
                  <a16:creationId xmlns:a16="http://schemas.microsoft.com/office/drawing/2014/main" id="{4DF6AEC4-4259-41C2-9C2F-0E3F4C9FC7A3}"/>
                </a:ext>
              </a:extLst>
            </p:cNvPr>
            <p:cNvGrpSpPr/>
            <p:nvPr/>
          </p:nvGrpSpPr>
          <p:grpSpPr>
            <a:xfrm>
              <a:off x="7393393" y="1604753"/>
              <a:ext cx="339253" cy="339253"/>
              <a:chOff x="1492675" y="2620775"/>
              <a:chExt cx="481825" cy="481825"/>
            </a:xfrm>
          </p:grpSpPr>
          <p:sp>
            <p:nvSpPr>
              <p:cNvPr id="39" name="Google Shape;415;p17">
                <a:extLst>
                  <a:ext uri="{FF2B5EF4-FFF2-40B4-BE49-F238E27FC236}">
                    <a16:creationId xmlns:a16="http://schemas.microsoft.com/office/drawing/2014/main" id="{E574801B-E6EF-4EA5-8386-CC7818372F42}"/>
                  </a:ext>
                </a:extLst>
              </p:cNvPr>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0" name="Google Shape;416;p17">
                <a:extLst>
                  <a:ext uri="{FF2B5EF4-FFF2-40B4-BE49-F238E27FC236}">
                    <a16:creationId xmlns:a16="http://schemas.microsoft.com/office/drawing/2014/main" id="{5E33A781-5DB6-4BB1-BFF6-701EC54C4951}"/>
                  </a:ext>
                </a:extLst>
              </p:cNvPr>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8" name="Google Shape;417;p17">
              <a:extLst>
                <a:ext uri="{FF2B5EF4-FFF2-40B4-BE49-F238E27FC236}">
                  <a16:creationId xmlns:a16="http://schemas.microsoft.com/office/drawing/2014/main" id="{43A55A48-77A2-4C17-A3D1-ABECF76F89DE}"/>
                </a:ext>
              </a:extLst>
            </p:cNvPr>
            <p:cNvSpPr/>
            <p:nvPr/>
          </p:nvSpPr>
          <p:spPr>
            <a:xfrm>
              <a:off x="6809588" y="4488722"/>
              <a:ext cx="1518575" cy="321945"/>
            </a:xfrm>
            <a:custGeom>
              <a:avLst/>
              <a:gdLst/>
              <a:ahLst/>
              <a:cxnLst/>
              <a:rect l="l" t="t" r="r" b="b"/>
              <a:pathLst>
                <a:path w="25869" h="9403" extrusionOk="0">
                  <a:moveTo>
                    <a:pt x="44" y="0"/>
                  </a:moveTo>
                  <a:cubicBezTo>
                    <a:pt x="16" y="0"/>
                    <a:pt x="1" y="14"/>
                    <a:pt x="1" y="42"/>
                  </a:cubicBezTo>
                  <a:lnTo>
                    <a:pt x="1" y="9346"/>
                  </a:lnTo>
                  <a:cubicBezTo>
                    <a:pt x="1" y="9374"/>
                    <a:pt x="16" y="9402"/>
                    <a:pt x="44" y="9402"/>
                  </a:cubicBezTo>
                  <a:lnTo>
                    <a:pt x="25812" y="9402"/>
                  </a:lnTo>
                  <a:cubicBezTo>
                    <a:pt x="25840" y="9402"/>
                    <a:pt x="25868" y="9374"/>
                    <a:pt x="25868" y="9346"/>
                  </a:cubicBezTo>
                  <a:lnTo>
                    <a:pt x="25868" y="42"/>
                  </a:lnTo>
                  <a:cubicBezTo>
                    <a:pt x="25868" y="14"/>
                    <a:pt x="25840" y="0"/>
                    <a:pt x="25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Step 03</a:t>
              </a:r>
              <a:endParaRPr dirty="0"/>
            </a:p>
          </p:txBody>
        </p:sp>
      </p:grpSp>
      <p:sp>
        <p:nvSpPr>
          <p:cNvPr id="41" name="Rectangle 40">
            <a:extLst>
              <a:ext uri="{FF2B5EF4-FFF2-40B4-BE49-F238E27FC236}">
                <a16:creationId xmlns:a16="http://schemas.microsoft.com/office/drawing/2014/main" id="{FA1906B5-BE08-4AFC-83AD-60FE813C7D30}"/>
              </a:ext>
            </a:extLst>
          </p:cNvPr>
          <p:cNvSpPr/>
          <p:nvPr/>
        </p:nvSpPr>
        <p:spPr>
          <a:xfrm>
            <a:off x="2117969" y="62627"/>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Machine Learning</a:t>
            </a:r>
          </a:p>
        </p:txBody>
      </p:sp>
    </p:spTree>
    <p:extLst>
      <p:ext uri="{BB962C8B-B14F-4D97-AF65-F5344CB8AC3E}">
        <p14:creationId xmlns:p14="http://schemas.microsoft.com/office/powerpoint/2010/main" val="2872447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3096;p32">
            <a:extLst>
              <a:ext uri="{FF2B5EF4-FFF2-40B4-BE49-F238E27FC236}">
                <a16:creationId xmlns:a16="http://schemas.microsoft.com/office/drawing/2014/main" id="{54CC6CEC-3D86-407F-BC1A-A26A289B1C78}"/>
              </a:ext>
            </a:extLst>
          </p:cNvPr>
          <p:cNvGrpSpPr/>
          <p:nvPr/>
        </p:nvGrpSpPr>
        <p:grpSpPr>
          <a:xfrm>
            <a:off x="734198" y="2246529"/>
            <a:ext cx="3041386" cy="4101537"/>
            <a:chOff x="446100" y="1432337"/>
            <a:chExt cx="2396296" cy="3964047"/>
          </a:xfrm>
        </p:grpSpPr>
        <p:sp>
          <p:nvSpPr>
            <p:cNvPr id="3" name="Google Shape;3097;p32">
              <a:extLst>
                <a:ext uri="{FF2B5EF4-FFF2-40B4-BE49-F238E27FC236}">
                  <a16:creationId xmlns:a16="http://schemas.microsoft.com/office/drawing/2014/main" id="{EA3C53B9-62B4-451F-83CB-06BE748C0D67}"/>
                </a:ext>
              </a:extLst>
            </p:cNvPr>
            <p:cNvSpPr/>
            <p:nvPr/>
          </p:nvSpPr>
          <p:spPr>
            <a:xfrm>
              <a:off x="446100" y="3173774"/>
              <a:ext cx="2396296" cy="2222610"/>
            </a:xfrm>
            <a:prstGeom prst="roundRect">
              <a:avLst>
                <a:gd name="adj" fmla="val 16667"/>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098;p32">
              <a:extLst>
                <a:ext uri="{FF2B5EF4-FFF2-40B4-BE49-F238E27FC236}">
                  <a16:creationId xmlns:a16="http://schemas.microsoft.com/office/drawing/2014/main" id="{58A980FF-B497-4BA0-BFA1-D931729BDD16}"/>
                </a:ext>
              </a:extLst>
            </p:cNvPr>
            <p:cNvSpPr/>
            <p:nvPr/>
          </p:nvSpPr>
          <p:spPr>
            <a:xfrm>
              <a:off x="1066367" y="2535165"/>
              <a:ext cx="273241" cy="391992"/>
            </a:xfrm>
            <a:custGeom>
              <a:avLst/>
              <a:gdLst/>
              <a:ahLst/>
              <a:cxnLst/>
              <a:rect l="l" t="t" r="r" b="b"/>
              <a:pathLst>
                <a:path w="5046" h="7239" extrusionOk="0">
                  <a:moveTo>
                    <a:pt x="1283" y="0"/>
                  </a:moveTo>
                  <a:cubicBezTo>
                    <a:pt x="1012" y="0"/>
                    <a:pt x="743" y="88"/>
                    <a:pt x="526" y="274"/>
                  </a:cubicBezTo>
                  <a:cubicBezTo>
                    <a:pt x="24" y="730"/>
                    <a:pt x="1" y="1529"/>
                    <a:pt x="480" y="2009"/>
                  </a:cubicBezTo>
                  <a:lnTo>
                    <a:pt x="2078" y="3606"/>
                  </a:lnTo>
                  <a:lnTo>
                    <a:pt x="526" y="5159"/>
                  </a:lnTo>
                  <a:cubicBezTo>
                    <a:pt x="69" y="5615"/>
                    <a:pt x="1" y="6368"/>
                    <a:pt x="435" y="6848"/>
                  </a:cubicBezTo>
                  <a:cubicBezTo>
                    <a:pt x="671" y="7107"/>
                    <a:pt x="993" y="7239"/>
                    <a:pt x="1314" y="7239"/>
                  </a:cubicBezTo>
                  <a:cubicBezTo>
                    <a:pt x="1615" y="7239"/>
                    <a:pt x="1915" y="7125"/>
                    <a:pt x="2146" y="6893"/>
                  </a:cubicBezTo>
                  <a:lnTo>
                    <a:pt x="3767" y="5273"/>
                  </a:lnTo>
                  <a:lnTo>
                    <a:pt x="4566" y="4474"/>
                  </a:lnTo>
                  <a:cubicBezTo>
                    <a:pt x="5045" y="3994"/>
                    <a:pt x="5045" y="3218"/>
                    <a:pt x="4566" y="2739"/>
                  </a:cubicBezTo>
                  <a:lnTo>
                    <a:pt x="3767" y="1940"/>
                  </a:lnTo>
                  <a:lnTo>
                    <a:pt x="2192" y="365"/>
                  </a:lnTo>
                  <a:cubicBezTo>
                    <a:pt x="1942" y="128"/>
                    <a:pt x="1611" y="0"/>
                    <a:pt x="1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oogle Shape;3099;p32">
              <a:extLst>
                <a:ext uri="{FF2B5EF4-FFF2-40B4-BE49-F238E27FC236}">
                  <a16:creationId xmlns:a16="http://schemas.microsoft.com/office/drawing/2014/main" id="{69DC520D-71DC-4EEA-802D-74761B037E47}"/>
                </a:ext>
              </a:extLst>
            </p:cNvPr>
            <p:cNvGrpSpPr/>
            <p:nvPr/>
          </p:nvGrpSpPr>
          <p:grpSpPr>
            <a:xfrm>
              <a:off x="692457" y="3386028"/>
              <a:ext cx="1438682" cy="1284617"/>
              <a:chOff x="692457" y="3455065"/>
              <a:chExt cx="1438682" cy="1284617"/>
            </a:xfrm>
          </p:grpSpPr>
          <p:sp>
            <p:nvSpPr>
              <p:cNvPr id="7" name="Google Shape;3100;p32">
                <a:extLst>
                  <a:ext uri="{FF2B5EF4-FFF2-40B4-BE49-F238E27FC236}">
                    <a16:creationId xmlns:a16="http://schemas.microsoft.com/office/drawing/2014/main" id="{D16366C5-F233-4DA0-A31B-0F1D6319B469}"/>
                  </a:ext>
                </a:extLst>
              </p:cNvPr>
              <p:cNvSpPr txBox="1"/>
              <p:nvPr/>
            </p:nvSpPr>
            <p:spPr>
              <a:xfrm>
                <a:off x="733139" y="3941082"/>
                <a:ext cx="1398000" cy="798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dk1"/>
                    </a:solidFill>
                    <a:latin typeface="Roboto"/>
                    <a:ea typeface="Roboto"/>
                    <a:cs typeface="Roboto"/>
                    <a:sym typeface="Roboto"/>
                  </a:rPr>
                  <a:t>Import Dataset  </a:t>
                </a:r>
                <a:endParaRPr b="1" dirty="0">
                  <a:solidFill>
                    <a:schemeClr val="dk1"/>
                  </a:solidFill>
                  <a:latin typeface="Roboto"/>
                  <a:ea typeface="Roboto"/>
                  <a:cs typeface="Roboto"/>
                  <a:sym typeface="Roboto"/>
                </a:endParaRPr>
              </a:p>
            </p:txBody>
          </p:sp>
          <p:sp>
            <p:nvSpPr>
              <p:cNvPr id="8" name="Google Shape;3101;p32">
                <a:extLst>
                  <a:ext uri="{FF2B5EF4-FFF2-40B4-BE49-F238E27FC236}">
                    <a16:creationId xmlns:a16="http://schemas.microsoft.com/office/drawing/2014/main" id="{004FB5B5-2809-43B0-BD97-1E69B2E10E1E}"/>
                  </a:ext>
                </a:extLst>
              </p:cNvPr>
              <p:cNvSpPr txBox="1"/>
              <p:nvPr/>
            </p:nvSpPr>
            <p:spPr>
              <a:xfrm>
                <a:off x="692457" y="3455065"/>
                <a:ext cx="1405200" cy="239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STEP1</a:t>
                </a:r>
                <a:endParaRPr sz="1800" b="1" dirty="0">
                  <a:solidFill>
                    <a:schemeClr val="dk1"/>
                  </a:solidFill>
                  <a:latin typeface="Fira Sans Extra Condensed"/>
                  <a:ea typeface="Fira Sans Extra Condensed"/>
                  <a:cs typeface="Fira Sans Extra Condensed"/>
                  <a:sym typeface="Fira Sans Extra Condensed"/>
                </a:endParaRPr>
              </a:p>
            </p:txBody>
          </p:sp>
        </p:grpSp>
        <p:sp>
          <p:nvSpPr>
            <p:cNvPr id="6" name="Google Shape;3102;p32">
              <a:extLst>
                <a:ext uri="{FF2B5EF4-FFF2-40B4-BE49-F238E27FC236}">
                  <a16:creationId xmlns:a16="http://schemas.microsoft.com/office/drawing/2014/main" id="{7A2E3ABA-0159-462D-89D6-21E5150382D5}"/>
                </a:ext>
              </a:extLst>
            </p:cNvPr>
            <p:cNvSpPr/>
            <p:nvPr/>
          </p:nvSpPr>
          <p:spPr>
            <a:xfrm>
              <a:off x="832676" y="1432337"/>
              <a:ext cx="825599" cy="856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lt1"/>
                  </a:solidFill>
                  <a:latin typeface="Fira Sans Extra Condensed"/>
                  <a:ea typeface="Fira Sans Extra Condensed"/>
                  <a:cs typeface="Fira Sans Extra Condensed"/>
                  <a:sym typeface="Fira Sans Extra Condensed"/>
                </a:rPr>
                <a:t>01</a:t>
              </a:r>
              <a:endParaRPr sz="2800" b="1" dirty="0">
                <a:solidFill>
                  <a:schemeClr val="lt1"/>
                </a:solidFill>
                <a:latin typeface="Fira Sans Extra Condensed"/>
                <a:ea typeface="Fira Sans Extra Condensed"/>
                <a:cs typeface="Fira Sans Extra Condensed"/>
                <a:sym typeface="Fira Sans Extra Condensed"/>
              </a:endParaRPr>
            </a:p>
          </p:txBody>
        </p:sp>
      </p:grpSp>
      <p:sp>
        <p:nvSpPr>
          <p:cNvPr id="9" name="Rectangle 8">
            <a:extLst>
              <a:ext uri="{FF2B5EF4-FFF2-40B4-BE49-F238E27FC236}">
                <a16:creationId xmlns:a16="http://schemas.microsoft.com/office/drawing/2014/main" id="{434A34FB-0901-4CE2-8D46-53C504D27C0B}"/>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Machine Learning</a:t>
            </a:r>
          </a:p>
        </p:txBody>
      </p:sp>
      <p:cxnSp>
        <p:nvCxnSpPr>
          <p:cNvPr id="10" name="Google Shape;3094;p32">
            <a:extLst>
              <a:ext uri="{FF2B5EF4-FFF2-40B4-BE49-F238E27FC236}">
                <a16:creationId xmlns:a16="http://schemas.microsoft.com/office/drawing/2014/main" id="{E98BAABA-AB37-4DB3-A796-88A02648CE99}"/>
              </a:ext>
            </a:extLst>
          </p:cNvPr>
          <p:cNvCxnSpPr>
            <a:cxnSpLocks/>
          </p:cNvCxnSpPr>
          <p:nvPr/>
        </p:nvCxnSpPr>
        <p:spPr>
          <a:xfrm flipV="1">
            <a:off x="1046874" y="3545353"/>
            <a:ext cx="10226551" cy="13840"/>
          </a:xfrm>
          <a:prstGeom prst="straightConnector1">
            <a:avLst/>
          </a:prstGeom>
          <a:noFill/>
          <a:ln w="19050" cap="flat" cmpd="sng">
            <a:solidFill>
              <a:schemeClr val="dk1"/>
            </a:solidFill>
            <a:prstDash val="solid"/>
            <a:round/>
            <a:headEnd type="none" w="med" len="med"/>
            <a:tailEnd type="none" w="med" len="med"/>
          </a:ln>
        </p:spPr>
      </p:cxnSp>
      <p:grpSp>
        <p:nvGrpSpPr>
          <p:cNvPr id="11" name="Google Shape;3192;p32">
            <a:extLst>
              <a:ext uri="{FF2B5EF4-FFF2-40B4-BE49-F238E27FC236}">
                <a16:creationId xmlns:a16="http://schemas.microsoft.com/office/drawing/2014/main" id="{9765DD65-D248-4C43-8CC5-2F456B901F05}"/>
              </a:ext>
            </a:extLst>
          </p:cNvPr>
          <p:cNvGrpSpPr/>
          <p:nvPr/>
        </p:nvGrpSpPr>
        <p:grpSpPr>
          <a:xfrm>
            <a:off x="4722311" y="2106332"/>
            <a:ext cx="3081403" cy="4241735"/>
            <a:chOff x="1193729" y="1292141"/>
            <a:chExt cx="3081403" cy="4241735"/>
          </a:xfrm>
        </p:grpSpPr>
        <p:sp>
          <p:nvSpPr>
            <p:cNvPr id="12" name="Google Shape;3193;p32">
              <a:extLst>
                <a:ext uri="{FF2B5EF4-FFF2-40B4-BE49-F238E27FC236}">
                  <a16:creationId xmlns:a16="http://schemas.microsoft.com/office/drawing/2014/main" id="{20FBE523-9AC5-44FE-BFC0-7A65586A3B29}"/>
                </a:ext>
              </a:extLst>
            </p:cNvPr>
            <p:cNvSpPr/>
            <p:nvPr/>
          </p:nvSpPr>
          <p:spPr>
            <a:xfrm>
              <a:off x="1193729" y="3173774"/>
              <a:ext cx="3081403" cy="2360102"/>
            </a:xfrm>
            <a:prstGeom prst="roundRect">
              <a:avLst>
                <a:gd name="adj" fmla="val 16667"/>
              </a:avLst>
            </a:prstGeom>
            <a:solidFill>
              <a:schemeClr val="accent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194;p32">
              <a:extLst>
                <a:ext uri="{FF2B5EF4-FFF2-40B4-BE49-F238E27FC236}">
                  <a16:creationId xmlns:a16="http://schemas.microsoft.com/office/drawing/2014/main" id="{99C77C29-DDE1-4AF0-8C2D-FABD9AAC1480}"/>
                </a:ext>
              </a:extLst>
            </p:cNvPr>
            <p:cNvSpPr/>
            <p:nvPr/>
          </p:nvSpPr>
          <p:spPr>
            <a:xfrm>
              <a:off x="2174241" y="2535165"/>
              <a:ext cx="273241" cy="391992"/>
            </a:xfrm>
            <a:custGeom>
              <a:avLst/>
              <a:gdLst/>
              <a:ahLst/>
              <a:cxnLst/>
              <a:rect l="l" t="t" r="r" b="b"/>
              <a:pathLst>
                <a:path w="5046" h="7239" extrusionOk="0">
                  <a:moveTo>
                    <a:pt x="1283" y="0"/>
                  </a:moveTo>
                  <a:cubicBezTo>
                    <a:pt x="1012" y="0"/>
                    <a:pt x="743" y="88"/>
                    <a:pt x="526" y="274"/>
                  </a:cubicBezTo>
                  <a:cubicBezTo>
                    <a:pt x="24" y="730"/>
                    <a:pt x="1" y="1529"/>
                    <a:pt x="480" y="2009"/>
                  </a:cubicBezTo>
                  <a:lnTo>
                    <a:pt x="2078" y="3606"/>
                  </a:lnTo>
                  <a:lnTo>
                    <a:pt x="526" y="5159"/>
                  </a:lnTo>
                  <a:cubicBezTo>
                    <a:pt x="69" y="5615"/>
                    <a:pt x="1" y="6368"/>
                    <a:pt x="435" y="6848"/>
                  </a:cubicBezTo>
                  <a:cubicBezTo>
                    <a:pt x="671" y="7107"/>
                    <a:pt x="993" y="7239"/>
                    <a:pt x="1314" y="7239"/>
                  </a:cubicBezTo>
                  <a:cubicBezTo>
                    <a:pt x="1615" y="7239"/>
                    <a:pt x="1915" y="7125"/>
                    <a:pt x="2146" y="6893"/>
                  </a:cubicBezTo>
                  <a:lnTo>
                    <a:pt x="3767" y="5273"/>
                  </a:lnTo>
                  <a:lnTo>
                    <a:pt x="4566" y="4474"/>
                  </a:lnTo>
                  <a:cubicBezTo>
                    <a:pt x="5045" y="3994"/>
                    <a:pt x="5045" y="3218"/>
                    <a:pt x="4566" y="2739"/>
                  </a:cubicBezTo>
                  <a:lnTo>
                    <a:pt x="3767" y="1940"/>
                  </a:lnTo>
                  <a:lnTo>
                    <a:pt x="2192" y="365"/>
                  </a:lnTo>
                  <a:cubicBezTo>
                    <a:pt x="1942" y="128"/>
                    <a:pt x="1611" y="0"/>
                    <a:pt x="12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 name="Google Shape;3195;p32">
              <a:extLst>
                <a:ext uri="{FF2B5EF4-FFF2-40B4-BE49-F238E27FC236}">
                  <a16:creationId xmlns:a16="http://schemas.microsoft.com/office/drawing/2014/main" id="{FFE10CE5-5ACE-4830-9329-462F27E6E496}"/>
                </a:ext>
              </a:extLst>
            </p:cNvPr>
            <p:cNvGrpSpPr/>
            <p:nvPr/>
          </p:nvGrpSpPr>
          <p:grpSpPr>
            <a:xfrm>
              <a:off x="1394147" y="3389503"/>
              <a:ext cx="2759733" cy="1825601"/>
              <a:chOff x="1394147" y="3458540"/>
              <a:chExt cx="2759733" cy="1825601"/>
            </a:xfrm>
          </p:grpSpPr>
          <p:sp>
            <p:nvSpPr>
              <p:cNvPr id="16" name="Google Shape;3196;p32">
                <a:extLst>
                  <a:ext uri="{FF2B5EF4-FFF2-40B4-BE49-F238E27FC236}">
                    <a16:creationId xmlns:a16="http://schemas.microsoft.com/office/drawing/2014/main" id="{74119C90-B8A4-441F-B9BF-304D5FA2A404}"/>
                  </a:ext>
                </a:extLst>
              </p:cNvPr>
              <p:cNvSpPr txBox="1"/>
              <p:nvPr/>
            </p:nvSpPr>
            <p:spPr>
              <a:xfrm>
                <a:off x="1394147" y="3646679"/>
                <a:ext cx="2759733" cy="1637462"/>
              </a:xfrm>
              <a:prstGeom prst="rect">
                <a:avLst/>
              </a:prstGeom>
              <a:noFill/>
              <a:ln>
                <a:noFill/>
              </a:ln>
            </p:spPr>
            <p:txBody>
              <a:bodyPr spcFirstLastPara="1" wrap="square" lIns="91425" tIns="91425" rIns="91425" bIns="91425" anchor="ctr" anchorCtr="0">
                <a:noAutofit/>
              </a:bodyPr>
              <a:lstStyle/>
              <a:p>
                <a:pPr algn="l"/>
                <a:r>
                  <a:rPr lang="en-US" sz="2000" b="1" i="0" dirty="0">
                    <a:solidFill>
                      <a:srgbClr val="000000"/>
                    </a:solidFill>
                    <a:effectLst/>
                    <a:latin typeface="Trebuchet MS" panose="020B0603020202020204" pitchFamily="34" charset="0"/>
                  </a:rPr>
                  <a:t> </a:t>
                </a:r>
                <a:r>
                  <a:rPr lang="en-US" b="1" i="0" dirty="0">
                    <a:solidFill>
                      <a:srgbClr val="000000"/>
                    </a:solidFill>
                    <a:effectLst/>
                    <a:latin typeface="Trebuchet MS" panose="020B0603020202020204" pitchFamily="34" charset="0"/>
                  </a:rPr>
                  <a:t>Fitting a logistic regression model to the train set</a:t>
                </a:r>
              </a:p>
            </p:txBody>
          </p:sp>
          <p:sp>
            <p:nvSpPr>
              <p:cNvPr id="17" name="Google Shape;3197;p32">
                <a:extLst>
                  <a:ext uri="{FF2B5EF4-FFF2-40B4-BE49-F238E27FC236}">
                    <a16:creationId xmlns:a16="http://schemas.microsoft.com/office/drawing/2014/main" id="{61D41E3C-0B57-4870-8B8D-B0128E931861}"/>
                  </a:ext>
                </a:extLst>
              </p:cNvPr>
              <p:cNvSpPr txBox="1"/>
              <p:nvPr/>
            </p:nvSpPr>
            <p:spPr>
              <a:xfrm>
                <a:off x="1928967" y="3458540"/>
                <a:ext cx="1405200" cy="239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STEP 2</a:t>
                </a:r>
                <a:endParaRPr sz="1800" b="1" dirty="0">
                  <a:solidFill>
                    <a:schemeClr val="dk1"/>
                  </a:solidFill>
                  <a:latin typeface="Fira Sans Extra Condensed"/>
                  <a:ea typeface="Fira Sans Extra Condensed"/>
                  <a:cs typeface="Fira Sans Extra Condensed"/>
                  <a:sym typeface="Fira Sans Extra Condensed"/>
                </a:endParaRPr>
              </a:p>
            </p:txBody>
          </p:sp>
        </p:grpSp>
        <p:sp>
          <p:nvSpPr>
            <p:cNvPr id="15" name="Google Shape;3198;p32">
              <a:extLst>
                <a:ext uri="{FF2B5EF4-FFF2-40B4-BE49-F238E27FC236}">
                  <a16:creationId xmlns:a16="http://schemas.microsoft.com/office/drawing/2014/main" id="{4E93611B-E079-46FD-9EC7-8E15844D68CB}"/>
                </a:ext>
              </a:extLst>
            </p:cNvPr>
            <p:cNvSpPr/>
            <p:nvPr/>
          </p:nvSpPr>
          <p:spPr>
            <a:xfrm>
              <a:off x="1882761" y="1292141"/>
              <a:ext cx="856200" cy="856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lt1"/>
                  </a:solidFill>
                  <a:latin typeface="Fira Sans Extra Condensed"/>
                  <a:ea typeface="Fira Sans Extra Condensed"/>
                  <a:cs typeface="Fira Sans Extra Condensed"/>
                  <a:sym typeface="Fira Sans Extra Condensed"/>
                </a:rPr>
                <a:t>02</a:t>
              </a:r>
              <a:endParaRPr b="1" dirty="0">
                <a:solidFill>
                  <a:schemeClr val="lt1"/>
                </a:solidFill>
                <a:latin typeface="Fira Sans Extra Condensed"/>
                <a:ea typeface="Fira Sans Extra Condensed"/>
                <a:cs typeface="Fira Sans Extra Condensed"/>
                <a:sym typeface="Fira Sans Extra Condensed"/>
              </a:endParaRPr>
            </a:p>
          </p:txBody>
        </p:sp>
      </p:grpSp>
      <p:grpSp>
        <p:nvGrpSpPr>
          <p:cNvPr id="18" name="Google Shape;3199;p32">
            <a:extLst>
              <a:ext uri="{FF2B5EF4-FFF2-40B4-BE49-F238E27FC236}">
                <a16:creationId xmlns:a16="http://schemas.microsoft.com/office/drawing/2014/main" id="{07BA0229-2747-46FA-900C-D531CE493D1A}"/>
              </a:ext>
            </a:extLst>
          </p:cNvPr>
          <p:cNvGrpSpPr/>
          <p:nvPr/>
        </p:nvGrpSpPr>
        <p:grpSpPr>
          <a:xfrm>
            <a:off x="8538953" y="2246529"/>
            <a:ext cx="2734472" cy="4101537"/>
            <a:chOff x="3546460" y="1432338"/>
            <a:chExt cx="2734472" cy="4101537"/>
          </a:xfrm>
        </p:grpSpPr>
        <p:sp>
          <p:nvSpPr>
            <p:cNvPr id="19" name="Google Shape;3200;p32">
              <a:extLst>
                <a:ext uri="{FF2B5EF4-FFF2-40B4-BE49-F238E27FC236}">
                  <a16:creationId xmlns:a16="http://schemas.microsoft.com/office/drawing/2014/main" id="{E3791DB1-E698-40B5-BBDE-1BCA74D69F80}"/>
                </a:ext>
              </a:extLst>
            </p:cNvPr>
            <p:cNvSpPr/>
            <p:nvPr/>
          </p:nvSpPr>
          <p:spPr>
            <a:xfrm>
              <a:off x="3546460" y="3173774"/>
              <a:ext cx="2734472" cy="2360101"/>
            </a:xfrm>
            <a:prstGeom prst="roundRect">
              <a:avLst>
                <a:gd name="adj" fmla="val 16667"/>
              </a:avLst>
            </a:prstGeom>
            <a:solidFill>
              <a:schemeClr val="accent4">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201;p32">
              <a:extLst>
                <a:ext uri="{FF2B5EF4-FFF2-40B4-BE49-F238E27FC236}">
                  <a16:creationId xmlns:a16="http://schemas.microsoft.com/office/drawing/2014/main" id="{B65249EC-AC93-47D1-8B64-155AA93E4A31}"/>
                </a:ext>
              </a:extLst>
            </p:cNvPr>
            <p:cNvSpPr/>
            <p:nvPr/>
          </p:nvSpPr>
          <p:spPr>
            <a:xfrm>
              <a:off x="4378205" y="2535165"/>
              <a:ext cx="273241" cy="391992"/>
            </a:xfrm>
            <a:custGeom>
              <a:avLst/>
              <a:gdLst/>
              <a:ahLst/>
              <a:cxnLst/>
              <a:rect l="l" t="t" r="r" b="b"/>
              <a:pathLst>
                <a:path w="5046" h="7239" extrusionOk="0">
                  <a:moveTo>
                    <a:pt x="1283" y="0"/>
                  </a:moveTo>
                  <a:cubicBezTo>
                    <a:pt x="1012" y="0"/>
                    <a:pt x="743" y="88"/>
                    <a:pt x="526" y="274"/>
                  </a:cubicBezTo>
                  <a:cubicBezTo>
                    <a:pt x="24" y="730"/>
                    <a:pt x="1" y="1529"/>
                    <a:pt x="480" y="2009"/>
                  </a:cubicBezTo>
                  <a:lnTo>
                    <a:pt x="2078" y="3606"/>
                  </a:lnTo>
                  <a:lnTo>
                    <a:pt x="526" y="5159"/>
                  </a:lnTo>
                  <a:cubicBezTo>
                    <a:pt x="69" y="5615"/>
                    <a:pt x="1" y="6368"/>
                    <a:pt x="435" y="6848"/>
                  </a:cubicBezTo>
                  <a:cubicBezTo>
                    <a:pt x="671" y="7107"/>
                    <a:pt x="993" y="7239"/>
                    <a:pt x="1314" y="7239"/>
                  </a:cubicBezTo>
                  <a:cubicBezTo>
                    <a:pt x="1615" y="7239"/>
                    <a:pt x="1915" y="7125"/>
                    <a:pt x="2146" y="6893"/>
                  </a:cubicBezTo>
                  <a:lnTo>
                    <a:pt x="3767" y="5273"/>
                  </a:lnTo>
                  <a:lnTo>
                    <a:pt x="4566" y="4474"/>
                  </a:lnTo>
                  <a:cubicBezTo>
                    <a:pt x="5045" y="3994"/>
                    <a:pt x="5045" y="3218"/>
                    <a:pt x="4566" y="2739"/>
                  </a:cubicBezTo>
                  <a:lnTo>
                    <a:pt x="3767" y="1940"/>
                  </a:lnTo>
                  <a:lnTo>
                    <a:pt x="2192" y="365"/>
                  </a:lnTo>
                  <a:cubicBezTo>
                    <a:pt x="1942" y="128"/>
                    <a:pt x="1611" y="0"/>
                    <a:pt x="1283" y="0"/>
                  </a:cubicBezTo>
                  <a:close/>
                </a:path>
              </a:pathLst>
            </a:custGeom>
            <a:solidFill>
              <a:schemeClr val="accent4">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oogle Shape;3202;p32">
              <a:extLst>
                <a:ext uri="{FF2B5EF4-FFF2-40B4-BE49-F238E27FC236}">
                  <a16:creationId xmlns:a16="http://schemas.microsoft.com/office/drawing/2014/main" id="{476A3CFC-5D8E-45F6-A69D-E155B4F407BE}"/>
                </a:ext>
              </a:extLst>
            </p:cNvPr>
            <p:cNvGrpSpPr/>
            <p:nvPr/>
          </p:nvGrpSpPr>
          <p:grpSpPr>
            <a:xfrm>
              <a:off x="3995758" y="3269803"/>
              <a:ext cx="2285173" cy="1927724"/>
              <a:chOff x="3995758" y="3338840"/>
              <a:chExt cx="2285173" cy="1927724"/>
            </a:xfrm>
          </p:grpSpPr>
          <p:sp>
            <p:nvSpPr>
              <p:cNvPr id="23" name="Google Shape;3203;p32">
                <a:extLst>
                  <a:ext uri="{FF2B5EF4-FFF2-40B4-BE49-F238E27FC236}">
                    <a16:creationId xmlns:a16="http://schemas.microsoft.com/office/drawing/2014/main" id="{40F8AC03-3480-4A2C-9E44-E602A16815E2}"/>
                  </a:ext>
                </a:extLst>
              </p:cNvPr>
              <p:cNvSpPr txBox="1"/>
              <p:nvPr/>
            </p:nvSpPr>
            <p:spPr>
              <a:xfrm>
                <a:off x="3995758" y="3741972"/>
                <a:ext cx="2285173" cy="1524592"/>
              </a:xfrm>
              <a:prstGeom prst="rect">
                <a:avLst/>
              </a:prstGeom>
              <a:noFill/>
              <a:ln>
                <a:noFill/>
              </a:ln>
            </p:spPr>
            <p:txBody>
              <a:bodyPr spcFirstLastPara="1" wrap="square" lIns="91425" tIns="91425" rIns="91425" bIns="91425" anchor="ctr" anchorCtr="0">
                <a:noAutofit/>
              </a:bodyPr>
              <a:lstStyle/>
              <a:p>
                <a:pPr algn="l"/>
                <a:r>
                  <a:rPr lang="en-IN" b="1" dirty="0">
                    <a:solidFill>
                      <a:srgbClr val="000000"/>
                    </a:solidFill>
                    <a:latin typeface="Trebuchet MS" panose="020B0603020202020204" pitchFamily="34" charset="0"/>
                  </a:rPr>
                  <a:t>E</a:t>
                </a:r>
                <a:r>
                  <a:rPr lang="en-IN" b="1" i="0" dirty="0">
                    <a:solidFill>
                      <a:srgbClr val="000000"/>
                    </a:solidFill>
                    <a:effectLst/>
                    <a:latin typeface="Trebuchet MS" panose="020B0603020202020204" pitchFamily="34" charset="0"/>
                  </a:rPr>
                  <a:t>valuating performance &amp;</a:t>
                </a:r>
              </a:p>
              <a:p>
                <a:r>
                  <a:rPr lang="en-US" b="1" i="0" dirty="0">
                    <a:solidFill>
                      <a:srgbClr val="000000"/>
                    </a:solidFill>
                    <a:effectLst/>
                    <a:latin typeface="Trebuchet MS" panose="020B0603020202020204" pitchFamily="34" charset="0"/>
                  </a:rPr>
                  <a:t>making the model perform better</a:t>
                </a:r>
              </a:p>
              <a:p>
                <a:pPr algn="l"/>
                <a:endParaRPr lang="en-IN" b="1" i="0" dirty="0">
                  <a:solidFill>
                    <a:srgbClr val="000000"/>
                  </a:solidFill>
                  <a:effectLst/>
                  <a:latin typeface="Helvetica Neue"/>
                </a:endParaRPr>
              </a:p>
            </p:txBody>
          </p:sp>
          <p:sp>
            <p:nvSpPr>
              <p:cNvPr id="24" name="Google Shape;3204;p32">
                <a:extLst>
                  <a:ext uri="{FF2B5EF4-FFF2-40B4-BE49-F238E27FC236}">
                    <a16:creationId xmlns:a16="http://schemas.microsoft.com/office/drawing/2014/main" id="{FE6D02B0-EC53-40FB-837E-7F21D381F3AF}"/>
                  </a:ext>
                </a:extLst>
              </p:cNvPr>
              <p:cNvSpPr txBox="1"/>
              <p:nvPr/>
            </p:nvSpPr>
            <p:spPr>
              <a:xfrm>
                <a:off x="4224213" y="3338840"/>
                <a:ext cx="1405200" cy="239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STEP 3</a:t>
                </a:r>
                <a:endParaRPr sz="1800" b="1" dirty="0">
                  <a:solidFill>
                    <a:schemeClr val="dk1"/>
                  </a:solidFill>
                  <a:latin typeface="Fira Sans Extra Condensed"/>
                  <a:ea typeface="Fira Sans Extra Condensed"/>
                  <a:cs typeface="Fira Sans Extra Condensed"/>
                  <a:sym typeface="Fira Sans Extra Condensed"/>
                </a:endParaRPr>
              </a:p>
            </p:txBody>
          </p:sp>
        </p:grpSp>
        <p:sp>
          <p:nvSpPr>
            <p:cNvPr id="22" name="Google Shape;3205;p32">
              <a:extLst>
                <a:ext uri="{FF2B5EF4-FFF2-40B4-BE49-F238E27FC236}">
                  <a16:creationId xmlns:a16="http://schemas.microsoft.com/office/drawing/2014/main" id="{7BD28F08-3D45-4E6C-A10A-95E5D3DD954B}"/>
                </a:ext>
              </a:extLst>
            </p:cNvPr>
            <p:cNvSpPr/>
            <p:nvPr/>
          </p:nvSpPr>
          <p:spPr>
            <a:xfrm>
              <a:off x="4070613" y="1432338"/>
              <a:ext cx="856200" cy="856200"/>
            </a:xfrm>
            <a:prstGeom prst="ellipse">
              <a:avLst/>
            </a:prstGeom>
            <a:solidFill>
              <a:schemeClr val="accent4">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lt1"/>
                  </a:solidFill>
                  <a:latin typeface="Fira Sans Extra Condensed"/>
                  <a:ea typeface="Fira Sans Extra Condensed"/>
                  <a:cs typeface="Fira Sans Extra Condensed"/>
                  <a:sym typeface="Fira Sans Extra Condensed"/>
                </a:rPr>
                <a:t>03</a:t>
              </a:r>
              <a:endParaRPr b="1" dirty="0">
                <a:solidFill>
                  <a:schemeClr val="lt1"/>
                </a:solidFill>
                <a:latin typeface="Fira Sans Extra Condensed"/>
                <a:ea typeface="Fira Sans Extra Condensed"/>
                <a:cs typeface="Fira Sans Extra Condensed"/>
                <a:sym typeface="Fira Sans Extra Condensed"/>
              </a:endParaRPr>
            </a:p>
          </p:txBody>
        </p:sp>
      </p:grpSp>
    </p:spTree>
    <p:extLst>
      <p:ext uri="{BB962C8B-B14F-4D97-AF65-F5344CB8AC3E}">
        <p14:creationId xmlns:p14="http://schemas.microsoft.com/office/powerpoint/2010/main" val="2922523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A92CFE-0A39-4D84-A32A-642317CA6557}"/>
              </a:ext>
            </a:extLst>
          </p:cNvPr>
          <p:cNvSpPr/>
          <p:nvPr/>
        </p:nvSpPr>
        <p:spPr>
          <a:xfrm>
            <a:off x="2178899" y="221218"/>
            <a:ext cx="7652784"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Flask for Deployment</a:t>
            </a:r>
          </a:p>
        </p:txBody>
      </p:sp>
      <p:pic>
        <p:nvPicPr>
          <p:cNvPr id="2050" name="Picture 2">
            <a:extLst>
              <a:ext uri="{FF2B5EF4-FFF2-40B4-BE49-F238E27FC236}">
                <a16:creationId xmlns:a16="http://schemas.microsoft.com/office/drawing/2014/main" id="{B97240D8-A4BB-4999-B47D-969E4C15F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3645" y="1511027"/>
            <a:ext cx="8943582" cy="5125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600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Announcement thank you slide for powerpoint">
            <a:extLst>
              <a:ext uri="{FF2B5EF4-FFF2-40B4-BE49-F238E27FC236}">
                <a16:creationId xmlns:a16="http://schemas.microsoft.com/office/drawing/2014/main" id="{E9C418AD-E8E1-458D-B6AD-9A44B6BF0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145" y="400833"/>
            <a:ext cx="10985847" cy="6313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066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344</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Light</vt:lpstr>
      <vt:lpstr>Fira Sans Extra Condensed</vt:lpstr>
      <vt:lpstr>Helvetica Neue</vt:lpstr>
      <vt:lpstr>Roboto</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Gayatri Shastri</dc:creator>
  <cp:lastModifiedBy>Gayatri Shastri</cp:lastModifiedBy>
  <cp:revision>13</cp:revision>
  <dcterms:created xsi:type="dcterms:W3CDTF">2021-06-21T16:02:45Z</dcterms:created>
  <dcterms:modified xsi:type="dcterms:W3CDTF">2021-06-22T08:46:11Z</dcterms:modified>
</cp:coreProperties>
</file>